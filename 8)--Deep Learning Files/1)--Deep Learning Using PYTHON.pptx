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0972800" cy="6172200"/>
  <p:notesSz cx="10972800" cy="6172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19" autoAdjust="0"/>
  </p:normalViewPr>
  <p:slideViewPr>
    <p:cSldViewPr>
      <p:cViewPr>
        <p:scale>
          <a:sx n="124" d="100"/>
          <a:sy n="124" d="100"/>
        </p:scale>
        <p:origin x="-384" y="-8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46526" y="618235"/>
            <a:ext cx="407974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45920" y="3456432"/>
            <a:ext cx="7680960" cy="1543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5E5E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5E5E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48640" y="1419606"/>
            <a:ext cx="4773168" cy="4073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953505" y="1977389"/>
            <a:ext cx="2741929" cy="3268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972800" cy="6172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2891" y="321640"/>
            <a:ext cx="9306153" cy="12911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6130" y="2014919"/>
            <a:ext cx="4559300" cy="2847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5E5E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30752" y="5740146"/>
            <a:ext cx="3511296" cy="30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8640" y="5740146"/>
            <a:ext cx="2523744" cy="30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900416" y="5740146"/>
            <a:ext cx="2523744" cy="30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jp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jpg"/><Relationship Id="rId5" Type="http://schemas.openxmlformats.org/officeDocument/2006/relationships/image" Target="../media/image62.jpg"/><Relationship Id="rId4" Type="http://schemas.openxmlformats.org/officeDocument/2006/relationships/image" Target="../media/image6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1.jp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jp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76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7" Type="http://schemas.openxmlformats.org/officeDocument/2006/relationships/image" Target="../media/image9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91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87.png"/><Relationship Id="rId10" Type="http://schemas.openxmlformats.org/officeDocument/2006/relationships/image" Target="../media/image96.png"/><Relationship Id="rId4" Type="http://schemas.openxmlformats.org/officeDocument/2006/relationships/image" Target="../media/image76.jp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94.png"/><Relationship Id="rId3" Type="http://schemas.openxmlformats.org/officeDocument/2006/relationships/image" Target="../media/image76.jpg"/><Relationship Id="rId21" Type="http://schemas.openxmlformats.org/officeDocument/2006/relationships/image" Target="../media/image113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93.png"/><Relationship Id="rId25" Type="http://schemas.openxmlformats.org/officeDocument/2006/relationships/image" Target="../media/image117.png"/><Relationship Id="rId2" Type="http://schemas.openxmlformats.org/officeDocument/2006/relationships/image" Target="../media/image75.png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24" Type="http://schemas.openxmlformats.org/officeDocument/2006/relationships/image" Target="../media/image116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23" Type="http://schemas.openxmlformats.org/officeDocument/2006/relationships/image" Target="../media/image115.png"/><Relationship Id="rId10" Type="http://schemas.openxmlformats.org/officeDocument/2006/relationships/image" Target="../media/image107.png"/><Relationship Id="rId19" Type="http://schemas.openxmlformats.org/officeDocument/2006/relationships/image" Target="../media/image95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Relationship Id="rId22" Type="http://schemas.openxmlformats.org/officeDocument/2006/relationships/image" Target="../media/image11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95.png"/><Relationship Id="rId18" Type="http://schemas.openxmlformats.org/officeDocument/2006/relationships/image" Target="../media/image114.png"/><Relationship Id="rId3" Type="http://schemas.openxmlformats.org/officeDocument/2006/relationships/image" Target="../media/image119.png"/><Relationship Id="rId21" Type="http://schemas.openxmlformats.org/officeDocument/2006/relationships/image" Target="../media/image117.png"/><Relationship Id="rId7" Type="http://schemas.openxmlformats.org/officeDocument/2006/relationships/image" Target="../media/image123.png"/><Relationship Id="rId12" Type="http://schemas.openxmlformats.org/officeDocument/2006/relationships/image" Target="../media/image94.png"/><Relationship Id="rId17" Type="http://schemas.openxmlformats.org/officeDocument/2006/relationships/image" Target="../media/image126.png"/><Relationship Id="rId2" Type="http://schemas.openxmlformats.org/officeDocument/2006/relationships/image" Target="../media/image118.png"/><Relationship Id="rId16" Type="http://schemas.openxmlformats.org/officeDocument/2006/relationships/image" Target="../media/image113.png"/><Relationship Id="rId20" Type="http://schemas.openxmlformats.org/officeDocument/2006/relationships/image" Target="../media/image1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2.png"/><Relationship Id="rId11" Type="http://schemas.openxmlformats.org/officeDocument/2006/relationships/image" Target="../media/image93.png"/><Relationship Id="rId5" Type="http://schemas.openxmlformats.org/officeDocument/2006/relationships/image" Target="../media/image121.png"/><Relationship Id="rId15" Type="http://schemas.openxmlformats.org/officeDocument/2006/relationships/image" Target="../media/image96.png"/><Relationship Id="rId23" Type="http://schemas.openxmlformats.org/officeDocument/2006/relationships/image" Target="../media/image128.png"/><Relationship Id="rId10" Type="http://schemas.openxmlformats.org/officeDocument/2006/relationships/image" Target="../media/image75.png"/><Relationship Id="rId19" Type="http://schemas.openxmlformats.org/officeDocument/2006/relationships/image" Target="../media/image115.png"/><Relationship Id="rId4" Type="http://schemas.openxmlformats.org/officeDocument/2006/relationships/image" Target="../media/image120.png"/><Relationship Id="rId9" Type="http://schemas.openxmlformats.org/officeDocument/2006/relationships/image" Target="../media/image125.jpg"/><Relationship Id="rId14" Type="http://schemas.openxmlformats.org/officeDocument/2006/relationships/image" Target="../media/image92.png"/><Relationship Id="rId22" Type="http://schemas.openxmlformats.org/officeDocument/2006/relationships/image" Target="../media/image1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5.png"/><Relationship Id="rId4" Type="http://schemas.openxmlformats.org/officeDocument/2006/relationships/image" Target="../media/image13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5.png"/><Relationship Id="rId4" Type="http://schemas.openxmlformats.org/officeDocument/2006/relationships/image" Target="../media/image14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5.png"/><Relationship Id="rId4" Type="http://schemas.openxmlformats.org/officeDocument/2006/relationships/image" Target="../media/image13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4.png"/><Relationship Id="rId3" Type="http://schemas.openxmlformats.org/officeDocument/2006/relationships/image" Target="../media/image76.jpg"/><Relationship Id="rId7" Type="http://schemas.openxmlformats.org/officeDocument/2006/relationships/image" Target="../media/image148.png"/><Relationship Id="rId12" Type="http://schemas.openxmlformats.org/officeDocument/2006/relationships/image" Target="../media/image15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52.png"/><Relationship Id="rId5" Type="http://schemas.openxmlformats.org/officeDocument/2006/relationships/image" Target="../media/image133.png"/><Relationship Id="rId10" Type="http://schemas.openxmlformats.org/officeDocument/2006/relationships/image" Target="../media/image151.png"/><Relationship Id="rId4" Type="http://schemas.openxmlformats.org/officeDocument/2006/relationships/image" Target="../media/image147.png"/><Relationship Id="rId9" Type="http://schemas.openxmlformats.org/officeDocument/2006/relationships/image" Target="../media/image15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7" Type="http://schemas.openxmlformats.org/officeDocument/2006/relationships/image" Target="../media/image76.jp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155.png"/><Relationship Id="rId4" Type="http://schemas.openxmlformats.org/officeDocument/2006/relationships/image" Target="../media/image13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jpg"/><Relationship Id="rId7" Type="http://schemas.openxmlformats.org/officeDocument/2006/relationships/image" Target="../media/image162.jpg"/><Relationship Id="rId2" Type="http://schemas.openxmlformats.org/officeDocument/2006/relationships/image" Target="../media/image15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1.jpg"/><Relationship Id="rId5" Type="http://schemas.openxmlformats.org/officeDocument/2006/relationships/image" Target="../media/image160.jpg"/><Relationship Id="rId10" Type="http://schemas.openxmlformats.org/officeDocument/2006/relationships/image" Target="../media/image76.jpg"/><Relationship Id="rId4" Type="http://schemas.openxmlformats.org/officeDocument/2006/relationships/image" Target="../media/image159.jpg"/><Relationship Id="rId9" Type="http://schemas.openxmlformats.org/officeDocument/2006/relationships/image" Target="../media/image7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jpg"/><Relationship Id="rId7" Type="http://schemas.openxmlformats.org/officeDocument/2006/relationships/image" Target="../media/image162.jpg"/><Relationship Id="rId2" Type="http://schemas.openxmlformats.org/officeDocument/2006/relationships/image" Target="../media/image15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1.jpg"/><Relationship Id="rId5" Type="http://schemas.openxmlformats.org/officeDocument/2006/relationships/image" Target="../media/image160.jpg"/><Relationship Id="rId10" Type="http://schemas.openxmlformats.org/officeDocument/2006/relationships/image" Target="../media/image76.jpg"/><Relationship Id="rId4" Type="http://schemas.openxmlformats.org/officeDocument/2006/relationships/image" Target="../media/image159.jpg"/><Relationship Id="rId9" Type="http://schemas.openxmlformats.org/officeDocument/2006/relationships/image" Target="../media/image75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jpg"/><Relationship Id="rId7" Type="http://schemas.openxmlformats.org/officeDocument/2006/relationships/image" Target="../media/image162.jpg"/><Relationship Id="rId2" Type="http://schemas.openxmlformats.org/officeDocument/2006/relationships/image" Target="../media/image15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1.jpg"/><Relationship Id="rId5" Type="http://schemas.openxmlformats.org/officeDocument/2006/relationships/image" Target="../media/image160.jpg"/><Relationship Id="rId10" Type="http://schemas.openxmlformats.org/officeDocument/2006/relationships/image" Target="../media/image76.jpg"/><Relationship Id="rId4" Type="http://schemas.openxmlformats.org/officeDocument/2006/relationships/image" Target="../media/image159.jpg"/><Relationship Id="rId9" Type="http://schemas.openxmlformats.org/officeDocument/2006/relationships/image" Target="../media/image75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jp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jp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972800" cy="6172200"/>
            <a:chOff x="0" y="0"/>
            <a:chExt cx="10972800" cy="617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972800" cy="61721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513831"/>
              <a:ext cx="10972799" cy="6583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5515355"/>
              <a:ext cx="10972800" cy="0"/>
            </a:xfrm>
            <a:custGeom>
              <a:avLst/>
              <a:gdLst/>
              <a:ahLst/>
              <a:cxnLst/>
              <a:rect l="l" t="t" r="r" b="b"/>
              <a:pathLst>
                <a:path w="10972800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77033" y="3176777"/>
              <a:ext cx="7773670" cy="0"/>
            </a:xfrm>
            <a:custGeom>
              <a:avLst/>
              <a:gdLst/>
              <a:ahLst/>
              <a:cxnLst/>
              <a:rect l="l" t="t" r="r" b="b"/>
              <a:pathLst>
                <a:path w="7773670">
                  <a:moveTo>
                    <a:pt x="0" y="0"/>
                  </a:moveTo>
                  <a:lnTo>
                    <a:pt x="7773670" y="0"/>
                  </a:lnTo>
                </a:path>
              </a:pathLst>
            </a:custGeom>
            <a:ln w="32004">
              <a:solidFill>
                <a:srgbClr val="52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54757" y="1225042"/>
            <a:ext cx="5518150" cy="174752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 marR="5080">
              <a:lnSpc>
                <a:spcPts val="6409"/>
              </a:lnSpc>
              <a:spcBef>
                <a:spcPts val="925"/>
              </a:spcBef>
            </a:pPr>
            <a:r>
              <a:rPr sz="5950" dirty="0"/>
              <a:t>DEEP</a:t>
            </a:r>
            <a:r>
              <a:rPr sz="5950" spc="-155" dirty="0"/>
              <a:t> </a:t>
            </a:r>
            <a:r>
              <a:rPr sz="5950" spc="195" dirty="0"/>
              <a:t>LEARNING </a:t>
            </a:r>
            <a:r>
              <a:rPr sz="5950" spc="180" dirty="0"/>
              <a:t>USING</a:t>
            </a:r>
            <a:r>
              <a:rPr sz="5950" spc="35" dirty="0"/>
              <a:t> </a:t>
            </a:r>
            <a:r>
              <a:rPr sz="5950" spc="270" dirty="0"/>
              <a:t>PYTHON</a:t>
            </a:r>
            <a:endParaRPr sz="5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0"/>
            <a:ext cx="10972800" cy="6172200"/>
            <a:chOff x="0" y="0"/>
            <a:chExt cx="10972800" cy="617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972800" cy="61721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509259"/>
              <a:ext cx="10972799" cy="6629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0972800" cy="61721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251" y="571500"/>
              <a:ext cx="9906000" cy="46299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749808"/>
              <a:ext cx="9464040" cy="400812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31163" y="926591"/>
            <a:ext cx="9110345" cy="3227165"/>
          </a:xfrm>
          <a:prstGeom prst="rect">
            <a:avLst/>
          </a:prstGeom>
          <a:ln w="15240">
            <a:solidFill>
              <a:srgbClr val="DFDBD3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46609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LECTURE</a:t>
            </a:r>
            <a:r>
              <a:rPr sz="3200" spc="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3200" dirty="0">
              <a:latin typeface="Trebuchet MS"/>
              <a:cs typeface="Trebuchet MS"/>
            </a:endParaRPr>
          </a:p>
          <a:p>
            <a:pPr marL="923290" indent="-228600">
              <a:lnSpc>
                <a:spcPct val="100000"/>
              </a:lnSpc>
              <a:spcBef>
                <a:spcPts val="1925"/>
              </a:spcBef>
              <a:buClr>
                <a:srgbClr val="529E39"/>
              </a:buClr>
              <a:buFont typeface="Arial MT"/>
              <a:buChar char="•"/>
              <a:tabLst>
                <a:tab pos="923290" algn="l"/>
              </a:tabLst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History</a:t>
            </a:r>
            <a:r>
              <a:rPr sz="14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AI</a:t>
            </a:r>
            <a:endParaRPr sz="1400" dirty="0">
              <a:latin typeface="Trebuchet MS"/>
              <a:cs typeface="Trebuchet MS"/>
            </a:endParaRPr>
          </a:p>
          <a:p>
            <a:pPr marL="923290" indent="-228600">
              <a:lnSpc>
                <a:spcPct val="100000"/>
              </a:lnSpc>
              <a:spcBef>
                <a:spcPts val="1105"/>
              </a:spcBef>
              <a:buClr>
                <a:srgbClr val="529E39"/>
              </a:buClr>
              <a:buFont typeface="Arial MT"/>
              <a:buChar char="•"/>
              <a:tabLst>
                <a:tab pos="923290" algn="l"/>
              </a:tabLst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4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Deep</a:t>
            </a:r>
            <a:r>
              <a:rPr sz="14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r>
              <a:rPr sz="14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Revolution</a:t>
            </a:r>
            <a:endParaRPr sz="1400" dirty="0">
              <a:latin typeface="Trebuchet MS"/>
              <a:cs typeface="Trebuchet MS"/>
            </a:endParaRPr>
          </a:p>
          <a:p>
            <a:pPr marL="923290" indent="-228600">
              <a:lnSpc>
                <a:spcPct val="100000"/>
              </a:lnSpc>
              <a:spcBef>
                <a:spcPts val="1105"/>
              </a:spcBef>
              <a:buClr>
                <a:srgbClr val="529E39"/>
              </a:buClr>
              <a:buFont typeface="Arial MT"/>
              <a:buChar char="•"/>
              <a:tabLst>
                <a:tab pos="923290" algn="l"/>
              </a:tabLst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What</a:t>
            </a:r>
            <a:r>
              <a:rPr sz="14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Deep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endParaRPr sz="1400" dirty="0">
              <a:latin typeface="Trebuchet MS"/>
              <a:cs typeface="Trebuchet MS"/>
            </a:endParaRPr>
          </a:p>
          <a:p>
            <a:pPr marL="923290" indent="-228600">
              <a:lnSpc>
                <a:spcPct val="100000"/>
              </a:lnSpc>
              <a:spcBef>
                <a:spcPts val="1090"/>
              </a:spcBef>
              <a:buClr>
                <a:srgbClr val="529E39"/>
              </a:buClr>
              <a:buFont typeface="Arial MT"/>
              <a:buChar char="•"/>
              <a:tabLst>
                <a:tab pos="923290" algn="l"/>
              </a:tabLst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sz="14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Deep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400" spc="-2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Transforming</a:t>
            </a:r>
            <a:r>
              <a:rPr sz="14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1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World</a:t>
            </a:r>
            <a:endParaRPr sz="1400" dirty="0">
              <a:latin typeface="Trebuchet MS"/>
              <a:cs typeface="Trebuchet MS"/>
            </a:endParaRPr>
          </a:p>
          <a:p>
            <a:pPr marL="923290" indent="-228600">
              <a:lnSpc>
                <a:spcPct val="100000"/>
              </a:lnSpc>
              <a:spcBef>
                <a:spcPts val="1105"/>
              </a:spcBef>
              <a:buClr>
                <a:srgbClr val="529E39"/>
              </a:buClr>
              <a:buFont typeface="Arial MT"/>
              <a:buChar char="•"/>
              <a:tabLst>
                <a:tab pos="923290" algn="l"/>
              </a:tabLst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MNIST</a:t>
            </a:r>
            <a:r>
              <a:rPr sz="1400" spc="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Dataset</a:t>
            </a:r>
            <a:endParaRPr lang="en-US" sz="1400" spc="-10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923290" indent="-228600">
              <a:lnSpc>
                <a:spcPct val="100000"/>
              </a:lnSpc>
              <a:spcBef>
                <a:spcPts val="1105"/>
              </a:spcBef>
              <a:buClr>
                <a:srgbClr val="529E39"/>
              </a:buClr>
              <a:buFont typeface="Arial MT"/>
              <a:buChar char="•"/>
              <a:tabLst>
                <a:tab pos="923290" algn="l"/>
              </a:tabLst>
            </a:pPr>
            <a:endParaRPr sz="1400" dirty="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513831"/>
            <a:ext cx="10972799" cy="6583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49670" y="4999431"/>
            <a:ext cx="280987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FFFFFF"/>
                </a:solidFill>
              </a:rPr>
              <a:t>HISTORY</a:t>
            </a:r>
            <a:r>
              <a:rPr sz="3400" spc="-120" dirty="0">
                <a:solidFill>
                  <a:srgbClr val="FFFFFF"/>
                </a:solidFill>
              </a:rPr>
              <a:t> </a:t>
            </a:r>
            <a:r>
              <a:rPr sz="3400" dirty="0">
                <a:solidFill>
                  <a:srgbClr val="FFFFFF"/>
                </a:solidFill>
              </a:rPr>
              <a:t>OF</a:t>
            </a:r>
            <a:r>
              <a:rPr sz="3400" spc="-155" dirty="0">
                <a:solidFill>
                  <a:srgbClr val="FFFFFF"/>
                </a:solidFill>
              </a:rPr>
              <a:t> </a:t>
            </a:r>
            <a:r>
              <a:rPr sz="3400" spc="-25" dirty="0">
                <a:solidFill>
                  <a:srgbClr val="FFFFFF"/>
                </a:solidFill>
              </a:rPr>
              <a:t>AI</a:t>
            </a:r>
            <a:endParaRPr sz="3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295" rIns="0" bIns="0" rtlCol="0">
            <a:spAutoFit/>
          </a:bodyPr>
          <a:lstStyle/>
          <a:p>
            <a:pPr marL="805815">
              <a:lnSpc>
                <a:spcPct val="100000"/>
              </a:lnSpc>
              <a:spcBef>
                <a:spcPts val="100"/>
              </a:spcBef>
            </a:pPr>
            <a:r>
              <a:rPr dirty="0"/>
              <a:t>BEGINNING</a:t>
            </a:r>
            <a:r>
              <a:rPr spc="-105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dirty="0"/>
              <a:t>ARTIFICIAL</a:t>
            </a:r>
            <a:r>
              <a:rPr spc="-120" dirty="0"/>
              <a:t> </a:t>
            </a:r>
            <a:r>
              <a:rPr spc="-10" dirty="0"/>
              <a:t>INTELLIGENCE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56716" y="2420111"/>
            <a:ext cx="1784350" cy="1784350"/>
            <a:chOff x="1156716" y="2420111"/>
            <a:chExt cx="1784350" cy="1784350"/>
          </a:xfrm>
        </p:grpSpPr>
        <p:sp>
          <p:nvSpPr>
            <p:cNvPr id="4" name="object 4"/>
            <p:cNvSpPr/>
            <p:nvPr/>
          </p:nvSpPr>
          <p:spPr>
            <a:xfrm>
              <a:off x="1156716" y="2420111"/>
              <a:ext cx="1784350" cy="1784350"/>
            </a:xfrm>
            <a:custGeom>
              <a:avLst/>
              <a:gdLst/>
              <a:ahLst/>
              <a:cxnLst/>
              <a:rect l="l" t="t" r="r" b="b"/>
              <a:pathLst>
                <a:path w="1784350" h="1784350">
                  <a:moveTo>
                    <a:pt x="1784223" y="0"/>
                  </a:moveTo>
                  <a:lnTo>
                    <a:pt x="530352" y="0"/>
                  </a:lnTo>
                  <a:lnTo>
                    <a:pt x="482091" y="2159"/>
                  </a:lnTo>
                  <a:lnTo>
                    <a:pt x="434975" y="8509"/>
                  </a:lnTo>
                  <a:lnTo>
                    <a:pt x="389381" y="18923"/>
                  </a:lnTo>
                  <a:lnTo>
                    <a:pt x="345313" y="33147"/>
                  </a:lnTo>
                  <a:lnTo>
                    <a:pt x="303022" y="51053"/>
                  </a:lnTo>
                  <a:lnTo>
                    <a:pt x="262636" y="72389"/>
                  </a:lnTo>
                  <a:lnTo>
                    <a:pt x="224536" y="97027"/>
                  </a:lnTo>
                  <a:lnTo>
                    <a:pt x="188595" y="124713"/>
                  </a:lnTo>
                  <a:lnTo>
                    <a:pt x="155321" y="155321"/>
                  </a:lnTo>
                  <a:lnTo>
                    <a:pt x="124714" y="188595"/>
                  </a:lnTo>
                  <a:lnTo>
                    <a:pt x="97028" y="224536"/>
                  </a:lnTo>
                  <a:lnTo>
                    <a:pt x="72402" y="262636"/>
                  </a:lnTo>
                  <a:lnTo>
                    <a:pt x="51066" y="303022"/>
                  </a:lnTo>
                  <a:lnTo>
                    <a:pt x="33185" y="345313"/>
                  </a:lnTo>
                  <a:lnTo>
                    <a:pt x="18948" y="389382"/>
                  </a:lnTo>
                  <a:lnTo>
                    <a:pt x="8547" y="434975"/>
                  </a:lnTo>
                  <a:lnTo>
                    <a:pt x="2171" y="482091"/>
                  </a:lnTo>
                  <a:lnTo>
                    <a:pt x="0" y="530351"/>
                  </a:lnTo>
                  <a:lnTo>
                    <a:pt x="0" y="1784223"/>
                  </a:lnTo>
                  <a:lnTo>
                    <a:pt x="1253871" y="1784223"/>
                  </a:lnTo>
                  <a:lnTo>
                    <a:pt x="1302131" y="1782064"/>
                  </a:lnTo>
                  <a:lnTo>
                    <a:pt x="1349248" y="1775714"/>
                  </a:lnTo>
                  <a:lnTo>
                    <a:pt x="1394841" y="1765300"/>
                  </a:lnTo>
                  <a:lnTo>
                    <a:pt x="1438910" y="1751076"/>
                  </a:lnTo>
                  <a:lnTo>
                    <a:pt x="1481201" y="1733169"/>
                  </a:lnTo>
                  <a:lnTo>
                    <a:pt x="1521586" y="1711833"/>
                  </a:lnTo>
                  <a:lnTo>
                    <a:pt x="1559686" y="1687195"/>
                  </a:lnTo>
                  <a:lnTo>
                    <a:pt x="1595628" y="1659508"/>
                  </a:lnTo>
                  <a:lnTo>
                    <a:pt x="1628902" y="1628902"/>
                  </a:lnTo>
                  <a:lnTo>
                    <a:pt x="1659509" y="1595627"/>
                  </a:lnTo>
                  <a:lnTo>
                    <a:pt x="1687195" y="1559687"/>
                  </a:lnTo>
                  <a:lnTo>
                    <a:pt x="1711833" y="1521587"/>
                  </a:lnTo>
                  <a:lnTo>
                    <a:pt x="1733169" y="1481201"/>
                  </a:lnTo>
                  <a:lnTo>
                    <a:pt x="1751076" y="1438910"/>
                  </a:lnTo>
                  <a:lnTo>
                    <a:pt x="1765300" y="1394840"/>
                  </a:lnTo>
                  <a:lnTo>
                    <a:pt x="1775714" y="1349248"/>
                  </a:lnTo>
                  <a:lnTo>
                    <a:pt x="1782064" y="1302131"/>
                  </a:lnTo>
                  <a:lnTo>
                    <a:pt x="1784223" y="1253870"/>
                  </a:lnTo>
                  <a:lnTo>
                    <a:pt x="1784223" y="0"/>
                  </a:lnTo>
                  <a:close/>
                </a:path>
              </a:pathLst>
            </a:custGeom>
            <a:solidFill>
              <a:srgbClr val="578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7716" y="2801111"/>
              <a:ext cx="1024128" cy="102412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83768" y="4707128"/>
            <a:ext cx="2736850" cy="7835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indent="-3175" algn="ctr">
              <a:lnSpc>
                <a:spcPct val="88100"/>
              </a:lnSpc>
              <a:spcBef>
                <a:spcPts val="355"/>
              </a:spcBef>
            </a:pPr>
            <a:r>
              <a:rPr sz="1800" spc="-10" dirty="0">
                <a:latin typeface="Trebuchet MS"/>
                <a:cs typeface="Trebuchet MS"/>
              </a:rPr>
              <a:t>COMPUTERS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ARE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MADE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IN </a:t>
            </a:r>
            <a:r>
              <a:rPr sz="1800" spc="-155" dirty="0">
                <a:latin typeface="Trebuchet MS"/>
                <a:cs typeface="Trebuchet MS"/>
              </a:rPr>
              <a:t>PART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TO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COMPLETE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HUMAN </a:t>
            </a:r>
            <a:r>
              <a:rPr sz="1800" spc="-10" dirty="0">
                <a:latin typeface="Trebuchet MS"/>
                <a:cs typeface="Trebuchet MS"/>
              </a:rPr>
              <a:t>TASKS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94859" y="2420111"/>
            <a:ext cx="1783080" cy="1784350"/>
            <a:chOff x="4594859" y="2420111"/>
            <a:chExt cx="1783080" cy="1784350"/>
          </a:xfrm>
        </p:grpSpPr>
        <p:sp>
          <p:nvSpPr>
            <p:cNvPr id="8" name="object 8"/>
            <p:cNvSpPr/>
            <p:nvPr/>
          </p:nvSpPr>
          <p:spPr>
            <a:xfrm>
              <a:off x="4594859" y="2420111"/>
              <a:ext cx="1783080" cy="1784350"/>
            </a:xfrm>
            <a:custGeom>
              <a:avLst/>
              <a:gdLst/>
              <a:ahLst/>
              <a:cxnLst/>
              <a:rect l="l" t="t" r="r" b="b"/>
              <a:pathLst>
                <a:path w="1783079" h="1784350">
                  <a:moveTo>
                    <a:pt x="1783079" y="0"/>
                  </a:moveTo>
                  <a:lnTo>
                    <a:pt x="530098" y="0"/>
                  </a:lnTo>
                  <a:lnTo>
                    <a:pt x="481838" y="2159"/>
                  </a:lnTo>
                  <a:lnTo>
                    <a:pt x="434848" y="8509"/>
                  </a:lnTo>
                  <a:lnTo>
                    <a:pt x="389127" y="18923"/>
                  </a:lnTo>
                  <a:lnTo>
                    <a:pt x="345186" y="33147"/>
                  </a:lnTo>
                  <a:lnTo>
                    <a:pt x="302894" y="51053"/>
                  </a:lnTo>
                  <a:lnTo>
                    <a:pt x="262509" y="72389"/>
                  </a:lnTo>
                  <a:lnTo>
                    <a:pt x="224409" y="97027"/>
                  </a:lnTo>
                  <a:lnTo>
                    <a:pt x="188594" y="124713"/>
                  </a:lnTo>
                  <a:lnTo>
                    <a:pt x="155320" y="155193"/>
                  </a:lnTo>
                  <a:lnTo>
                    <a:pt x="124713" y="188595"/>
                  </a:lnTo>
                  <a:lnTo>
                    <a:pt x="97027" y="224409"/>
                  </a:lnTo>
                  <a:lnTo>
                    <a:pt x="72389" y="262509"/>
                  </a:lnTo>
                  <a:lnTo>
                    <a:pt x="51053" y="302767"/>
                  </a:lnTo>
                  <a:lnTo>
                    <a:pt x="33147" y="345059"/>
                  </a:lnTo>
                  <a:lnTo>
                    <a:pt x="18923" y="389127"/>
                  </a:lnTo>
                  <a:lnTo>
                    <a:pt x="8509" y="434721"/>
                  </a:lnTo>
                  <a:lnTo>
                    <a:pt x="2159" y="481711"/>
                  </a:lnTo>
                  <a:lnTo>
                    <a:pt x="0" y="529970"/>
                  </a:lnTo>
                  <a:lnTo>
                    <a:pt x="0" y="1784223"/>
                  </a:lnTo>
                  <a:lnTo>
                    <a:pt x="1252981" y="1784223"/>
                  </a:lnTo>
                  <a:lnTo>
                    <a:pt x="1301241" y="1782064"/>
                  </a:lnTo>
                  <a:lnTo>
                    <a:pt x="1348231" y="1775714"/>
                  </a:lnTo>
                  <a:lnTo>
                    <a:pt x="1393952" y="1765300"/>
                  </a:lnTo>
                  <a:lnTo>
                    <a:pt x="1437893" y="1751076"/>
                  </a:lnTo>
                  <a:lnTo>
                    <a:pt x="1480185" y="1733169"/>
                  </a:lnTo>
                  <a:lnTo>
                    <a:pt x="1520570" y="1711833"/>
                  </a:lnTo>
                  <a:lnTo>
                    <a:pt x="1558670" y="1687195"/>
                  </a:lnTo>
                  <a:lnTo>
                    <a:pt x="1594485" y="1659508"/>
                  </a:lnTo>
                  <a:lnTo>
                    <a:pt x="1627759" y="1629029"/>
                  </a:lnTo>
                  <a:lnTo>
                    <a:pt x="1658365" y="1595627"/>
                  </a:lnTo>
                  <a:lnTo>
                    <a:pt x="1686052" y="1559814"/>
                  </a:lnTo>
                  <a:lnTo>
                    <a:pt x="1710689" y="1521714"/>
                  </a:lnTo>
                  <a:lnTo>
                    <a:pt x="1732026" y="1481455"/>
                  </a:lnTo>
                  <a:lnTo>
                    <a:pt x="1749932" y="1439164"/>
                  </a:lnTo>
                  <a:lnTo>
                    <a:pt x="1764156" y="1395095"/>
                  </a:lnTo>
                  <a:lnTo>
                    <a:pt x="1774570" y="1349502"/>
                  </a:lnTo>
                  <a:lnTo>
                    <a:pt x="1780920" y="1302512"/>
                  </a:lnTo>
                  <a:lnTo>
                    <a:pt x="1783079" y="1254252"/>
                  </a:lnTo>
                  <a:lnTo>
                    <a:pt x="1783079" y="0"/>
                  </a:lnTo>
                  <a:close/>
                </a:path>
              </a:pathLst>
            </a:custGeom>
            <a:solidFill>
              <a:srgbClr val="578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4335" y="2801111"/>
              <a:ext cx="1024127" cy="102412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248658" y="4707128"/>
            <a:ext cx="2488565" cy="7835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algn="ctr">
              <a:lnSpc>
                <a:spcPct val="88100"/>
              </a:lnSpc>
              <a:spcBef>
                <a:spcPts val="355"/>
              </a:spcBef>
            </a:pPr>
            <a:r>
              <a:rPr sz="1800" spc="-110" dirty="0">
                <a:latin typeface="Trebuchet MS"/>
                <a:cs typeface="Trebuchet MS"/>
              </a:rPr>
              <a:t>EARLY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GENERALIZED INTELLIGENCE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LOOKED POSSIBLE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31480" y="2420111"/>
            <a:ext cx="1784350" cy="1784350"/>
            <a:chOff x="8031480" y="2420111"/>
            <a:chExt cx="1784350" cy="1784350"/>
          </a:xfrm>
        </p:grpSpPr>
        <p:sp>
          <p:nvSpPr>
            <p:cNvPr id="12" name="object 12"/>
            <p:cNvSpPr/>
            <p:nvPr/>
          </p:nvSpPr>
          <p:spPr>
            <a:xfrm>
              <a:off x="8031480" y="2420111"/>
              <a:ext cx="1784350" cy="1784350"/>
            </a:xfrm>
            <a:custGeom>
              <a:avLst/>
              <a:gdLst/>
              <a:ahLst/>
              <a:cxnLst/>
              <a:rect l="l" t="t" r="r" b="b"/>
              <a:pathLst>
                <a:path w="1784350" h="1784350">
                  <a:moveTo>
                    <a:pt x="1784223" y="0"/>
                  </a:moveTo>
                  <a:lnTo>
                    <a:pt x="530351" y="0"/>
                  </a:lnTo>
                  <a:lnTo>
                    <a:pt x="482092" y="2159"/>
                  </a:lnTo>
                  <a:lnTo>
                    <a:pt x="434975" y="8509"/>
                  </a:lnTo>
                  <a:lnTo>
                    <a:pt x="389381" y="18923"/>
                  </a:lnTo>
                  <a:lnTo>
                    <a:pt x="345313" y="33147"/>
                  </a:lnTo>
                  <a:lnTo>
                    <a:pt x="303022" y="51053"/>
                  </a:lnTo>
                  <a:lnTo>
                    <a:pt x="262636" y="72389"/>
                  </a:lnTo>
                  <a:lnTo>
                    <a:pt x="224536" y="97027"/>
                  </a:lnTo>
                  <a:lnTo>
                    <a:pt x="188595" y="124713"/>
                  </a:lnTo>
                  <a:lnTo>
                    <a:pt x="155321" y="155321"/>
                  </a:lnTo>
                  <a:lnTo>
                    <a:pt x="124714" y="188595"/>
                  </a:lnTo>
                  <a:lnTo>
                    <a:pt x="97027" y="224536"/>
                  </a:lnTo>
                  <a:lnTo>
                    <a:pt x="72390" y="262636"/>
                  </a:lnTo>
                  <a:lnTo>
                    <a:pt x="51053" y="303022"/>
                  </a:lnTo>
                  <a:lnTo>
                    <a:pt x="33147" y="345313"/>
                  </a:lnTo>
                  <a:lnTo>
                    <a:pt x="18923" y="389382"/>
                  </a:lnTo>
                  <a:lnTo>
                    <a:pt x="8509" y="434975"/>
                  </a:lnTo>
                  <a:lnTo>
                    <a:pt x="2159" y="482091"/>
                  </a:lnTo>
                  <a:lnTo>
                    <a:pt x="0" y="530351"/>
                  </a:lnTo>
                  <a:lnTo>
                    <a:pt x="0" y="1784223"/>
                  </a:lnTo>
                  <a:lnTo>
                    <a:pt x="1253871" y="1784223"/>
                  </a:lnTo>
                  <a:lnTo>
                    <a:pt x="1302130" y="1782064"/>
                  </a:lnTo>
                  <a:lnTo>
                    <a:pt x="1349248" y="1775714"/>
                  </a:lnTo>
                  <a:lnTo>
                    <a:pt x="1394841" y="1765300"/>
                  </a:lnTo>
                  <a:lnTo>
                    <a:pt x="1438910" y="1751076"/>
                  </a:lnTo>
                  <a:lnTo>
                    <a:pt x="1481201" y="1733169"/>
                  </a:lnTo>
                  <a:lnTo>
                    <a:pt x="1521587" y="1711833"/>
                  </a:lnTo>
                  <a:lnTo>
                    <a:pt x="1559687" y="1687195"/>
                  </a:lnTo>
                  <a:lnTo>
                    <a:pt x="1595627" y="1659508"/>
                  </a:lnTo>
                  <a:lnTo>
                    <a:pt x="1628902" y="1628902"/>
                  </a:lnTo>
                  <a:lnTo>
                    <a:pt x="1659509" y="1595627"/>
                  </a:lnTo>
                  <a:lnTo>
                    <a:pt x="1687195" y="1559687"/>
                  </a:lnTo>
                  <a:lnTo>
                    <a:pt x="1711833" y="1521587"/>
                  </a:lnTo>
                  <a:lnTo>
                    <a:pt x="1733169" y="1481201"/>
                  </a:lnTo>
                  <a:lnTo>
                    <a:pt x="1751076" y="1438910"/>
                  </a:lnTo>
                  <a:lnTo>
                    <a:pt x="1765300" y="1394840"/>
                  </a:lnTo>
                  <a:lnTo>
                    <a:pt x="1775714" y="1349248"/>
                  </a:lnTo>
                  <a:lnTo>
                    <a:pt x="1782064" y="1302131"/>
                  </a:lnTo>
                  <a:lnTo>
                    <a:pt x="1784223" y="1253870"/>
                  </a:lnTo>
                  <a:lnTo>
                    <a:pt x="1784223" y="0"/>
                  </a:lnTo>
                  <a:close/>
                </a:path>
              </a:pathLst>
            </a:custGeom>
            <a:solidFill>
              <a:srgbClr val="578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0956" y="2801111"/>
              <a:ext cx="1024127" cy="102412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480172" y="4707128"/>
            <a:ext cx="2844165" cy="54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3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TURNED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OUT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TO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HARDER</a:t>
            </a:r>
            <a:endParaRPr sz="1800" dirty="0">
              <a:latin typeface="Trebuchet MS"/>
              <a:cs typeface="Trebuchet MS"/>
            </a:endParaRPr>
          </a:p>
          <a:p>
            <a:pPr marL="41910" algn="ctr">
              <a:lnSpc>
                <a:spcPts val="2030"/>
              </a:lnSpc>
            </a:pPr>
            <a:r>
              <a:rPr sz="1800" dirty="0">
                <a:latin typeface="Trebuchet MS"/>
                <a:cs typeface="Trebuchet MS"/>
              </a:rPr>
              <a:t>THAN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EXPECTED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2564" rIns="0" bIns="0" rtlCol="0">
            <a:spAutoFit/>
          </a:bodyPr>
          <a:lstStyle/>
          <a:p>
            <a:pPr marL="2252345">
              <a:lnSpc>
                <a:spcPct val="100000"/>
              </a:lnSpc>
              <a:spcBef>
                <a:spcPts val="100"/>
              </a:spcBef>
            </a:pPr>
            <a:r>
              <a:rPr dirty="0"/>
              <a:t>EARLY</a:t>
            </a:r>
            <a:r>
              <a:rPr spc="-165" dirty="0"/>
              <a:t> </a:t>
            </a:r>
            <a:r>
              <a:rPr dirty="0"/>
              <a:t>NEURAL</a:t>
            </a:r>
            <a:r>
              <a:rPr spc="-185" dirty="0"/>
              <a:t> </a:t>
            </a:r>
            <a:r>
              <a:rPr spc="-10" dirty="0"/>
              <a:t>NETWORKS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47615" y="1749720"/>
            <a:ext cx="5069205" cy="3692525"/>
            <a:chOff x="4547615" y="1749720"/>
            <a:chExt cx="5069205" cy="36925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6759" y="1749720"/>
              <a:ext cx="5050536" cy="12403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10099" y="1775460"/>
              <a:ext cx="4945380" cy="1143000"/>
            </a:xfrm>
            <a:custGeom>
              <a:avLst/>
              <a:gdLst/>
              <a:ahLst/>
              <a:cxnLst/>
              <a:rect l="l" t="t" r="r" b="b"/>
              <a:pathLst>
                <a:path w="4945380" h="1143000">
                  <a:moveTo>
                    <a:pt x="4755133" y="0"/>
                  </a:moveTo>
                  <a:lnTo>
                    <a:pt x="190246" y="0"/>
                  </a:lnTo>
                  <a:lnTo>
                    <a:pt x="146685" y="5079"/>
                  </a:lnTo>
                  <a:lnTo>
                    <a:pt x="106552" y="19303"/>
                  </a:lnTo>
                  <a:lnTo>
                    <a:pt x="71247" y="41910"/>
                  </a:lnTo>
                  <a:lnTo>
                    <a:pt x="41783" y="71374"/>
                  </a:lnTo>
                  <a:lnTo>
                    <a:pt x="19303" y="106679"/>
                  </a:lnTo>
                  <a:lnTo>
                    <a:pt x="5079" y="146812"/>
                  </a:lnTo>
                  <a:lnTo>
                    <a:pt x="0" y="190500"/>
                  </a:lnTo>
                  <a:lnTo>
                    <a:pt x="0" y="952245"/>
                  </a:lnTo>
                  <a:lnTo>
                    <a:pt x="5079" y="995934"/>
                  </a:lnTo>
                  <a:lnTo>
                    <a:pt x="19303" y="1036065"/>
                  </a:lnTo>
                  <a:lnTo>
                    <a:pt x="41783" y="1071372"/>
                  </a:lnTo>
                  <a:lnTo>
                    <a:pt x="71247" y="1100836"/>
                  </a:lnTo>
                  <a:lnTo>
                    <a:pt x="106552" y="1123441"/>
                  </a:lnTo>
                  <a:lnTo>
                    <a:pt x="146685" y="1137665"/>
                  </a:lnTo>
                  <a:lnTo>
                    <a:pt x="190246" y="1142745"/>
                  </a:lnTo>
                  <a:lnTo>
                    <a:pt x="4755133" y="1142745"/>
                  </a:lnTo>
                  <a:lnTo>
                    <a:pt x="4798695" y="1137665"/>
                  </a:lnTo>
                  <a:lnTo>
                    <a:pt x="4838827" y="1123441"/>
                  </a:lnTo>
                  <a:lnTo>
                    <a:pt x="4874133" y="1100836"/>
                  </a:lnTo>
                  <a:lnTo>
                    <a:pt x="4903597" y="1071372"/>
                  </a:lnTo>
                  <a:lnTo>
                    <a:pt x="4926076" y="1036065"/>
                  </a:lnTo>
                  <a:lnTo>
                    <a:pt x="4940300" y="995934"/>
                  </a:lnTo>
                  <a:lnTo>
                    <a:pt x="4945380" y="952245"/>
                  </a:lnTo>
                  <a:lnTo>
                    <a:pt x="4945380" y="190500"/>
                  </a:lnTo>
                  <a:lnTo>
                    <a:pt x="4940300" y="146812"/>
                  </a:lnTo>
                  <a:lnTo>
                    <a:pt x="4926076" y="106679"/>
                  </a:lnTo>
                  <a:lnTo>
                    <a:pt x="4903597" y="71374"/>
                  </a:lnTo>
                  <a:lnTo>
                    <a:pt x="4874133" y="41910"/>
                  </a:lnTo>
                  <a:lnTo>
                    <a:pt x="4838827" y="19303"/>
                  </a:lnTo>
                  <a:lnTo>
                    <a:pt x="4798695" y="5079"/>
                  </a:lnTo>
                  <a:lnTo>
                    <a:pt x="4755133" y="0"/>
                  </a:lnTo>
                  <a:close/>
                </a:path>
              </a:pathLst>
            </a:custGeom>
            <a:solidFill>
              <a:srgbClr val="578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0861" y="1776222"/>
              <a:ext cx="4945380" cy="1143000"/>
            </a:xfrm>
            <a:custGeom>
              <a:avLst/>
              <a:gdLst/>
              <a:ahLst/>
              <a:cxnLst/>
              <a:rect l="l" t="t" r="r" b="b"/>
              <a:pathLst>
                <a:path w="4945380" h="1143000">
                  <a:moveTo>
                    <a:pt x="0" y="190500"/>
                  </a:moveTo>
                  <a:lnTo>
                    <a:pt x="5079" y="146812"/>
                  </a:lnTo>
                  <a:lnTo>
                    <a:pt x="19303" y="106679"/>
                  </a:lnTo>
                  <a:lnTo>
                    <a:pt x="41783" y="71374"/>
                  </a:lnTo>
                  <a:lnTo>
                    <a:pt x="71247" y="41910"/>
                  </a:lnTo>
                  <a:lnTo>
                    <a:pt x="106552" y="19303"/>
                  </a:lnTo>
                  <a:lnTo>
                    <a:pt x="146685" y="5079"/>
                  </a:lnTo>
                  <a:lnTo>
                    <a:pt x="190246" y="0"/>
                  </a:lnTo>
                  <a:lnTo>
                    <a:pt x="4755134" y="0"/>
                  </a:lnTo>
                  <a:lnTo>
                    <a:pt x="4798695" y="5079"/>
                  </a:lnTo>
                  <a:lnTo>
                    <a:pt x="4838827" y="19303"/>
                  </a:lnTo>
                  <a:lnTo>
                    <a:pt x="4874133" y="41910"/>
                  </a:lnTo>
                  <a:lnTo>
                    <a:pt x="4903596" y="71374"/>
                  </a:lnTo>
                  <a:lnTo>
                    <a:pt x="4926076" y="106679"/>
                  </a:lnTo>
                  <a:lnTo>
                    <a:pt x="4940299" y="146812"/>
                  </a:lnTo>
                  <a:lnTo>
                    <a:pt x="4945380" y="190500"/>
                  </a:lnTo>
                  <a:lnTo>
                    <a:pt x="4945380" y="952245"/>
                  </a:lnTo>
                  <a:lnTo>
                    <a:pt x="4940299" y="995933"/>
                  </a:lnTo>
                  <a:lnTo>
                    <a:pt x="4926076" y="1036065"/>
                  </a:lnTo>
                  <a:lnTo>
                    <a:pt x="4903596" y="1071372"/>
                  </a:lnTo>
                  <a:lnTo>
                    <a:pt x="4874133" y="1100836"/>
                  </a:lnTo>
                  <a:lnTo>
                    <a:pt x="4838827" y="1123441"/>
                  </a:lnTo>
                  <a:lnTo>
                    <a:pt x="4798695" y="1137665"/>
                  </a:lnTo>
                  <a:lnTo>
                    <a:pt x="4755134" y="1142745"/>
                  </a:lnTo>
                  <a:lnTo>
                    <a:pt x="190246" y="1142745"/>
                  </a:lnTo>
                  <a:lnTo>
                    <a:pt x="146685" y="1137665"/>
                  </a:lnTo>
                  <a:lnTo>
                    <a:pt x="106552" y="1123441"/>
                  </a:lnTo>
                  <a:lnTo>
                    <a:pt x="71247" y="1100836"/>
                  </a:lnTo>
                  <a:lnTo>
                    <a:pt x="41783" y="1071372"/>
                  </a:lnTo>
                  <a:lnTo>
                    <a:pt x="19303" y="1036065"/>
                  </a:lnTo>
                  <a:lnTo>
                    <a:pt x="5079" y="995933"/>
                  </a:lnTo>
                  <a:lnTo>
                    <a:pt x="0" y="952245"/>
                  </a:lnTo>
                  <a:lnTo>
                    <a:pt x="0" y="1905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7615" y="2950463"/>
              <a:ext cx="5068824" cy="12633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10099" y="2993136"/>
              <a:ext cx="4945380" cy="1139825"/>
            </a:xfrm>
            <a:custGeom>
              <a:avLst/>
              <a:gdLst/>
              <a:ahLst/>
              <a:cxnLst/>
              <a:rect l="l" t="t" r="r" b="b"/>
              <a:pathLst>
                <a:path w="4945380" h="1139825">
                  <a:moveTo>
                    <a:pt x="4755388" y="0"/>
                  </a:moveTo>
                  <a:lnTo>
                    <a:pt x="189991" y="0"/>
                  </a:lnTo>
                  <a:lnTo>
                    <a:pt x="139446" y="6731"/>
                  </a:lnTo>
                  <a:lnTo>
                    <a:pt x="94107" y="25907"/>
                  </a:lnTo>
                  <a:lnTo>
                    <a:pt x="55625" y="55625"/>
                  </a:lnTo>
                  <a:lnTo>
                    <a:pt x="25908" y="94106"/>
                  </a:lnTo>
                  <a:lnTo>
                    <a:pt x="6730" y="139445"/>
                  </a:lnTo>
                  <a:lnTo>
                    <a:pt x="0" y="189864"/>
                  </a:lnTo>
                  <a:lnTo>
                    <a:pt x="0" y="949578"/>
                  </a:lnTo>
                  <a:lnTo>
                    <a:pt x="6730" y="999997"/>
                  </a:lnTo>
                  <a:lnTo>
                    <a:pt x="25908" y="1045337"/>
                  </a:lnTo>
                  <a:lnTo>
                    <a:pt x="55625" y="1083818"/>
                  </a:lnTo>
                  <a:lnTo>
                    <a:pt x="94107" y="1113536"/>
                  </a:lnTo>
                  <a:lnTo>
                    <a:pt x="139446" y="1132713"/>
                  </a:lnTo>
                  <a:lnTo>
                    <a:pt x="189991" y="1139444"/>
                  </a:lnTo>
                  <a:lnTo>
                    <a:pt x="4755388" y="1139444"/>
                  </a:lnTo>
                  <a:lnTo>
                    <a:pt x="4805933" y="1132713"/>
                  </a:lnTo>
                  <a:lnTo>
                    <a:pt x="4851273" y="1113536"/>
                  </a:lnTo>
                  <a:lnTo>
                    <a:pt x="4889754" y="1083818"/>
                  </a:lnTo>
                  <a:lnTo>
                    <a:pt x="4919472" y="1045337"/>
                  </a:lnTo>
                  <a:lnTo>
                    <a:pt x="4938649" y="999997"/>
                  </a:lnTo>
                  <a:lnTo>
                    <a:pt x="4945380" y="949578"/>
                  </a:lnTo>
                  <a:lnTo>
                    <a:pt x="4945380" y="189864"/>
                  </a:lnTo>
                  <a:lnTo>
                    <a:pt x="4938649" y="139445"/>
                  </a:lnTo>
                  <a:lnTo>
                    <a:pt x="4919472" y="94106"/>
                  </a:lnTo>
                  <a:lnTo>
                    <a:pt x="4889754" y="55625"/>
                  </a:lnTo>
                  <a:lnTo>
                    <a:pt x="4851273" y="25907"/>
                  </a:lnTo>
                  <a:lnTo>
                    <a:pt x="4805933" y="6731"/>
                  </a:lnTo>
                  <a:lnTo>
                    <a:pt x="4755388" y="0"/>
                  </a:lnTo>
                  <a:close/>
                </a:path>
              </a:pathLst>
            </a:custGeom>
            <a:solidFill>
              <a:srgbClr val="578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10861" y="2993898"/>
              <a:ext cx="4945380" cy="1139825"/>
            </a:xfrm>
            <a:custGeom>
              <a:avLst/>
              <a:gdLst/>
              <a:ahLst/>
              <a:cxnLst/>
              <a:rect l="l" t="t" r="r" b="b"/>
              <a:pathLst>
                <a:path w="4945380" h="1139825">
                  <a:moveTo>
                    <a:pt x="0" y="189864"/>
                  </a:moveTo>
                  <a:lnTo>
                    <a:pt x="6730" y="139445"/>
                  </a:lnTo>
                  <a:lnTo>
                    <a:pt x="25908" y="94106"/>
                  </a:lnTo>
                  <a:lnTo>
                    <a:pt x="55625" y="55625"/>
                  </a:lnTo>
                  <a:lnTo>
                    <a:pt x="94107" y="25907"/>
                  </a:lnTo>
                  <a:lnTo>
                    <a:pt x="139446" y="6731"/>
                  </a:lnTo>
                  <a:lnTo>
                    <a:pt x="189991" y="0"/>
                  </a:lnTo>
                  <a:lnTo>
                    <a:pt x="4755388" y="0"/>
                  </a:lnTo>
                  <a:lnTo>
                    <a:pt x="4805934" y="6731"/>
                  </a:lnTo>
                  <a:lnTo>
                    <a:pt x="4851272" y="25907"/>
                  </a:lnTo>
                  <a:lnTo>
                    <a:pt x="4889754" y="55625"/>
                  </a:lnTo>
                  <a:lnTo>
                    <a:pt x="4919471" y="94106"/>
                  </a:lnTo>
                  <a:lnTo>
                    <a:pt x="4938648" y="139445"/>
                  </a:lnTo>
                  <a:lnTo>
                    <a:pt x="4945380" y="189864"/>
                  </a:lnTo>
                  <a:lnTo>
                    <a:pt x="4945380" y="949578"/>
                  </a:lnTo>
                  <a:lnTo>
                    <a:pt x="4938648" y="999997"/>
                  </a:lnTo>
                  <a:lnTo>
                    <a:pt x="4919471" y="1045337"/>
                  </a:lnTo>
                  <a:lnTo>
                    <a:pt x="4889754" y="1083818"/>
                  </a:lnTo>
                  <a:lnTo>
                    <a:pt x="4851272" y="1113535"/>
                  </a:lnTo>
                  <a:lnTo>
                    <a:pt x="4805934" y="1132713"/>
                  </a:lnTo>
                  <a:lnTo>
                    <a:pt x="4755388" y="1139444"/>
                  </a:lnTo>
                  <a:lnTo>
                    <a:pt x="189991" y="1139444"/>
                  </a:lnTo>
                  <a:lnTo>
                    <a:pt x="139446" y="1132713"/>
                  </a:lnTo>
                  <a:lnTo>
                    <a:pt x="94107" y="1113535"/>
                  </a:lnTo>
                  <a:lnTo>
                    <a:pt x="55625" y="1083818"/>
                  </a:lnTo>
                  <a:lnTo>
                    <a:pt x="25908" y="1045337"/>
                  </a:lnTo>
                  <a:lnTo>
                    <a:pt x="6730" y="999997"/>
                  </a:lnTo>
                  <a:lnTo>
                    <a:pt x="0" y="949578"/>
                  </a:lnTo>
                  <a:lnTo>
                    <a:pt x="0" y="189864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47615" y="4177283"/>
              <a:ext cx="5068824" cy="126492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10099" y="4219955"/>
              <a:ext cx="4945380" cy="1141730"/>
            </a:xfrm>
            <a:custGeom>
              <a:avLst/>
              <a:gdLst/>
              <a:ahLst/>
              <a:cxnLst/>
              <a:rect l="l" t="t" r="r" b="b"/>
              <a:pathLst>
                <a:path w="4945380" h="1141729">
                  <a:moveTo>
                    <a:pt x="4755133" y="0"/>
                  </a:moveTo>
                  <a:lnTo>
                    <a:pt x="190246" y="0"/>
                  </a:lnTo>
                  <a:lnTo>
                    <a:pt x="146685" y="5080"/>
                  </a:lnTo>
                  <a:lnTo>
                    <a:pt x="106552" y="19304"/>
                  </a:lnTo>
                  <a:lnTo>
                    <a:pt x="71247" y="41783"/>
                  </a:lnTo>
                  <a:lnTo>
                    <a:pt x="41783" y="71247"/>
                  </a:lnTo>
                  <a:lnTo>
                    <a:pt x="19303" y="106553"/>
                  </a:lnTo>
                  <a:lnTo>
                    <a:pt x="5079" y="146558"/>
                  </a:lnTo>
                  <a:lnTo>
                    <a:pt x="0" y="190246"/>
                  </a:lnTo>
                  <a:lnTo>
                    <a:pt x="0" y="951014"/>
                  </a:lnTo>
                  <a:lnTo>
                    <a:pt x="5079" y="994625"/>
                  </a:lnTo>
                  <a:lnTo>
                    <a:pt x="19303" y="1034669"/>
                  </a:lnTo>
                  <a:lnTo>
                    <a:pt x="41783" y="1069975"/>
                  </a:lnTo>
                  <a:lnTo>
                    <a:pt x="71247" y="1099439"/>
                  </a:lnTo>
                  <a:lnTo>
                    <a:pt x="106552" y="1121892"/>
                  </a:lnTo>
                  <a:lnTo>
                    <a:pt x="146685" y="1136192"/>
                  </a:lnTo>
                  <a:lnTo>
                    <a:pt x="190246" y="1141222"/>
                  </a:lnTo>
                  <a:lnTo>
                    <a:pt x="4755133" y="1141222"/>
                  </a:lnTo>
                  <a:lnTo>
                    <a:pt x="4798695" y="1136192"/>
                  </a:lnTo>
                  <a:lnTo>
                    <a:pt x="4838827" y="1121892"/>
                  </a:lnTo>
                  <a:lnTo>
                    <a:pt x="4874133" y="1099439"/>
                  </a:lnTo>
                  <a:lnTo>
                    <a:pt x="4903597" y="1069975"/>
                  </a:lnTo>
                  <a:lnTo>
                    <a:pt x="4926076" y="1034669"/>
                  </a:lnTo>
                  <a:lnTo>
                    <a:pt x="4940300" y="994625"/>
                  </a:lnTo>
                  <a:lnTo>
                    <a:pt x="4945380" y="951014"/>
                  </a:lnTo>
                  <a:lnTo>
                    <a:pt x="4945380" y="190246"/>
                  </a:lnTo>
                  <a:lnTo>
                    <a:pt x="4940300" y="146558"/>
                  </a:lnTo>
                  <a:lnTo>
                    <a:pt x="4926076" y="106553"/>
                  </a:lnTo>
                  <a:lnTo>
                    <a:pt x="4903597" y="71247"/>
                  </a:lnTo>
                  <a:lnTo>
                    <a:pt x="4874133" y="41783"/>
                  </a:lnTo>
                  <a:lnTo>
                    <a:pt x="4838827" y="19304"/>
                  </a:lnTo>
                  <a:lnTo>
                    <a:pt x="4798695" y="5080"/>
                  </a:lnTo>
                  <a:lnTo>
                    <a:pt x="4755133" y="0"/>
                  </a:lnTo>
                  <a:close/>
                </a:path>
              </a:pathLst>
            </a:custGeom>
            <a:solidFill>
              <a:srgbClr val="578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10861" y="4220717"/>
              <a:ext cx="4945380" cy="1141730"/>
            </a:xfrm>
            <a:custGeom>
              <a:avLst/>
              <a:gdLst/>
              <a:ahLst/>
              <a:cxnLst/>
              <a:rect l="l" t="t" r="r" b="b"/>
              <a:pathLst>
                <a:path w="4945380" h="1141729">
                  <a:moveTo>
                    <a:pt x="0" y="190245"/>
                  </a:moveTo>
                  <a:lnTo>
                    <a:pt x="5079" y="146557"/>
                  </a:lnTo>
                  <a:lnTo>
                    <a:pt x="19303" y="106552"/>
                  </a:lnTo>
                  <a:lnTo>
                    <a:pt x="41783" y="71246"/>
                  </a:lnTo>
                  <a:lnTo>
                    <a:pt x="71247" y="41782"/>
                  </a:lnTo>
                  <a:lnTo>
                    <a:pt x="106552" y="19303"/>
                  </a:lnTo>
                  <a:lnTo>
                    <a:pt x="146685" y="5079"/>
                  </a:lnTo>
                  <a:lnTo>
                    <a:pt x="190246" y="0"/>
                  </a:lnTo>
                  <a:lnTo>
                    <a:pt x="4755134" y="0"/>
                  </a:lnTo>
                  <a:lnTo>
                    <a:pt x="4798695" y="5079"/>
                  </a:lnTo>
                  <a:lnTo>
                    <a:pt x="4838827" y="19303"/>
                  </a:lnTo>
                  <a:lnTo>
                    <a:pt x="4874133" y="41782"/>
                  </a:lnTo>
                  <a:lnTo>
                    <a:pt x="4903596" y="71246"/>
                  </a:lnTo>
                  <a:lnTo>
                    <a:pt x="4926076" y="106552"/>
                  </a:lnTo>
                  <a:lnTo>
                    <a:pt x="4940299" y="146557"/>
                  </a:lnTo>
                  <a:lnTo>
                    <a:pt x="4945380" y="190245"/>
                  </a:lnTo>
                  <a:lnTo>
                    <a:pt x="4945380" y="951014"/>
                  </a:lnTo>
                  <a:lnTo>
                    <a:pt x="4940299" y="994625"/>
                  </a:lnTo>
                  <a:lnTo>
                    <a:pt x="4926076" y="1034668"/>
                  </a:lnTo>
                  <a:lnTo>
                    <a:pt x="4903596" y="1069974"/>
                  </a:lnTo>
                  <a:lnTo>
                    <a:pt x="4874133" y="1099438"/>
                  </a:lnTo>
                  <a:lnTo>
                    <a:pt x="4838827" y="1121892"/>
                  </a:lnTo>
                  <a:lnTo>
                    <a:pt x="4798695" y="1136192"/>
                  </a:lnTo>
                  <a:lnTo>
                    <a:pt x="4755134" y="1141221"/>
                  </a:lnTo>
                  <a:lnTo>
                    <a:pt x="190246" y="1141221"/>
                  </a:lnTo>
                  <a:lnTo>
                    <a:pt x="146685" y="1136192"/>
                  </a:lnTo>
                  <a:lnTo>
                    <a:pt x="106552" y="1121892"/>
                  </a:lnTo>
                  <a:lnTo>
                    <a:pt x="71247" y="1099438"/>
                  </a:lnTo>
                  <a:lnTo>
                    <a:pt x="41783" y="1069974"/>
                  </a:lnTo>
                  <a:lnTo>
                    <a:pt x="19303" y="1034668"/>
                  </a:lnTo>
                  <a:lnTo>
                    <a:pt x="5079" y="994625"/>
                  </a:lnTo>
                  <a:lnTo>
                    <a:pt x="0" y="951014"/>
                  </a:lnTo>
                  <a:lnTo>
                    <a:pt x="0" y="190245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66564" y="2057476"/>
            <a:ext cx="3823970" cy="3173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Inspired</a:t>
            </a:r>
            <a:r>
              <a:rPr sz="30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sz="30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biology</a:t>
            </a:r>
            <a:endParaRPr sz="3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735"/>
              </a:spcBef>
            </a:pPr>
            <a:endParaRPr sz="3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Created</a:t>
            </a:r>
            <a:r>
              <a:rPr sz="30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3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0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1950’s</a:t>
            </a:r>
            <a:endParaRPr sz="3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3000" dirty="0">
              <a:latin typeface="Trebuchet MS"/>
              <a:cs typeface="Trebuchet MS"/>
            </a:endParaRPr>
          </a:p>
          <a:p>
            <a:pPr marL="12700" marR="5080">
              <a:lnSpc>
                <a:spcPts val="3110"/>
              </a:lnSpc>
              <a:spcBef>
                <a:spcPts val="5"/>
              </a:spcBef>
            </a:pP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Outclassed</a:t>
            </a:r>
            <a:r>
              <a:rPr sz="30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sz="30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Trebuchet MS"/>
                <a:cs typeface="Trebuchet MS"/>
              </a:rPr>
              <a:t>Von </a:t>
            </a: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Neumann</a:t>
            </a:r>
            <a:r>
              <a:rPr sz="3000" spc="-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Architecture</a:t>
            </a:r>
            <a:endParaRPr sz="3000" dirty="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29867" y="1688817"/>
            <a:ext cx="2978150" cy="3793490"/>
            <a:chOff x="1229867" y="1688817"/>
            <a:chExt cx="2978150" cy="379349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9867" y="1688817"/>
              <a:ext cx="2977895" cy="379301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3207" y="1714499"/>
              <a:ext cx="2872739" cy="369417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283969" y="1715261"/>
              <a:ext cx="2872740" cy="3695700"/>
            </a:xfrm>
            <a:custGeom>
              <a:avLst/>
              <a:gdLst/>
              <a:ahLst/>
              <a:cxnLst/>
              <a:rect l="l" t="t" r="r" b="b"/>
              <a:pathLst>
                <a:path w="2872740" h="3695700">
                  <a:moveTo>
                    <a:pt x="0" y="478916"/>
                  </a:moveTo>
                  <a:lnTo>
                    <a:pt x="2413" y="430022"/>
                  </a:lnTo>
                  <a:lnTo>
                    <a:pt x="9779" y="382397"/>
                  </a:lnTo>
                  <a:lnTo>
                    <a:pt x="21463" y="336550"/>
                  </a:lnTo>
                  <a:lnTo>
                    <a:pt x="37592" y="292480"/>
                  </a:lnTo>
                  <a:lnTo>
                    <a:pt x="57785" y="250698"/>
                  </a:lnTo>
                  <a:lnTo>
                    <a:pt x="81788" y="211200"/>
                  </a:lnTo>
                  <a:lnTo>
                    <a:pt x="109347" y="174243"/>
                  </a:lnTo>
                  <a:lnTo>
                    <a:pt x="140208" y="140335"/>
                  </a:lnTo>
                  <a:lnTo>
                    <a:pt x="174244" y="109347"/>
                  </a:lnTo>
                  <a:lnTo>
                    <a:pt x="211074" y="81787"/>
                  </a:lnTo>
                  <a:lnTo>
                    <a:pt x="250571" y="57785"/>
                  </a:lnTo>
                  <a:lnTo>
                    <a:pt x="292481" y="37591"/>
                  </a:lnTo>
                  <a:lnTo>
                    <a:pt x="336423" y="21589"/>
                  </a:lnTo>
                  <a:lnTo>
                    <a:pt x="382269" y="9778"/>
                  </a:lnTo>
                  <a:lnTo>
                    <a:pt x="429894" y="2412"/>
                  </a:lnTo>
                  <a:lnTo>
                    <a:pt x="478790" y="0"/>
                  </a:lnTo>
                  <a:lnTo>
                    <a:pt x="2393950" y="0"/>
                  </a:lnTo>
                  <a:lnTo>
                    <a:pt x="2442845" y="2412"/>
                  </a:lnTo>
                  <a:lnTo>
                    <a:pt x="2490470" y="9778"/>
                  </a:lnTo>
                  <a:lnTo>
                    <a:pt x="2536317" y="21589"/>
                  </a:lnTo>
                  <a:lnTo>
                    <a:pt x="2580259" y="37591"/>
                  </a:lnTo>
                  <a:lnTo>
                    <a:pt x="2622169" y="57785"/>
                  </a:lnTo>
                  <a:lnTo>
                    <a:pt x="2661666" y="81787"/>
                  </a:lnTo>
                  <a:lnTo>
                    <a:pt x="2698496" y="109347"/>
                  </a:lnTo>
                  <a:lnTo>
                    <a:pt x="2732532" y="140335"/>
                  </a:lnTo>
                  <a:lnTo>
                    <a:pt x="2763393" y="174243"/>
                  </a:lnTo>
                  <a:lnTo>
                    <a:pt x="2790952" y="211200"/>
                  </a:lnTo>
                  <a:lnTo>
                    <a:pt x="2814955" y="250698"/>
                  </a:lnTo>
                  <a:lnTo>
                    <a:pt x="2835147" y="292480"/>
                  </a:lnTo>
                  <a:lnTo>
                    <a:pt x="2851150" y="336550"/>
                  </a:lnTo>
                  <a:lnTo>
                    <a:pt x="2862960" y="382397"/>
                  </a:lnTo>
                  <a:lnTo>
                    <a:pt x="2870327" y="430022"/>
                  </a:lnTo>
                  <a:lnTo>
                    <a:pt x="2872740" y="478916"/>
                  </a:lnTo>
                  <a:lnTo>
                    <a:pt x="2872740" y="3216478"/>
                  </a:lnTo>
                  <a:lnTo>
                    <a:pt x="2870327" y="3265449"/>
                  </a:lnTo>
                  <a:lnTo>
                    <a:pt x="2862960" y="3313010"/>
                  </a:lnTo>
                  <a:lnTo>
                    <a:pt x="2851150" y="3358908"/>
                  </a:lnTo>
                  <a:lnTo>
                    <a:pt x="2835147" y="3402914"/>
                  </a:lnTo>
                  <a:lnTo>
                    <a:pt x="2814955" y="3444786"/>
                  </a:lnTo>
                  <a:lnTo>
                    <a:pt x="2790952" y="3484270"/>
                  </a:lnTo>
                  <a:lnTo>
                    <a:pt x="2763393" y="3521151"/>
                  </a:lnTo>
                  <a:lnTo>
                    <a:pt x="2732532" y="3555161"/>
                  </a:lnTo>
                  <a:lnTo>
                    <a:pt x="2698496" y="3586073"/>
                  </a:lnTo>
                  <a:lnTo>
                    <a:pt x="2661666" y="3613645"/>
                  </a:lnTo>
                  <a:lnTo>
                    <a:pt x="2622169" y="3637635"/>
                  </a:lnTo>
                  <a:lnTo>
                    <a:pt x="2580259" y="3657803"/>
                  </a:lnTo>
                  <a:lnTo>
                    <a:pt x="2536317" y="3673906"/>
                  </a:lnTo>
                  <a:lnTo>
                    <a:pt x="2490470" y="3685717"/>
                  </a:lnTo>
                  <a:lnTo>
                    <a:pt x="2442845" y="3692969"/>
                  </a:lnTo>
                  <a:lnTo>
                    <a:pt x="2393950" y="3695446"/>
                  </a:lnTo>
                  <a:lnTo>
                    <a:pt x="478790" y="3695446"/>
                  </a:lnTo>
                  <a:lnTo>
                    <a:pt x="429894" y="3692969"/>
                  </a:lnTo>
                  <a:lnTo>
                    <a:pt x="382269" y="3685717"/>
                  </a:lnTo>
                  <a:lnTo>
                    <a:pt x="336423" y="3673906"/>
                  </a:lnTo>
                  <a:lnTo>
                    <a:pt x="292481" y="3657803"/>
                  </a:lnTo>
                  <a:lnTo>
                    <a:pt x="250571" y="3637635"/>
                  </a:lnTo>
                  <a:lnTo>
                    <a:pt x="211074" y="3613645"/>
                  </a:lnTo>
                  <a:lnTo>
                    <a:pt x="174244" y="3586073"/>
                  </a:lnTo>
                  <a:lnTo>
                    <a:pt x="140208" y="3555161"/>
                  </a:lnTo>
                  <a:lnTo>
                    <a:pt x="109347" y="3521151"/>
                  </a:lnTo>
                  <a:lnTo>
                    <a:pt x="81788" y="3484270"/>
                  </a:lnTo>
                  <a:lnTo>
                    <a:pt x="57785" y="3444786"/>
                  </a:lnTo>
                  <a:lnTo>
                    <a:pt x="37592" y="3402914"/>
                  </a:lnTo>
                  <a:lnTo>
                    <a:pt x="21463" y="3358908"/>
                  </a:lnTo>
                  <a:lnTo>
                    <a:pt x="9779" y="3313010"/>
                  </a:lnTo>
                  <a:lnTo>
                    <a:pt x="2413" y="3265449"/>
                  </a:lnTo>
                  <a:lnTo>
                    <a:pt x="0" y="3216478"/>
                  </a:lnTo>
                  <a:lnTo>
                    <a:pt x="0" y="478916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295" rIns="0" bIns="0" rtlCol="0">
            <a:spAutoFit/>
          </a:bodyPr>
          <a:lstStyle/>
          <a:p>
            <a:pPr marL="314261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EXPERT</a:t>
            </a:r>
            <a:r>
              <a:rPr b="1" spc="-21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SYSTEMS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8348" y="1594103"/>
            <a:ext cx="9947275" cy="1062355"/>
            <a:chOff x="498348" y="1594103"/>
            <a:chExt cx="9947275" cy="1062355"/>
          </a:xfrm>
        </p:grpSpPr>
        <p:sp>
          <p:nvSpPr>
            <p:cNvPr id="4" name="object 4"/>
            <p:cNvSpPr/>
            <p:nvPr/>
          </p:nvSpPr>
          <p:spPr>
            <a:xfrm>
              <a:off x="498348" y="1594103"/>
              <a:ext cx="9947275" cy="1062355"/>
            </a:xfrm>
            <a:custGeom>
              <a:avLst/>
              <a:gdLst/>
              <a:ahLst/>
              <a:cxnLst/>
              <a:rect l="l" t="t" r="r" b="b"/>
              <a:pathLst>
                <a:path w="9947275" h="1062355">
                  <a:moveTo>
                    <a:pt x="9840849" y="0"/>
                  </a:moveTo>
                  <a:lnTo>
                    <a:pt x="106222" y="0"/>
                  </a:lnTo>
                  <a:lnTo>
                    <a:pt x="64871" y="8382"/>
                  </a:lnTo>
                  <a:lnTo>
                    <a:pt x="31114" y="31115"/>
                  </a:lnTo>
                  <a:lnTo>
                    <a:pt x="8343" y="64770"/>
                  </a:lnTo>
                  <a:lnTo>
                    <a:pt x="0" y="106172"/>
                  </a:lnTo>
                  <a:lnTo>
                    <a:pt x="0" y="955929"/>
                  </a:lnTo>
                  <a:lnTo>
                    <a:pt x="8343" y="997331"/>
                  </a:lnTo>
                  <a:lnTo>
                    <a:pt x="31114" y="1030986"/>
                  </a:lnTo>
                  <a:lnTo>
                    <a:pt x="64871" y="1053719"/>
                  </a:lnTo>
                  <a:lnTo>
                    <a:pt x="106222" y="1062101"/>
                  </a:lnTo>
                  <a:lnTo>
                    <a:pt x="9840849" y="1062101"/>
                  </a:lnTo>
                  <a:lnTo>
                    <a:pt x="9882251" y="1053719"/>
                  </a:lnTo>
                  <a:lnTo>
                    <a:pt x="9915906" y="1030986"/>
                  </a:lnTo>
                  <a:lnTo>
                    <a:pt x="9938639" y="997331"/>
                  </a:lnTo>
                  <a:lnTo>
                    <a:pt x="9947021" y="955929"/>
                  </a:lnTo>
                  <a:lnTo>
                    <a:pt x="9947021" y="106172"/>
                  </a:lnTo>
                  <a:lnTo>
                    <a:pt x="9938639" y="64770"/>
                  </a:lnTo>
                  <a:lnTo>
                    <a:pt x="9915906" y="31115"/>
                  </a:lnTo>
                  <a:lnTo>
                    <a:pt x="9882251" y="8382"/>
                  </a:lnTo>
                  <a:lnTo>
                    <a:pt x="9840849" y="0"/>
                  </a:lnTo>
                  <a:close/>
                </a:path>
              </a:pathLst>
            </a:custGeom>
            <a:solidFill>
              <a:srgbClr val="C9D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912" y="1833371"/>
              <a:ext cx="583692" cy="583691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98348" y="2921507"/>
            <a:ext cx="9947275" cy="1062355"/>
            <a:chOff x="498348" y="2921507"/>
            <a:chExt cx="9947275" cy="1062355"/>
          </a:xfrm>
        </p:grpSpPr>
        <p:sp>
          <p:nvSpPr>
            <p:cNvPr id="7" name="object 7"/>
            <p:cNvSpPr/>
            <p:nvPr/>
          </p:nvSpPr>
          <p:spPr>
            <a:xfrm>
              <a:off x="498348" y="2921507"/>
              <a:ext cx="9947275" cy="1062355"/>
            </a:xfrm>
            <a:custGeom>
              <a:avLst/>
              <a:gdLst/>
              <a:ahLst/>
              <a:cxnLst/>
              <a:rect l="l" t="t" r="r" b="b"/>
              <a:pathLst>
                <a:path w="9947275" h="1062354">
                  <a:moveTo>
                    <a:pt x="9840849" y="0"/>
                  </a:moveTo>
                  <a:lnTo>
                    <a:pt x="106222" y="0"/>
                  </a:lnTo>
                  <a:lnTo>
                    <a:pt x="64871" y="8381"/>
                  </a:lnTo>
                  <a:lnTo>
                    <a:pt x="31114" y="31115"/>
                  </a:lnTo>
                  <a:lnTo>
                    <a:pt x="8343" y="64769"/>
                  </a:lnTo>
                  <a:lnTo>
                    <a:pt x="0" y="106172"/>
                  </a:lnTo>
                  <a:lnTo>
                    <a:pt x="0" y="955929"/>
                  </a:lnTo>
                  <a:lnTo>
                    <a:pt x="8343" y="997331"/>
                  </a:lnTo>
                  <a:lnTo>
                    <a:pt x="31114" y="1030986"/>
                  </a:lnTo>
                  <a:lnTo>
                    <a:pt x="64871" y="1053719"/>
                  </a:lnTo>
                  <a:lnTo>
                    <a:pt x="106222" y="1062101"/>
                  </a:lnTo>
                  <a:lnTo>
                    <a:pt x="9840849" y="1062101"/>
                  </a:lnTo>
                  <a:lnTo>
                    <a:pt x="9882251" y="1053719"/>
                  </a:lnTo>
                  <a:lnTo>
                    <a:pt x="9915906" y="1030986"/>
                  </a:lnTo>
                  <a:lnTo>
                    <a:pt x="9938639" y="997331"/>
                  </a:lnTo>
                  <a:lnTo>
                    <a:pt x="9947021" y="955929"/>
                  </a:lnTo>
                  <a:lnTo>
                    <a:pt x="9947021" y="106172"/>
                  </a:lnTo>
                  <a:lnTo>
                    <a:pt x="9938639" y="64769"/>
                  </a:lnTo>
                  <a:lnTo>
                    <a:pt x="9915906" y="31115"/>
                  </a:lnTo>
                  <a:lnTo>
                    <a:pt x="9882251" y="8381"/>
                  </a:lnTo>
                  <a:lnTo>
                    <a:pt x="9840849" y="0"/>
                  </a:lnTo>
                  <a:close/>
                </a:path>
              </a:pathLst>
            </a:custGeom>
            <a:solidFill>
              <a:srgbClr val="C9D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912" y="3160775"/>
              <a:ext cx="583692" cy="58521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98348" y="4250435"/>
            <a:ext cx="9947275" cy="1060450"/>
            <a:chOff x="498348" y="4250435"/>
            <a:chExt cx="9947275" cy="1060450"/>
          </a:xfrm>
        </p:grpSpPr>
        <p:sp>
          <p:nvSpPr>
            <p:cNvPr id="10" name="object 10"/>
            <p:cNvSpPr/>
            <p:nvPr/>
          </p:nvSpPr>
          <p:spPr>
            <a:xfrm>
              <a:off x="498348" y="4250435"/>
              <a:ext cx="9947275" cy="1060450"/>
            </a:xfrm>
            <a:custGeom>
              <a:avLst/>
              <a:gdLst/>
              <a:ahLst/>
              <a:cxnLst/>
              <a:rect l="l" t="t" r="r" b="b"/>
              <a:pathLst>
                <a:path w="9947275" h="1060450">
                  <a:moveTo>
                    <a:pt x="9840976" y="0"/>
                  </a:moveTo>
                  <a:lnTo>
                    <a:pt x="106070" y="0"/>
                  </a:lnTo>
                  <a:lnTo>
                    <a:pt x="64782" y="8381"/>
                  </a:lnTo>
                  <a:lnTo>
                    <a:pt x="31064" y="31114"/>
                  </a:lnTo>
                  <a:lnTo>
                    <a:pt x="8331" y="64769"/>
                  </a:lnTo>
                  <a:lnTo>
                    <a:pt x="0" y="106044"/>
                  </a:lnTo>
                  <a:lnTo>
                    <a:pt x="0" y="954290"/>
                  </a:lnTo>
                  <a:lnTo>
                    <a:pt x="8331" y="995552"/>
                  </a:lnTo>
                  <a:lnTo>
                    <a:pt x="31064" y="1029258"/>
                  </a:lnTo>
                  <a:lnTo>
                    <a:pt x="64782" y="1051991"/>
                  </a:lnTo>
                  <a:lnTo>
                    <a:pt x="106070" y="1060323"/>
                  </a:lnTo>
                  <a:lnTo>
                    <a:pt x="9840976" y="1060323"/>
                  </a:lnTo>
                  <a:lnTo>
                    <a:pt x="9882251" y="1051991"/>
                  </a:lnTo>
                  <a:lnTo>
                    <a:pt x="9915906" y="1029258"/>
                  </a:lnTo>
                  <a:lnTo>
                    <a:pt x="9938639" y="995552"/>
                  </a:lnTo>
                  <a:lnTo>
                    <a:pt x="9947021" y="954290"/>
                  </a:lnTo>
                  <a:lnTo>
                    <a:pt x="9947021" y="106044"/>
                  </a:lnTo>
                  <a:lnTo>
                    <a:pt x="9938639" y="64769"/>
                  </a:lnTo>
                  <a:lnTo>
                    <a:pt x="9915906" y="31114"/>
                  </a:lnTo>
                  <a:lnTo>
                    <a:pt x="9882251" y="8381"/>
                  </a:lnTo>
                  <a:lnTo>
                    <a:pt x="9840976" y="0"/>
                  </a:lnTo>
                  <a:close/>
                </a:path>
              </a:pathLst>
            </a:custGeom>
            <a:solidFill>
              <a:srgbClr val="C9D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912" y="4488179"/>
              <a:ext cx="583692" cy="58521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824608" y="1901443"/>
            <a:ext cx="5429250" cy="2807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007450"/>
                </a:solidFill>
                <a:latin typeface="Trebuchet MS"/>
                <a:cs typeface="Trebuchet MS"/>
              </a:rPr>
              <a:t>Highly</a:t>
            </a:r>
            <a:r>
              <a:rPr sz="2500" spc="-145" dirty="0">
                <a:solidFill>
                  <a:srgbClr val="007450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7450"/>
                </a:solidFill>
                <a:latin typeface="Trebuchet MS"/>
                <a:cs typeface="Trebuchet MS"/>
              </a:rPr>
              <a:t>complex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20"/>
              </a:spcBef>
            </a:pP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spc="-30" dirty="0">
                <a:solidFill>
                  <a:srgbClr val="007450"/>
                </a:solidFill>
                <a:latin typeface="Trebuchet MS"/>
                <a:cs typeface="Trebuchet MS"/>
              </a:rPr>
              <a:t>Programmed</a:t>
            </a:r>
            <a:r>
              <a:rPr sz="2500" spc="-90" dirty="0">
                <a:solidFill>
                  <a:srgbClr val="007450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7450"/>
                </a:solidFill>
                <a:latin typeface="Trebuchet MS"/>
                <a:cs typeface="Trebuchet MS"/>
              </a:rPr>
              <a:t>by</a:t>
            </a:r>
            <a:r>
              <a:rPr sz="2500" spc="-55" dirty="0">
                <a:solidFill>
                  <a:srgbClr val="007450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7450"/>
                </a:solidFill>
                <a:latin typeface="Trebuchet MS"/>
                <a:cs typeface="Trebuchet MS"/>
              </a:rPr>
              <a:t>hundreds</a:t>
            </a:r>
            <a:r>
              <a:rPr sz="2500" spc="-95" dirty="0">
                <a:solidFill>
                  <a:srgbClr val="007450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7450"/>
                </a:solidFill>
                <a:latin typeface="Trebuchet MS"/>
                <a:cs typeface="Trebuchet MS"/>
              </a:rPr>
              <a:t>of</a:t>
            </a:r>
            <a:r>
              <a:rPr sz="2500" spc="-55" dirty="0">
                <a:solidFill>
                  <a:srgbClr val="007450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7450"/>
                </a:solidFill>
                <a:latin typeface="Trebuchet MS"/>
                <a:cs typeface="Trebuchet MS"/>
              </a:rPr>
              <a:t>engineers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70"/>
              </a:spcBef>
            </a:pP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solidFill>
                  <a:srgbClr val="007450"/>
                </a:solidFill>
                <a:latin typeface="Trebuchet MS"/>
                <a:cs typeface="Trebuchet MS"/>
              </a:rPr>
              <a:t>Rigorous</a:t>
            </a:r>
            <a:r>
              <a:rPr sz="2500" spc="-105" dirty="0">
                <a:solidFill>
                  <a:srgbClr val="007450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7450"/>
                </a:solidFill>
                <a:latin typeface="Trebuchet MS"/>
                <a:cs typeface="Trebuchet MS"/>
              </a:rPr>
              <a:t>programming</a:t>
            </a:r>
            <a:r>
              <a:rPr sz="2500" spc="-80" dirty="0">
                <a:solidFill>
                  <a:srgbClr val="007450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7450"/>
                </a:solidFill>
                <a:latin typeface="Trebuchet MS"/>
                <a:cs typeface="Trebuchet MS"/>
              </a:rPr>
              <a:t>of</a:t>
            </a:r>
            <a:r>
              <a:rPr sz="2500" spc="-85" dirty="0">
                <a:solidFill>
                  <a:srgbClr val="007450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7450"/>
                </a:solidFill>
                <a:latin typeface="Trebuchet MS"/>
                <a:cs typeface="Trebuchet MS"/>
              </a:rPr>
              <a:t>many</a:t>
            </a:r>
            <a:r>
              <a:rPr sz="2500" spc="-90" dirty="0">
                <a:solidFill>
                  <a:srgbClr val="007450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7450"/>
                </a:solidFill>
                <a:latin typeface="Trebuchet MS"/>
                <a:cs typeface="Trebuchet MS"/>
              </a:rPr>
              <a:t>rules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214" rIns="0" bIns="0" rtlCol="0">
            <a:spAutoFit/>
          </a:bodyPr>
          <a:lstStyle/>
          <a:p>
            <a:pPr marL="245681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EXPERT</a:t>
            </a:r>
            <a:r>
              <a:rPr sz="2800" spc="-125" dirty="0"/>
              <a:t> </a:t>
            </a:r>
            <a:r>
              <a:rPr sz="2800" dirty="0"/>
              <a:t>SYSTEMS</a:t>
            </a:r>
            <a:r>
              <a:rPr sz="2800" spc="-80" dirty="0"/>
              <a:t> </a:t>
            </a:r>
            <a:r>
              <a:rPr sz="2800" dirty="0"/>
              <a:t>-</a:t>
            </a:r>
            <a:r>
              <a:rPr sz="2800" spc="-110" dirty="0"/>
              <a:t> </a:t>
            </a:r>
            <a:r>
              <a:rPr sz="2800" spc="-10" dirty="0"/>
              <a:t>LIMITATIONS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296" y="1685624"/>
            <a:ext cx="9371076" cy="6918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8397" y="1713738"/>
            <a:ext cx="9265920" cy="593090"/>
          </a:xfrm>
          <a:prstGeom prst="rect">
            <a:avLst/>
          </a:prstGeom>
          <a:solidFill>
            <a:srgbClr val="76B800"/>
          </a:solidFill>
          <a:ln w="38100">
            <a:solidFill>
              <a:srgbClr val="FFFFFF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What</a:t>
            </a:r>
            <a:r>
              <a:rPr sz="26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26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26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three</a:t>
            </a:r>
            <a:r>
              <a:rPr sz="26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rebuchet MS"/>
                <a:cs typeface="Trebuchet MS"/>
              </a:rPr>
              <a:t>images?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968496" y="3040379"/>
            <a:ext cx="3046476" cy="2081783"/>
            <a:chOff x="3968496" y="3040379"/>
            <a:chExt cx="3046476" cy="2081783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8496" y="3040379"/>
              <a:ext cx="3046476" cy="20817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0886" y="3086099"/>
              <a:ext cx="2891028" cy="19263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50030" y="3067049"/>
              <a:ext cx="2930525" cy="1965960"/>
            </a:xfrm>
            <a:custGeom>
              <a:avLst/>
              <a:gdLst/>
              <a:ahLst/>
              <a:cxnLst/>
              <a:rect l="l" t="t" r="r" b="b"/>
              <a:pathLst>
                <a:path w="2930525" h="1965960">
                  <a:moveTo>
                    <a:pt x="0" y="1965706"/>
                  </a:moveTo>
                  <a:lnTo>
                    <a:pt x="2930525" y="1965706"/>
                  </a:lnTo>
                  <a:lnTo>
                    <a:pt x="2930525" y="0"/>
                  </a:lnTo>
                  <a:lnTo>
                    <a:pt x="0" y="0"/>
                  </a:lnTo>
                  <a:lnTo>
                    <a:pt x="0" y="1965706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170419" y="3040379"/>
            <a:ext cx="3046730" cy="2082164"/>
            <a:chOff x="7170419" y="3040379"/>
            <a:chExt cx="3046730" cy="2082164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0419" y="3040379"/>
              <a:ext cx="3046476" cy="20817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71003" y="3086099"/>
              <a:ext cx="2891028" cy="19263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251953" y="3067049"/>
              <a:ext cx="2930525" cy="1965960"/>
            </a:xfrm>
            <a:custGeom>
              <a:avLst/>
              <a:gdLst/>
              <a:ahLst/>
              <a:cxnLst/>
              <a:rect l="l" t="t" r="r" b="b"/>
              <a:pathLst>
                <a:path w="2930525" h="1965960">
                  <a:moveTo>
                    <a:pt x="0" y="1965706"/>
                  </a:moveTo>
                  <a:lnTo>
                    <a:pt x="2930525" y="1965706"/>
                  </a:lnTo>
                  <a:lnTo>
                    <a:pt x="2930525" y="0"/>
                  </a:lnTo>
                  <a:lnTo>
                    <a:pt x="0" y="0"/>
                  </a:lnTo>
                  <a:lnTo>
                    <a:pt x="0" y="1965706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95527" y="3040379"/>
            <a:ext cx="3017520" cy="2063750"/>
            <a:chOff x="795527" y="3040379"/>
            <a:chExt cx="3017520" cy="206375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5527" y="3040379"/>
              <a:ext cx="3017520" cy="20634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6111" y="3086099"/>
              <a:ext cx="2862072" cy="190804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77061" y="3067049"/>
              <a:ext cx="2901315" cy="1947545"/>
            </a:xfrm>
            <a:custGeom>
              <a:avLst/>
              <a:gdLst/>
              <a:ahLst/>
              <a:cxnLst/>
              <a:rect l="l" t="t" r="r" b="b"/>
              <a:pathLst>
                <a:path w="2901315" h="1947545">
                  <a:moveTo>
                    <a:pt x="0" y="1947545"/>
                  </a:moveTo>
                  <a:lnTo>
                    <a:pt x="2901188" y="1947545"/>
                  </a:lnTo>
                  <a:lnTo>
                    <a:pt x="2901188" y="0"/>
                  </a:lnTo>
                  <a:lnTo>
                    <a:pt x="0" y="0"/>
                  </a:lnTo>
                  <a:lnTo>
                    <a:pt x="0" y="1947545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214" rIns="0" bIns="0" rtlCol="0">
            <a:spAutoFit/>
          </a:bodyPr>
          <a:lstStyle/>
          <a:p>
            <a:pPr marL="28225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HOW</a:t>
            </a:r>
            <a:r>
              <a:rPr sz="2800" spc="-105" dirty="0"/>
              <a:t> </a:t>
            </a:r>
            <a:r>
              <a:rPr sz="2800" dirty="0"/>
              <a:t>DO</a:t>
            </a:r>
            <a:r>
              <a:rPr sz="2800" spc="-114" dirty="0"/>
              <a:t> </a:t>
            </a:r>
            <a:r>
              <a:rPr sz="2800" dirty="0"/>
              <a:t>CHILDREN</a:t>
            </a:r>
            <a:r>
              <a:rPr sz="2800" spc="-125" dirty="0"/>
              <a:t> </a:t>
            </a:r>
            <a:r>
              <a:rPr sz="2800" spc="-10" dirty="0"/>
              <a:t>LEARN?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90"/>
              </a:spcBef>
              <a:buClr>
                <a:srgbClr val="000000"/>
              </a:buClr>
              <a:buFont typeface="Arial MT"/>
              <a:buChar char="•"/>
              <a:tabLst>
                <a:tab pos="469265" algn="l"/>
              </a:tabLst>
            </a:pPr>
            <a:r>
              <a:rPr dirty="0"/>
              <a:t>Expose</a:t>
            </a:r>
            <a:r>
              <a:rPr spc="-70" dirty="0"/>
              <a:t> </a:t>
            </a:r>
            <a:r>
              <a:rPr dirty="0"/>
              <a:t>them</a:t>
            </a:r>
            <a:r>
              <a:rPr spc="-4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lots</a:t>
            </a:r>
            <a:r>
              <a:rPr spc="-5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0" dirty="0"/>
              <a:t>data</a:t>
            </a:r>
          </a:p>
          <a:p>
            <a:pPr marL="469900" marR="640715" indent="-457200">
              <a:lnSpc>
                <a:spcPts val="2800"/>
              </a:lnSpc>
              <a:spcBef>
                <a:spcPts val="1855"/>
              </a:spcBef>
              <a:buClr>
                <a:srgbClr val="000000"/>
              </a:buClr>
              <a:buFont typeface="Arial MT"/>
              <a:buChar char="•"/>
              <a:tabLst>
                <a:tab pos="469900" algn="l"/>
              </a:tabLst>
            </a:pPr>
            <a:r>
              <a:rPr dirty="0"/>
              <a:t>Give</a:t>
            </a:r>
            <a:r>
              <a:rPr spc="-75" dirty="0"/>
              <a:t> </a:t>
            </a:r>
            <a:r>
              <a:rPr dirty="0"/>
              <a:t>them</a:t>
            </a:r>
            <a:r>
              <a:rPr spc="-55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spc="-10" dirty="0"/>
              <a:t>“correct answer”</a:t>
            </a:r>
          </a:p>
          <a:p>
            <a:pPr marL="469900" marR="5080" indent="-457200">
              <a:lnSpc>
                <a:spcPct val="89800"/>
              </a:lnSpc>
              <a:spcBef>
                <a:spcPts val="1750"/>
              </a:spcBef>
              <a:buClr>
                <a:srgbClr val="000000"/>
              </a:buClr>
              <a:buFont typeface="Arial MT"/>
              <a:buChar char="•"/>
              <a:tabLst>
                <a:tab pos="469900" algn="l"/>
              </a:tabLst>
            </a:pPr>
            <a:r>
              <a:rPr dirty="0"/>
              <a:t>They</a:t>
            </a:r>
            <a:r>
              <a:rPr spc="-20" dirty="0"/>
              <a:t> </a:t>
            </a:r>
            <a:r>
              <a:rPr dirty="0"/>
              <a:t>will</a:t>
            </a:r>
            <a:r>
              <a:rPr spc="-50" dirty="0"/>
              <a:t> </a:t>
            </a:r>
            <a:r>
              <a:rPr dirty="0"/>
              <a:t>pick</a:t>
            </a:r>
            <a:r>
              <a:rPr spc="-50" dirty="0"/>
              <a:t> </a:t>
            </a:r>
            <a:r>
              <a:rPr dirty="0"/>
              <a:t>up </a:t>
            </a:r>
            <a:r>
              <a:rPr spc="-25" dirty="0"/>
              <a:t>the </a:t>
            </a:r>
            <a:r>
              <a:rPr dirty="0"/>
              <a:t>important</a:t>
            </a:r>
            <a:r>
              <a:rPr spc="-105" dirty="0"/>
              <a:t> </a:t>
            </a:r>
            <a:r>
              <a:rPr dirty="0"/>
              <a:t>patterns</a:t>
            </a:r>
            <a:r>
              <a:rPr spc="-65" dirty="0"/>
              <a:t> </a:t>
            </a:r>
            <a:r>
              <a:rPr dirty="0"/>
              <a:t>on</a:t>
            </a:r>
            <a:r>
              <a:rPr spc="-60" dirty="0"/>
              <a:t> </a:t>
            </a:r>
            <a:r>
              <a:rPr spc="-10" dirty="0"/>
              <a:t>their </a:t>
            </a:r>
            <a:r>
              <a:rPr spc="-25" dirty="0"/>
              <a:t>own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88263" y="2185416"/>
            <a:ext cx="4486910" cy="3040380"/>
            <a:chOff x="588263" y="2185416"/>
            <a:chExt cx="4486910" cy="3040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263" y="2185416"/>
              <a:ext cx="4486656" cy="30403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8847" y="2231136"/>
              <a:ext cx="4331208" cy="28849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69797" y="2212086"/>
              <a:ext cx="4370705" cy="2924175"/>
            </a:xfrm>
            <a:custGeom>
              <a:avLst/>
              <a:gdLst/>
              <a:ahLst/>
              <a:cxnLst/>
              <a:rect l="l" t="t" r="r" b="b"/>
              <a:pathLst>
                <a:path w="4370705" h="2924175">
                  <a:moveTo>
                    <a:pt x="0" y="2924048"/>
                  </a:moveTo>
                  <a:lnTo>
                    <a:pt x="4370705" y="2924048"/>
                  </a:lnTo>
                  <a:lnTo>
                    <a:pt x="4370705" y="0"/>
                  </a:lnTo>
                  <a:lnTo>
                    <a:pt x="0" y="0"/>
                  </a:lnTo>
                  <a:lnTo>
                    <a:pt x="0" y="292404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3155" y="4543450"/>
            <a:ext cx="3924935" cy="101409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737870" marR="5080" indent="-725805">
              <a:lnSpc>
                <a:spcPts val="3710"/>
              </a:lnSpc>
              <a:spcBef>
                <a:spcPts val="525"/>
              </a:spcBef>
            </a:pPr>
            <a:r>
              <a:rPr sz="3400" dirty="0">
                <a:solidFill>
                  <a:srgbClr val="FFFFFF"/>
                </a:solidFill>
              </a:rPr>
              <a:t>THE</a:t>
            </a:r>
            <a:r>
              <a:rPr sz="3400" spc="-75" dirty="0">
                <a:solidFill>
                  <a:srgbClr val="FFFFFF"/>
                </a:solidFill>
              </a:rPr>
              <a:t> </a:t>
            </a:r>
            <a:r>
              <a:rPr sz="3400" dirty="0">
                <a:solidFill>
                  <a:srgbClr val="FFFFFF"/>
                </a:solidFill>
              </a:rPr>
              <a:t>DEEP</a:t>
            </a:r>
            <a:r>
              <a:rPr sz="3400" spc="-80" dirty="0">
                <a:solidFill>
                  <a:srgbClr val="FFFFFF"/>
                </a:solidFill>
              </a:rPr>
              <a:t> </a:t>
            </a:r>
            <a:r>
              <a:rPr sz="3400" spc="-10" dirty="0">
                <a:solidFill>
                  <a:srgbClr val="FFFFFF"/>
                </a:solidFill>
              </a:rPr>
              <a:t>LEARNING REVOLUTION</a:t>
            </a:r>
            <a:endParaRPr sz="3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214" rIns="0" bIns="0" rtlCol="0">
            <a:spAutoFit/>
          </a:bodyPr>
          <a:lstStyle/>
          <a:p>
            <a:pPr marL="4532630">
              <a:lnSpc>
                <a:spcPct val="100000"/>
              </a:lnSpc>
              <a:spcBef>
                <a:spcPts val="95"/>
              </a:spcBef>
            </a:pPr>
            <a:r>
              <a:rPr sz="2800" spc="-20" dirty="0"/>
              <a:t>DATA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46531" y="2007323"/>
            <a:ext cx="5074920" cy="2846705"/>
            <a:chOff x="446531" y="2007323"/>
            <a:chExt cx="5074920" cy="28467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531" y="2007323"/>
              <a:ext cx="5074920" cy="28466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7" y="2033016"/>
              <a:ext cx="4969764" cy="274777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99109" y="2033777"/>
            <a:ext cx="4971415" cy="2748915"/>
          </a:xfrm>
          <a:prstGeom prst="rect">
            <a:avLst/>
          </a:prstGeom>
          <a:ln w="38100">
            <a:solidFill>
              <a:srgbClr val="FFFFFF"/>
            </a:solidFill>
          </a:ln>
        </p:spPr>
        <p:txBody>
          <a:bodyPr vert="horz" wrap="square" lIns="0" tIns="374650" rIns="0" bIns="0" rtlCol="0">
            <a:spAutoFit/>
          </a:bodyPr>
          <a:lstStyle/>
          <a:p>
            <a:pPr marL="432434" marR="740410" indent="-342900">
              <a:lnSpc>
                <a:spcPts val="2800"/>
              </a:lnSpc>
              <a:spcBef>
                <a:spcPts val="2950"/>
              </a:spcBef>
              <a:buClr>
                <a:srgbClr val="CDCDCD"/>
              </a:buClr>
              <a:buChar char="-"/>
              <a:tabLst>
                <a:tab pos="432434" algn="l"/>
              </a:tabLst>
            </a:pP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Networks</a:t>
            </a:r>
            <a:r>
              <a:rPr sz="26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need</a:t>
            </a:r>
            <a:r>
              <a:rPr sz="26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6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lot</a:t>
            </a:r>
            <a:r>
              <a:rPr sz="26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information</a:t>
            </a:r>
            <a:r>
              <a:rPr sz="26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6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learn</a:t>
            </a:r>
            <a:r>
              <a:rPr sz="26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endParaRPr sz="2600">
              <a:latin typeface="Trebuchet MS"/>
              <a:cs typeface="Trebuchet MS"/>
            </a:endParaRPr>
          </a:p>
          <a:p>
            <a:pPr marL="432434" marR="702945" indent="-342900">
              <a:lnSpc>
                <a:spcPts val="2810"/>
              </a:lnSpc>
              <a:spcBef>
                <a:spcPts val="1800"/>
              </a:spcBef>
              <a:buClr>
                <a:srgbClr val="CDCDCD"/>
              </a:buClr>
              <a:buChar char="-"/>
              <a:tabLst>
                <a:tab pos="432434" algn="l"/>
              </a:tabLst>
            </a:pP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digital</a:t>
            </a:r>
            <a:r>
              <a:rPr sz="26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era</a:t>
            </a:r>
            <a:r>
              <a:rPr sz="2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internet</a:t>
            </a:r>
            <a:r>
              <a:rPr sz="26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has</a:t>
            </a:r>
            <a:r>
              <a:rPr sz="26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FFFF"/>
                </a:solidFill>
                <a:latin typeface="Trebuchet MS"/>
                <a:cs typeface="Trebuchet MS"/>
              </a:rPr>
              <a:t>supplied</a:t>
            </a:r>
            <a:r>
              <a:rPr sz="26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rebuchet MS"/>
                <a:cs typeface="Trebuchet MS"/>
              </a:rPr>
              <a:t>that data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02096" y="1987295"/>
            <a:ext cx="4337685" cy="2903220"/>
            <a:chOff x="6102096" y="1987295"/>
            <a:chExt cx="4337685" cy="290322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2096" y="1987295"/>
              <a:ext cx="4337304" cy="29032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2680" y="2033015"/>
              <a:ext cx="4181855" cy="27477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85154" y="2013965"/>
              <a:ext cx="4220210" cy="2787015"/>
            </a:xfrm>
            <a:custGeom>
              <a:avLst/>
              <a:gdLst/>
              <a:ahLst/>
              <a:cxnLst/>
              <a:rect l="l" t="t" r="r" b="b"/>
              <a:pathLst>
                <a:path w="4220209" h="2787015">
                  <a:moveTo>
                    <a:pt x="0" y="2786888"/>
                  </a:moveTo>
                  <a:lnTo>
                    <a:pt x="4219702" y="2786888"/>
                  </a:lnTo>
                  <a:lnTo>
                    <a:pt x="4219702" y="0"/>
                  </a:lnTo>
                  <a:lnTo>
                    <a:pt x="0" y="0"/>
                  </a:lnTo>
                  <a:lnTo>
                    <a:pt x="0" y="278688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COMPUTING</a:t>
            </a:r>
            <a:r>
              <a:rPr spc="-185" dirty="0"/>
              <a:t> </a:t>
            </a:r>
            <a:r>
              <a:rPr spc="-10" dirty="0"/>
              <a:t>POWER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9617" y="1386331"/>
            <a:ext cx="9509760" cy="833119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016760" marR="5080" indent="-2004695">
              <a:lnSpc>
                <a:spcPts val="3000"/>
              </a:lnSpc>
              <a:spcBef>
                <a:spcPts val="495"/>
              </a:spcBef>
            </a:pP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Need</a:t>
            </a:r>
            <a:r>
              <a:rPr sz="2800" spc="-9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a</a:t>
            </a:r>
            <a:r>
              <a:rPr sz="2800" spc="-7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way</a:t>
            </a:r>
            <a:r>
              <a:rPr sz="2800" spc="-7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for</a:t>
            </a:r>
            <a:r>
              <a:rPr sz="2800" spc="-8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our</a:t>
            </a:r>
            <a:r>
              <a:rPr sz="2800" spc="-114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artificial</a:t>
            </a:r>
            <a:r>
              <a:rPr sz="2800" spc="1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“brain”</a:t>
            </a:r>
            <a:r>
              <a:rPr sz="2800" spc="-6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to</a:t>
            </a:r>
            <a:r>
              <a:rPr sz="2800" spc="-8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observe</a:t>
            </a:r>
            <a:r>
              <a:rPr sz="2800" spc="-114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lots</a:t>
            </a:r>
            <a:r>
              <a:rPr sz="2800" spc="-8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of</a:t>
            </a:r>
            <a:r>
              <a:rPr sz="2800" spc="-9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76B800"/>
                </a:solidFill>
                <a:latin typeface="Trebuchet MS"/>
                <a:cs typeface="Trebuchet MS"/>
              </a:rPr>
              <a:t>data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within</a:t>
            </a:r>
            <a:r>
              <a:rPr sz="2800" spc="-5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a</a:t>
            </a:r>
            <a:r>
              <a:rPr sz="2800" spc="-9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practical</a:t>
            </a:r>
            <a:r>
              <a:rPr sz="2800" spc="-60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amount</a:t>
            </a:r>
            <a:r>
              <a:rPr sz="2800" spc="-9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800"/>
                </a:solidFill>
                <a:latin typeface="Trebuchet MS"/>
                <a:cs typeface="Trebuchet MS"/>
              </a:rPr>
              <a:t>of</a:t>
            </a:r>
            <a:r>
              <a:rPr sz="2800" spc="-95" dirty="0">
                <a:solidFill>
                  <a:srgbClr val="76B80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76B800"/>
                </a:solidFill>
                <a:latin typeface="Trebuchet MS"/>
                <a:cs typeface="Trebuchet MS"/>
              </a:rPr>
              <a:t>time.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063" y="2455164"/>
            <a:ext cx="9948672" cy="30556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214" rIns="0" bIns="0" rtlCol="0">
            <a:spAutoFit/>
          </a:bodyPr>
          <a:lstStyle/>
          <a:p>
            <a:pPr marL="254190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THE</a:t>
            </a:r>
            <a:r>
              <a:rPr sz="2800" spc="-90" dirty="0"/>
              <a:t> </a:t>
            </a:r>
            <a:r>
              <a:rPr sz="2800" spc="-10" dirty="0"/>
              <a:t>IMPORTANCE</a:t>
            </a:r>
            <a:r>
              <a:rPr sz="2800" spc="-75" dirty="0"/>
              <a:t> </a:t>
            </a:r>
            <a:r>
              <a:rPr sz="2800" dirty="0"/>
              <a:t>OF</a:t>
            </a:r>
            <a:r>
              <a:rPr sz="2800" spc="-90" dirty="0"/>
              <a:t> </a:t>
            </a:r>
            <a:r>
              <a:rPr sz="2800" dirty="0"/>
              <a:t>THE</a:t>
            </a:r>
            <a:r>
              <a:rPr sz="2800" spc="-85" dirty="0"/>
              <a:t> </a:t>
            </a:r>
            <a:r>
              <a:rPr sz="2800" spc="-25" dirty="0"/>
              <a:t>GPU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5876544" y="1963119"/>
            <a:ext cx="2847340" cy="3366770"/>
            <a:chOff x="5876544" y="1963119"/>
            <a:chExt cx="2847340" cy="33667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76544" y="1963119"/>
              <a:ext cx="2846831" cy="33663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51220" y="1978151"/>
              <a:ext cx="2743200" cy="3267710"/>
            </a:xfrm>
            <a:custGeom>
              <a:avLst/>
              <a:gdLst/>
              <a:ahLst/>
              <a:cxnLst/>
              <a:rect l="l" t="t" r="r" b="b"/>
              <a:pathLst>
                <a:path w="2743200" h="3267710">
                  <a:moveTo>
                    <a:pt x="2742946" y="0"/>
                  </a:moveTo>
                  <a:lnTo>
                    <a:pt x="0" y="0"/>
                  </a:lnTo>
                  <a:lnTo>
                    <a:pt x="0" y="3267202"/>
                  </a:lnTo>
                  <a:lnTo>
                    <a:pt x="2742946" y="3267202"/>
                  </a:lnTo>
                  <a:lnTo>
                    <a:pt x="2742946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953505" y="1977389"/>
            <a:ext cx="2741930" cy="3268979"/>
          </a:xfrm>
          <a:prstGeom prst="rect">
            <a:avLst/>
          </a:prstGeom>
          <a:ln w="25906">
            <a:solidFill>
              <a:srgbClr val="395D00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5"/>
              </a:spcBef>
            </a:pPr>
            <a:endParaRPr sz="18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800" b="1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Neural</a:t>
            </a:r>
            <a:r>
              <a:rPr sz="1800" b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Network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95644" y="2699004"/>
            <a:ext cx="2105025" cy="1784985"/>
            <a:chOff x="6295644" y="2699004"/>
            <a:chExt cx="2105025" cy="178498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5644" y="2699004"/>
              <a:ext cx="609600" cy="6065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358128" y="2738628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09" h="483235">
                  <a:moveTo>
                    <a:pt x="242950" y="0"/>
                  </a:moveTo>
                  <a:lnTo>
                    <a:pt x="193928" y="4952"/>
                  </a:lnTo>
                  <a:lnTo>
                    <a:pt x="148336" y="18923"/>
                  </a:lnTo>
                  <a:lnTo>
                    <a:pt x="107061" y="41275"/>
                  </a:lnTo>
                  <a:lnTo>
                    <a:pt x="71120" y="70738"/>
                  </a:lnTo>
                  <a:lnTo>
                    <a:pt x="41529" y="106552"/>
                  </a:lnTo>
                  <a:lnTo>
                    <a:pt x="19050" y="147574"/>
                  </a:lnTo>
                  <a:lnTo>
                    <a:pt x="4952" y="192786"/>
                  </a:lnTo>
                  <a:lnTo>
                    <a:pt x="0" y="241427"/>
                  </a:lnTo>
                  <a:lnTo>
                    <a:pt x="4952" y="290195"/>
                  </a:lnTo>
                  <a:lnTo>
                    <a:pt x="19050" y="335407"/>
                  </a:lnTo>
                  <a:lnTo>
                    <a:pt x="41529" y="376428"/>
                  </a:lnTo>
                  <a:lnTo>
                    <a:pt x="71120" y="412242"/>
                  </a:lnTo>
                  <a:lnTo>
                    <a:pt x="107061" y="441706"/>
                  </a:lnTo>
                  <a:lnTo>
                    <a:pt x="148336" y="464058"/>
                  </a:lnTo>
                  <a:lnTo>
                    <a:pt x="193928" y="478028"/>
                  </a:lnTo>
                  <a:lnTo>
                    <a:pt x="242950" y="482981"/>
                  </a:lnTo>
                  <a:lnTo>
                    <a:pt x="291973" y="478028"/>
                  </a:lnTo>
                  <a:lnTo>
                    <a:pt x="337566" y="464058"/>
                  </a:lnTo>
                  <a:lnTo>
                    <a:pt x="378841" y="441706"/>
                  </a:lnTo>
                  <a:lnTo>
                    <a:pt x="414781" y="412242"/>
                  </a:lnTo>
                  <a:lnTo>
                    <a:pt x="444373" y="376428"/>
                  </a:lnTo>
                  <a:lnTo>
                    <a:pt x="466851" y="335407"/>
                  </a:lnTo>
                  <a:lnTo>
                    <a:pt x="480949" y="290195"/>
                  </a:lnTo>
                  <a:lnTo>
                    <a:pt x="485901" y="241427"/>
                  </a:lnTo>
                  <a:lnTo>
                    <a:pt x="480949" y="192786"/>
                  </a:lnTo>
                  <a:lnTo>
                    <a:pt x="466851" y="147574"/>
                  </a:lnTo>
                  <a:lnTo>
                    <a:pt x="444373" y="106552"/>
                  </a:lnTo>
                  <a:lnTo>
                    <a:pt x="414781" y="70738"/>
                  </a:lnTo>
                  <a:lnTo>
                    <a:pt x="378841" y="41275"/>
                  </a:lnTo>
                  <a:lnTo>
                    <a:pt x="337566" y="18923"/>
                  </a:lnTo>
                  <a:lnTo>
                    <a:pt x="291973" y="4952"/>
                  </a:lnTo>
                  <a:lnTo>
                    <a:pt x="242950" y="0"/>
                  </a:lnTo>
                  <a:close/>
                </a:path>
              </a:pathLst>
            </a:custGeom>
            <a:solidFill>
              <a:srgbClr val="E7F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58890" y="2739390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09" h="483235">
                  <a:moveTo>
                    <a:pt x="0" y="241427"/>
                  </a:moveTo>
                  <a:lnTo>
                    <a:pt x="4952" y="192786"/>
                  </a:lnTo>
                  <a:lnTo>
                    <a:pt x="19050" y="147574"/>
                  </a:lnTo>
                  <a:lnTo>
                    <a:pt x="41529" y="106552"/>
                  </a:lnTo>
                  <a:lnTo>
                    <a:pt x="71120" y="70738"/>
                  </a:lnTo>
                  <a:lnTo>
                    <a:pt x="107061" y="41275"/>
                  </a:lnTo>
                  <a:lnTo>
                    <a:pt x="148336" y="18923"/>
                  </a:lnTo>
                  <a:lnTo>
                    <a:pt x="193929" y="4952"/>
                  </a:lnTo>
                  <a:lnTo>
                    <a:pt x="242951" y="0"/>
                  </a:lnTo>
                  <a:lnTo>
                    <a:pt x="291973" y="4952"/>
                  </a:lnTo>
                  <a:lnTo>
                    <a:pt x="337565" y="18923"/>
                  </a:lnTo>
                  <a:lnTo>
                    <a:pt x="378840" y="41275"/>
                  </a:lnTo>
                  <a:lnTo>
                    <a:pt x="414782" y="70738"/>
                  </a:lnTo>
                  <a:lnTo>
                    <a:pt x="444373" y="106552"/>
                  </a:lnTo>
                  <a:lnTo>
                    <a:pt x="466852" y="147574"/>
                  </a:lnTo>
                  <a:lnTo>
                    <a:pt x="480949" y="192786"/>
                  </a:lnTo>
                  <a:lnTo>
                    <a:pt x="485902" y="241427"/>
                  </a:lnTo>
                  <a:lnTo>
                    <a:pt x="480949" y="290195"/>
                  </a:lnTo>
                  <a:lnTo>
                    <a:pt x="466852" y="335407"/>
                  </a:lnTo>
                  <a:lnTo>
                    <a:pt x="444373" y="376428"/>
                  </a:lnTo>
                  <a:lnTo>
                    <a:pt x="414782" y="412242"/>
                  </a:lnTo>
                  <a:lnTo>
                    <a:pt x="378840" y="441706"/>
                  </a:lnTo>
                  <a:lnTo>
                    <a:pt x="337565" y="464058"/>
                  </a:lnTo>
                  <a:lnTo>
                    <a:pt x="291973" y="478028"/>
                  </a:lnTo>
                  <a:lnTo>
                    <a:pt x="242951" y="482981"/>
                  </a:lnTo>
                  <a:lnTo>
                    <a:pt x="193929" y="478028"/>
                  </a:lnTo>
                  <a:lnTo>
                    <a:pt x="148336" y="464058"/>
                  </a:lnTo>
                  <a:lnTo>
                    <a:pt x="107061" y="441706"/>
                  </a:lnTo>
                  <a:lnTo>
                    <a:pt x="71120" y="412242"/>
                  </a:lnTo>
                  <a:lnTo>
                    <a:pt x="41529" y="376428"/>
                  </a:lnTo>
                  <a:lnTo>
                    <a:pt x="19050" y="335407"/>
                  </a:lnTo>
                  <a:lnTo>
                    <a:pt x="4952" y="290195"/>
                  </a:lnTo>
                  <a:lnTo>
                    <a:pt x="0" y="241427"/>
                  </a:lnTo>
                  <a:close/>
                </a:path>
              </a:pathLst>
            </a:custGeom>
            <a:ln w="38099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5644" y="3293364"/>
              <a:ext cx="609600" cy="60655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358128" y="3332988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09" h="483235">
                  <a:moveTo>
                    <a:pt x="242950" y="0"/>
                  </a:moveTo>
                  <a:lnTo>
                    <a:pt x="193928" y="4953"/>
                  </a:lnTo>
                  <a:lnTo>
                    <a:pt x="148336" y="18923"/>
                  </a:lnTo>
                  <a:lnTo>
                    <a:pt x="107061" y="41275"/>
                  </a:lnTo>
                  <a:lnTo>
                    <a:pt x="71120" y="70738"/>
                  </a:lnTo>
                  <a:lnTo>
                    <a:pt x="41529" y="106553"/>
                  </a:lnTo>
                  <a:lnTo>
                    <a:pt x="19050" y="147574"/>
                  </a:lnTo>
                  <a:lnTo>
                    <a:pt x="4952" y="192786"/>
                  </a:lnTo>
                  <a:lnTo>
                    <a:pt x="0" y="241426"/>
                  </a:lnTo>
                  <a:lnTo>
                    <a:pt x="4952" y="290194"/>
                  </a:lnTo>
                  <a:lnTo>
                    <a:pt x="19050" y="335406"/>
                  </a:lnTo>
                  <a:lnTo>
                    <a:pt x="41529" y="376428"/>
                  </a:lnTo>
                  <a:lnTo>
                    <a:pt x="71120" y="412242"/>
                  </a:lnTo>
                  <a:lnTo>
                    <a:pt x="107061" y="441706"/>
                  </a:lnTo>
                  <a:lnTo>
                    <a:pt x="148336" y="464057"/>
                  </a:lnTo>
                  <a:lnTo>
                    <a:pt x="193928" y="478028"/>
                  </a:lnTo>
                  <a:lnTo>
                    <a:pt x="242950" y="482981"/>
                  </a:lnTo>
                  <a:lnTo>
                    <a:pt x="291973" y="478028"/>
                  </a:lnTo>
                  <a:lnTo>
                    <a:pt x="337566" y="464057"/>
                  </a:lnTo>
                  <a:lnTo>
                    <a:pt x="378841" y="441706"/>
                  </a:lnTo>
                  <a:lnTo>
                    <a:pt x="414781" y="412242"/>
                  </a:lnTo>
                  <a:lnTo>
                    <a:pt x="444373" y="376428"/>
                  </a:lnTo>
                  <a:lnTo>
                    <a:pt x="466851" y="335406"/>
                  </a:lnTo>
                  <a:lnTo>
                    <a:pt x="480949" y="290194"/>
                  </a:lnTo>
                  <a:lnTo>
                    <a:pt x="485901" y="241426"/>
                  </a:lnTo>
                  <a:lnTo>
                    <a:pt x="480949" y="192786"/>
                  </a:lnTo>
                  <a:lnTo>
                    <a:pt x="466851" y="147574"/>
                  </a:lnTo>
                  <a:lnTo>
                    <a:pt x="444373" y="106553"/>
                  </a:lnTo>
                  <a:lnTo>
                    <a:pt x="414781" y="70738"/>
                  </a:lnTo>
                  <a:lnTo>
                    <a:pt x="378841" y="41275"/>
                  </a:lnTo>
                  <a:lnTo>
                    <a:pt x="337566" y="18923"/>
                  </a:lnTo>
                  <a:lnTo>
                    <a:pt x="291973" y="4953"/>
                  </a:lnTo>
                  <a:lnTo>
                    <a:pt x="242950" y="0"/>
                  </a:lnTo>
                  <a:close/>
                </a:path>
              </a:pathLst>
            </a:custGeom>
            <a:solidFill>
              <a:srgbClr val="E7F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58890" y="3333750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09" h="483235">
                  <a:moveTo>
                    <a:pt x="0" y="241426"/>
                  </a:moveTo>
                  <a:lnTo>
                    <a:pt x="4952" y="192786"/>
                  </a:lnTo>
                  <a:lnTo>
                    <a:pt x="19050" y="147574"/>
                  </a:lnTo>
                  <a:lnTo>
                    <a:pt x="41529" y="106552"/>
                  </a:lnTo>
                  <a:lnTo>
                    <a:pt x="71120" y="70738"/>
                  </a:lnTo>
                  <a:lnTo>
                    <a:pt x="107061" y="41275"/>
                  </a:lnTo>
                  <a:lnTo>
                    <a:pt x="148336" y="18923"/>
                  </a:lnTo>
                  <a:lnTo>
                    <a:pt x="193929" y="4952"/>
                  </a:lnTo>
                  <a:lnTo>
                    <a:pt x="242951" y="0"/>
                  </a:lnTo>
                  <a:lnTo>
                    <a:pt x="291973" y="4952"/>
                  </a:lnTo>
                  <a:lnTo>
                    <a:pt x="337565" y="18923"/>
                  </a:lnTo>
                  <a:lnTo>
                    <a:pt x="378840" y="41275"/>
                  </a:lnTo>
                  <a:lnTo>
                    <a:pt x="414782" y="70738"/>
                  </a:lnTo>
                  <a:lnTo>
                    <a:pt x="444373" y="106552"/>
                  </a:lnTo>
                  <a:lnTo>
                    <a:pt x="466852" y="147574"/>
                  </a:lnTo>
                  <a:lnTo>
                    <a:pt x="480949" y="192786"/>
                  </a:lnTo>
                  <a:lnTo>
                    <a:pt x="485902" y="241426"/>
                  </a:lnTo>
                  <a:lnTo>
                    <a:pt x="480949" y="290194"/>
                  </a:lnTo>
                  <a:lnTo>
                    <a:pt x="466852" y="335406"/>
                  </a:lnTo>
                  <a:lnTo>
                    <a:pt x="444373" y="376427"/>
                  </a:lnTo>
                  <a:lnTo>
                    <a:pt x="414782" y="412242"/>
                  </a:lnTo>
                  <a:lnTo>
                    <a:pt x="378840" y="441706"/>
                  </a:lnTo>
                  <a:lnTo>
                    <a:pt x="337565" y="463931"/>
                  </a:lnTo>
                  <a:lnTo>
                    <a:pt x="291973" y="478027"/>
                  </a:lnTo>
                  <a:lnTo>
                    <a:pt x="242951" y="482981"/>
                  </a:lnTo>
                  <a:lnTo>
                    <a:pt x="193929" y="478027"/>
                  </a:lnTo>
                  <a:lnTo>
                    <a:pt x="148336" y="463931"/>
                  </a:lnTo>
                  <a:lnTo>
                    <a:pt x="107061" y="441706"/>
                  </a:lnTo>
                  <a:lnTo>
                    <a:pt x="71120" y="412242"/>
                  </a:lnTo>
                  <a:lnTo>
                    <a:pt x="41529" y="376427"/>
                  </a:lnTo>
                  <a:lnTo>
                    <a:pt x="19050" y="335406"/>
                  </a:lnTo>
                  <a:lnTo>
                    <a:pt x="4952" y="290194"/>
                  </a:lnTo>
                  <a:lnTo>
                    <a:pt x="0" y="241426"/>
                  </a:lnTo>
                  <a:close/>
                </a:path>
              </a:pathLst>
            </a:custGeom>
            <a:ln w="38099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5644" y="3877056"/>
              <a:ext cx="609600" cy="60655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358128" y="3916680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09" h="483235">
                  <a:moveTo>
                    <a:pt x="242950" y="0"/>
                  </a:moveTo>
                  <a:lnTo>
                    <a:pt x="193928" y="4953"/>
                  </a:lnTo>
                  <a:lnTo>
                    <a:pt x="148336" y="18923"/>
                  </a:lnTo>
                  <a:lnTo>
                    <a:pt x="107061" y="41275"/>
                  </a:lnTo>
                  <a:lnTo>
                    <a:pt x="71120" y="70739"/>
                  </a:lnTo>
                  <a:lnTo>
                    <a:pt x="41529" y="106553"/>
                  </a:lnTo>
                  <a:lnTo>
                    <a:pt x="19050" y="147574"/>
                  </a:lnTo>
                  <a:lnTo>
                    <a:pt x="4952" y="192786"/>
                  </a:lnTo>
                  <a:lnTo>
                    <a:pt x="0" y="241427"/>
                  </a:lnTo>
                  <a:lnTo>
                    <a:pt x="4952" y="290195"/>
                  </a:lnTo>
                  <a:lnTo>
                    <a:pt x="19050" y="335407"/>
                  </a:lnTo>
                  <a:lnTo>
                    <a:pt x="41529" y="376428"/>
                  </a:lnTo>
                  <a:lnTo>
                    <a:pt x="71120" y="412242"/>
                  </a:lnTo>
                  <a:lnTo>
                    <a:pt x="107061" y="441706"/>
                  </a:lnTo>
                  <a:lnTo>
                    <a:pt x="148336" y="463931"/>
                  </a:lnTo>
                  <a:lnTo>
                    <a:pt x="193928" y="478028"/>
                  </a:lnTo>
                  <a:lnTo>
                    <a:pt x="242950" y="482981"/>
                  </a:lnTo>
                  <a:lnTo>
                    <a:pt x="291973" y="478028"/>
                  </a:lnTo>
                  <a:lnTo>
                    <a:pt x="337566" y="463931"/>
                  </a:lnTo>
                  <a:lnTo>
                    <a:pt x="378841" y="441706"/>
                  </a:lnTo>
                  <a:lnTo>
                    <a:pt x="414781" y="412242"/>
                  </a:lnTo>
                  <a:lnTo>
                    <a:pt x="444373" y="376428"/>
                  </a:lnTo>
                  <a:lnTo>
                    <a:pt x="466851" y="335407"/>
                  </a:lnTo>
                  <a:lnTo>
                    <a:pt x="480949" y="290195"/>
                  </a:lnTo>
                  <a:lnTo>
                    <a:pt x="485901" y="241427"/>
                  </a:lnTo>
                  <a:lnTo>
                    <a:pt x="480949" y="192786"/>
                  </a:lnTo>
                  <a:lnTo>
                    <a:pt x="466851" y="147574"/>
                  </a:lnTo>
                  <a:lnTo>
                    <a:pt x="444373" y="106553"/>
                  </a:lnTo>
                  <a:lnTo>
                    <a:pt x="414781" y="70739"/>
                  </a:lnTo>
                  <a:lnTo>
                    <a:pt x="378841" y="41275"/>
                  </a:lnTo>
                  <a:lnTo>
                    <a:pt x="337566" y="18923"/>
                  </a:lnTo>
                  <a:lnTo>
                    <a:pt x="291973" y="4953"/>
                  </a:lnTo>
                  <a:lnTo>
                    <a:pt x="242950" y="0"/>
                  </a:lnTo>
                  <a:close/>
                </a:path>
              </a:pathLst>
            </a:custGeom>
            <a:solidFill>
              <a:srgbClr val="E7F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58890" y="3917442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09" h="483235">
                  <a:moveTo>
                    <a:pt x="0" y="241426"/>
                  </a:moveTo>
                  <a:lnTo>
                    <a:pt x="4952" y="192785"/>
                  </a:lnTo>
                  <a:lnTo>
                    <a:pt x="19050" y="147573"/>
                  </a:lnTo>
                  <a:lnTo>
                    <a:pt x="41529" y="106552"/>
                  </a:lnTo>
                  <a:lnTo>
                    <a:pt x="71120" y="70738"/>
                  </a:lnTo>
                  <a:lnTo>
                    <a:pt x="107061" y="41274"/>
                  </a:lnTo>
                  <a:lnTo>
                    <a:pt x="148336" y="18922"/>
                  </a:lnTo>
                  <a:lnTo>
                    <a:pt x="193929" y="4952"/>
                  </a:lnTo>
                  <a:lnTo>
                    <a:pt x="242951" y="0"/>
                  </a:lnTo>
                  <a:lnTo>
                    <a:pt x="291973" y="4952"/>
                  </a:lnTo>
                  <a:lnTo>
                    <a:pt x="337565" y="18922"/>
                  </a:lnTo>
                  <a:lnTo>
                    <a:pt x="378840" y="41274"/>
                  </a:lnTo>
                  <a:lnTo>
                    <a:pt x="414782" y="70738"/>
                  </a:lnTo>
                  <a:lnTo>
                    <a:pt x="444373" y="106552"/>
                  </a:lnTo>
                  <a:lnTo>
                    <a:pt x="466852" y="147573"/>
                  </a:lnTo>
                  <a:lnTo>
                    <a:pt x="480949" y="192785"/>
                  </a:lnTo>
                  <a:lnTo>
                    <a:pt x="485902" y="241426"/>
                  </a:lnTo>
                  <a:lnTo>
                    <a:pt x="480949" y="290194"/>
                  </a:lnTo>
                  <a:lnTo>
                    <a:pt x="466852" y="335406"/>
                  </a:lnTo>
                  <a:lnTo>
                    <a:pt x="444373" y="376427"/>
                  </a:lnTo>
                  <a:lnTo>
                    <a:pt x="414782" y="412241"/>
                  </a:lnTo>
                  <a:lnTo>
                    <a:pt x="378840" y="441705"/>
                  </a:lnTo>
                  <a:lnTo>
                    <a:pt x="337565" y="464057"/>
                  </a:lnTo>
                  <a:lnTo>
                    <a:pt x="291973" y="478027"/>
                  </a:lnTo>
                  <a:lnTo>
                    <a:pt x="242951" y="482980"/>
                  </a:lnTo>
                  <a:lnTo>
                    <a:pt x="193929" y="478027"/>
                  </a:lnTo>
                  <a:lnTo>
                    <a:pt x="148336" y="464057"/>
                  </a:lnTo>
                  <a:lnTo>
                    <a:pt x="107061" y="441705"/>
                  </a:lnTo>
                  <a:lnTo>
                    <a:pt x="71120" y="412241"/>
                  </a:lnTo>
                  <a:lnTo>
                    <a:pt x="41529" y="376427"/>
                  </a:lnTo>
                  <a:lnTo>
                    <a:pt x="19050" y="335406"/>
                  </a:lnTo>
                  <a:lnTo>
                    <a:pt x="4952" y="290194"/>
                  </a:lnTo>
                  <a:lnTo>
                    <a:pt x="0" y="241426"/>
                  </a:lnTo>
                  <a:close/>
                </a:path>
              </a:pathLst>
            </a:custGeom>
            <a:ln w="38099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2404" y="2699004"/>
              <a:ext cx="609600" cy="60655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104888" y="2738628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09" h="483235">
                  <a:moveTo>
                    <a:pt x="242950" y="0"/>
                  </a:moveTo>
                  <a:lnTo>
                    <a:pt x="193928" y="4952"/>
                  </a:lnTo>
                  <a:lnTo>
                    <a:pt x="148335" y="18923"/>
                  </a:lnTo>
                  <a:lnTo>
                    <a:pt x="107060" y="41275"/>
                  </a:lnTo>
                  <a:lnTo>
                    <a:pt x="71119" y="70738"/>
                  </a:lnTo>
                  <a:lnTo>
                    <a:pt x="41528" y="106552"/>
                  </a:lnTo>
                  <a:lnTo>
                    <a:pt x="19050" y="147574"/>
                  </a:lnTo>
                  <a:lnTo>
                    <a:pt x="4952" y="192786"/>
                  </a:lnTo>
                  <a:lnTo>
                    <a:pt x="0" y="241427"/>
                  </a:lnTo>
                  <a:lnTo>
                    <a:pt x="4952" y="290195"/>
                  </a:lnTo>
                  <a:lnTo>
                    <a:pt x="19050" y="335407"/>
                  </a:lnTo>
                  <a:lnTo>
                    <a:pt x="41528" y="376428"/>
                  </a:lnTo>
                  <a:lnTo>
                    <a:pt x="71119" y="412242"/>
                  </a:lnTo>
                  <a:lnTo>
                    <a:pt x="107060" y="441706"/>
                  </a:lnTo>
                  <a:lnTo>
                    <a:pt x="148335" y="464058"/>
                  </a:lnTo>
                  <a:lnTo>
                    <a:pt x="193928" y="478028"/>
                  </a:lnTo>
                  <a:lnTo>
                    <a:pt x="242950" y="482981"/>
                  </a:lnTo>
                  <a:lnTo>
                    <a:pt x="291972" y="478028"/>
                  </a:lnTo>
                  <a:lnTo>
                    <a:pt x="337565" y="464058"/>
                  </a:lnTo>
                  <a:lnTo>
                    <a:pt x="378840" y="441706"/>
                  </a:lnTo>
                  <a:lnTo>
                    <a:pt x="414781" y="412242"/>
                  </a:lnTo>
                  <a:lnTo>
                    <a:pt x="444372" y="376428"/>
                  </a:lnTo>
                  <a:lnTo>
                    <a:pt x="466851" y="335407"/>
                  </a:lnTo>
                  <a:lnTo>
                    <a:pt x="480948" y="290195"/>
                  </a:lnTo>
                  <a:lnTo>
                    <a:pt x="485901" y="241427"/>
                  </a:lnTo>
                  <a:lnTo>
                    <a:pt x="480948" y="192786"/>
                  </a:lnTo>
                  <a:lnTo>
                    <a:pt x="466851" y="147574"/>
                  </a:lnTo>
                  <a:lnTo>
                    <a:pt x="444372" y="106552"/>
                  </a:lnTo>
                  <a:lnTo>
                    <a:pt x="414781" y="70738"/>
                  </a:lnTo>
                  <a:lnTo>
                    <a:pt x="378840" y="41275"/>
                  </a:lnTo>
                  <a:lnTo>
                    <a:pt x="337565" y="18923"/>
                  </a:lnTo>
                  <a:lnTo>
                    <a:pt x="291972" y="4952"/>
                  </a:lnTo>
                  <a:lnTo>
                    <a:pt x="242950" y="0"/>
                  </a:lnTo>
                  <a:close/>
                </a:path>
              </a:pathLst>
            </a:custGeom>
            <a:solidFill>
              <a:srgbClr val="E7F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05650" y="2739390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09" h="483235">
                  <a:moveTo>
                    <a:pt x="0" y="241427"/>
                  </a:moveTo>
                  <a:lnTo>
                    <a:pt x="4952" y="192786"/>
                  </a:lnTo>
                  <a:lnTo>
                    <a:pt x="19050" y="147574"/>
                  </a:lnTo>
                  <a:lnTo>
                    <a:pt x="41528" y="106552"/>
                  </a:lnTo>
                  <a:lnTo>
                    <a:pt x="71120" y="70738"/>
                  </a:lnTo>
                  <a:lnTo>
                    <a:pt x="107060" y="41275"/>
                  </a:lnTo>
                  <a:lnTo>
                    <a:pt x="148335" y="18923"/>
                  </a:lnTo>
                  <a:lnTo>
                    <a:pt x="193928" y="4952"/>
                  </a:lnTo>
                  <a:lnTo>
                    <a:pt x="242950" y="0"/>
                  </a:lnTo>
                  <a:lnTo>
                    <a:pt x="291973" y="4952"/>
                  </a:lnTo>
                  <a:lnTo>
                    <a:pt x="337566" y="18923"/>
                  </a:lnTo>
                  <a:lnTo>
                    <a:pt x="378841" y="41275"/>
                  </a:lnTo>
                  <a:lnTo>
                    <a:pt x="414781" y="70738"/>
                  </a:lnTo>
                  <a:lnTo>
                    <a:pt x="444373" y="106552"/>
                  </a:lnTo>
                  <a:lnTo>
                    <a:pt x="466851" y="147574"/>
                  </a:lnTo>
                  <a:lnTo>
                    <a:pt x="480949" y="192786"/>
                  </a:lnTo>
                  <a:lnTo>
                    <a:pt x="485901" y="241427"/>
                  </a:lnTo>
                  <a:lnTo>
                    <a:pt x="480949" y="290195"/>
                  </a:lnTo>
                  <a:lnTo>
                    <a:pt x="466851" y="335407"/>
                  </a:lnTo>
                  <a:lnTo>
                    <a:pt x="444373" y="376428"/>
                  </a:lnTo>
                  <a:lnTo>
                    <a:pt x="414781" y="412242"/>
                  </a:lnTo>
                  <a:lnTo>
                    <a:pt x="378841" y="441706"/>
                  </a:lnTo>
                  <a:lnTo>
                    <a:pt x="337566" y="464058"/>
                  </a:lnTo>
                  <a:lnTo>
                    <a:pt x="291973" y="478028"/>
                  </a:lnTo>
                  <a:lnTo>
                    <a:pt x="242950" y="482981"/>
                  </a:lnTo>
                  <a:lnTo>
                    <a:pt x="193928" y="478028"/>
                  </a:lnTo>
                  <a:lnTo>
                    <a:pt x="148335" y="464058"/>
                  </a:lnTo>
                  <a:lnTo>
                    <a:pt x="107060" y="441706"/>
                  </a:lnTo>
                  <a:lnTo>
                    <a:pt x="71120" y="412242"/>
                  </a:lnTo>
                  <a:lnTo>
                    <a:pt x="41528" y="376428"/>
                  </a:lnTo>
                  <a:lnTo>
                    <a:pt x="19050" y="335407"/>
                  </a:lnTo>
                  <a:lnTo>
                    <a:pt x="4952" y="290195"/>
                  </a:lnTo>
                  <a:lnTo>
                    <a:pt x="0" y="241427"/>
                  </a:lnTo>
                  <a:close/>
                </a:path>
              </a:pathLst>
            </a:custGeom>
            <a:ln w="38100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2404" y="3293364"/>
              <a:ext cx="609600" cy="60655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104888" y="3332988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09" h="483235">
                  <a:moveTo>
                    <a:pt x="242950" y="0"/>
                  </a:moveTo>
                  <a:lnTo>
                    <a:pt x="193928" y="4953"/>
                  </a:lnTo>
                  <a:lnTo>
                    <a:pt x="148335" y="18923"/>
                  </a:lnTo>
                  <a:lnTo>
                    <a:pt x="107060" y="41275"/>
                  </a:lnTo>
                  <a:lnTo>
                    <a:pt x="71119" y="70738"/>
                  </a:lnTo>
                  <a:lnTo>
                    <a:pt x="41528" y="106553"/>
                  </a:lnTo>
                  <a:lnTo>
                    <a:pt x="19050" y="147574"/>
                  </a:lnTo>
                  <a:lnTo>
                    <a:pt x="4952" y="192786"/>
                  </a:lnTo>
                  <a:lnTo>
                    <a:pt x="0" y="241426"/>
                  </a:lnTo>
                  <a:lnTo>
                    <a:pt x="4952" y="290194"/>
                  </a:lnTo>
                  <a:lnTo>
                    <a:pt x="19050" y="335406"/>
                  </a:lnTo>
                  <a:lnTo>
                    <a:pt x="41528" y="376428"/>
                  </a:lnTo>
                  <a:lnTo>
                    <a:pt x="71119" y="412242"/>
                  </a:lnTo>
                  <a:lnTo>
                    <a:pt x="107060" y="441706"/>
                  </a:lnTo>
                  <a:lnTo>
                    <a:pt x="148335" y="464057"/>
                  </a:lnTo>
                  <a:lnTo>
                    <a:pt x="193928" y="478028"/>
                  </a:lnTo>
                  <a:lnTo>
                    <a:pt x="242950" y="482981"/>
                  </a:lnTo>
                  <a:lnTo>
                    <a:pt x="291972" y="478028"/>
                  </a:lnTo>
                  <a:lnTo>
                    <a:pt x="337565" y="464057"/>
                  </a:lnTo>
                  <a:lnTo>
                    <a:pt x="378840" y="441706"/>
                  </a:lnTo>
                  <a:lnTo>
                    <a:pt x="414781" y="412242"/>
                  </a:lnTo>
                  <a:lnTo>
                    <a:pt x="444372" y="376428"/>
                  </a:lnTo>
                  <a:lnTo>
                    <a:pt x="466851" y="335406"/>
                  </a:lnTo>
                  <a:lnTo>
                    <a:pt x="480948" y="290194"/>
                  </a:lnTo>
                  <a:lnTo>
                    <a:pt x="485901" y="241426"/>
                  </a:lnTo>
                  <a:lnTo>
                    <a:pt x="480948" y="192786"/>
                  </a:lnTo>
                  <a:lnTo>
                    <a:pt x="466851" y="147574"/>
                  </a:lnTo>
                  <a:lnTo>
                    <a:pt x="444372" y="106553"/>
                  </a:lnTo>
                  <a:lnTo>
                    <a:pt x="414781" y="70738"/>
                  </a:lnTo>
                  <a:lnTo>
                    <a:pt x="378840" y="41275"/>
                  </a:lnTo>
                  <a:lnTo>
                    <a:pt x="337565" y="18923"/>
                  </a:lnTo>
                  <a:lnTo>
                    <a:pt x="291972" y="4953"/>
                  </a:lnTo>
                  <a:lnTo>
                    <a:pt x="242950" y="0"/>
                  </a:lnTo>
                  <a:close/>
                </a:path>
              </a:pathLst>
            </a:custGeom>
            <a:solidFill>
              <a:srgbClr val="E7F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05650" y="3333750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09" h="483235">
                  <a:moveTo>
                    <a:pt x="0" y="241426"/>
                  </a:moveTo>
                  <a:lnTo>
                    <a:pt x="4952" y="192786"/>
                  </a:lnTo>
                  <a:lnTo>
                    <a:pt x="19050" y="147574"/>
                  </a:lnTo>
                  <a:lnTo>
                    <a:pt x="41528" y="106552"/>
                  </a:lnTo>
                  <a:lnTo>
                    <a:pt x="71120" y="70738"/>
                  </a:lnTo>
                  <a:lnTo>
                    <a:pt x="107060" y="41275"/>
                  </a:lnTo>
                  <a:lnTo>
                    <a:pt x="148335" y="18923"/>
                  </a:lnTo>
                  <a:lnTo>
                    <a:pt x="193928" y="4952"/>
                  </a:lnTo>
                  <a:lnTo>
                    <a:pt x="242950" y="0"/>
                  </a:lnTo>
                  <a:lnTo>
                    <a:pt x="291973" y="4952"/>
                  </a:lnTo>
                  <a:lnTo>
                    <a:pt x="337566" y="18923"/>
                  </a:lnTo>
                  <a:lnTo>
                    <a:pt x="378841" y="41275"/>
                  </a:lnTo>
                  <a:lnTo>
                    <a:pt x="414781" y="70738"/>
                  </a:lnTo>
                  <a:lnTo>
                    <a:pt x="444373" y="106552"/>
                  </a:lnTo>
                  <a:lnTo>
                    <a:pt x="466851" y="147574"/>
                  </a:lnTo>
                  <a:lnTo>
                    <a:pt x="480949" y="192786"/>
                  </a:lnTo>
                  <a:lnTo>
                    <a:pt x="485901" y="241426"/>
                  </a:lnTo>
                  <a:lnTo>
                    <a:pt x="480949" y="290194"/>
                  </a:lnTo>
                  <a:lnTo>
                    <a:pt x="466851" y="335406"/>
                  </a:lnTo>
                  <a:lnTo>
                    <a:pt x="444373" y="376427"/>
                  </a:lnTo>
                  <a:lnTo>
                    <a:pt x="414781" y="412242"/>
                  </a:lnTo>
                  <a:lnTo>
                    <a:pt x="378841" y="441706"/>
                  </a:lnTo>
                  <a:lnTo>
                    <a:pt x="337566" y="463931"/>
                  </a:lnTo>
                  <a:lnTo>
                    <a:pt x="291973" y="478027"/>
                  </a:lnTo>
                  <a:lnTo>
                    <a:pt x="242950" y="482981"/>
                  </a:lnTo>
                  <a:lnTo>
                    <a:pt x="193928" y="478027"/>
                  </a:lnTo>
                  <a:lnTo>
                    <a:pt x="148335" y="463931"/>
                  </a:lnTo>
                  <a:lnTo>
                    <a:pt x="107060" y="441706"/>
                  </a:lnTo>
                  <a:lnTo>
                    <a:pt x="71120" y="412242"/>
                  </a:lnTo>
                  <a:lnTo>
                    <a:pt x="41528" y="376427"/>
                  </a:lnTo>
                  <a:lnTo>
                    <a:pt x="19050" y="335406"/>
                  </a:lnTo>
                  <a:lnTo>
                    <a:pt x="4952" y="290194"/>
                  </a:lnTo>
                  <a:lnTo>
                    <a:pt x="0" y="241426"/>
                  </a:lnTo>
                  <a:close/>
                </a:path>
              </a:pathLst>
            </a:custGeom>
            <a:ln w="38100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2404" y="3877056"/>
              <a:ext cx="609600" cy="60655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104888" y="3916680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09" h="483235">
                  <a:moveTo>
                    <a:pt x="242950" y="0"/>
                  </a:moveTo>
                  <a:lnTo>
                    <a:pt x="193928" y="4953"/>
                  </a:lnTo>
                  <a:lnTo>
                    <a:pt x="148335" y="18923"/>
                  </a:lnTo>
                  <a:lnTo>
                    <a:pt x="107060" y="41275"/>
                  </a:lnTo>
                  <a:lnTo>
                    <a:pt x="71119" y="70739"/>
                  </a:lnTo>
                  <a:lnTo>
                    <a:pt x="41528" y="106553"/>
                  </a:lnTo>
                  <a:lnTo>
                    <a:pt x="19050" y="147574"/>
                  </a:lnTo>
                  <a:lnTo>
                    <a:pt x="4952" y="192786"/>
                  </a:lnTo>
                  <a:lnTo>
                    <a:pt x="0" y="241427"/>
                  </a:lnTo>
                  <a:lnTo>
                    <a:pt x="4952" y="290195"/>
                  </a:lnTo>
                  <a:lnTo>
                    <a:pt x="19050" y="335407"/>
                  </a:lnTo>
                  <a:lnTo>
                    <a:pt x="41528" y="376428"/>
                  </a:lnTo>
                  <a:lnTo>
                    <a:pt x="71119" y="412242"/>
                  </a:lnTo>
                  <a:lnTo>
                    <a:pt x="107060" y="441706"/>
                  </a:lnTo>
                  <a:lnTo>
                    <a:pt x="148335" y="463931"/>
                  </a:lnTo>
                  <a:lnTo>
                    <a:pt x="193928" y="478028"/>
                  </a:lnTo>
                  <a:lnTo>
                    <a:pt x="242950" y="482981"/>
                  </a:lnTo>
                  <a:lnTo>
                    <a:pt x="291972" y="478028"/>
                  </a:lnTo>
                  <a:lnTo>
                    <a:pt x="337565" y="463931"/>
                  </a:lnTo>
                  <a:lnTo>
                    <a:pt x="378840" y="441706"/>
                  </a:lnTo>
                  <a:lnTo>
                    <a:pt x="414781" y="412242"/>
                  </a:lnTo>
                  <a:lnTo>
                    <a:pt x="444372" y="376428"/>
                  </a:lnTo>
                  <a:lnTo>
                    <a:pt x="466851" y="335407"/>
                  </a:lnTo>
                  <a:lnTo>
                    <a:pt x="480948" y="290195"/>
                  </a:lnTo>
                  <a:lnTo>
                    <a:pt x="485901" y="241427"/>
                  </a:lnTo>
                  <a:lnTo>
                    <a:pt x="480948" y="192786"/>
                  </a:lnTo>
                  <a:lnTo>
                    <a:pt x="466851" y="147574"/>
                  </a:lnTo>
                  <a:lnTo>
                    <a:pt x="444372" y="106553"/>
                  </a:lnTo>
                  <a:lnTo>
                    <a:pt x="414781" y="70739"/>
                  </a:lnTo>
                  <a:lnTo>
                    <a:pt x="378840" y="41275"/>
                  </a:lnTo>
                  <a:lnTo>
                    <a:pt x="337565" y="18923"/>
                  </a:lnTo>
                  <a:lnTo>
                    <a:pt x="291972" y="4953"/>
                  </a:lnTo>
                  <a:lnTo>
                    <a:pt x="242950" y="0"/>
                  </a:lnTo>
                  <a:close/>
                </a:path>
              </a:pathLst>
            </a:custGeom>
            <a:solidFill>
              <a:srgbClr val="E7F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05650" y="3917442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09" h="483235">
                  <a:moveTo>
                    <a:pt x="0" y="241426"/>
                  </a:moveTo>
                  <a:lnTo>
                    <a:pt x="4952" y="192785"/>
                  </a:lnTo>
                  <a:lnTo>
                    <a:pt x="19050" y="147573"/>
                  </a:lnTo>
                  <a:lnTo>
                    <a:pt x="41528" y="106552"/>
                  </a:lnTo>
                  <a:lnTo>
                    <a:pt x="71120" y="70738"/>
                  </a:lnTo>
                  <a:lnTo>
                    <a:pt x="107060" y="41274"/>
                  </a:lnTo>
                  <a:lnTo>
                    <a:pt x="148335" y="18922"/>
                  </a:lnTo>
                  <a:lnTo>
                    <a:pt x="193928" y="4952"/>
                  </a:lnTo>
                  <a:lnTo>
                    <a:pt x="242950" y="0"/>
                  </a:lnTo>
                  <a:lnTo>
                    <a:pt x="291973" y="4952"/>
                  </a:lnTo>
                  <a:lnTo>
                    <a:pt x="337566" y="18922"/>
                  </a:lnTo>
                  <a:lnTo>
                    <a:pt x="378841" y="41274"/>
                  </a:lnTo>
                  <a:lnTo>
                    <a:pt x="414781" y="70738"/>
                  </a:lnTo>
                  <a:lnTo>
                    <a:pt x="444373" y="106552"/>
                  </a:lnTo>
                  <a:lnTo>
                    <a:pt x="466851" y="147573"/>
                  </a:lnTo>
                  <a:lnTo>
                    <a:pt x="480949" y="192785"/>
                  </a:lnTo>
                  <a:lnTo>
                    <a:pt x="485901" y="241426"/>
                  </a:lnTo>
                  <a:lnTo>
                    <a:pt x="480949" y="290194"/>
                  </a:lnTo>
                  <a:lnTo>
                    <a:pt x="466851" y="335406"/>
                  </a:lnTo>
                  <a:lnTo>
                    <a:pt x="444373" y="376427"/>
                  </a:lnTo>
                  <a:lnTo>
                    <a:pt x="414781" y="412241"/>
                  </a:lnTo>
                  <a:lnTo>
                    <a:pt x="378841" y="441705"/>
                  </a:lnTo>
                  <a:lnTo>
                    <a:pt x="337566" y="464057"/>
                  </a:lnTo>
                  <a:lnTo>
                    <a:pt x="291973" y="478027"/>
                  </a:lnTo>
                  <a:lnTo>
                    <a:pt x="242950" y="482980"/>
                  </a:lnTo>
                  <a:lnTo>
                    <a:pt x="193928" y="478027"/>
                  </a:lnTo>
                  <a:lnTo>
                    <a:pt x="148335" y="464057"/>
                  </a:lnTo>
                  <a:lnTo>
                    <a:pt x="107060" y="441705"/>
                  </a:lnTo>
                  <a:lnTo>
                    <a:pt x="71120" y="412241"/>
                  </a:lnTo>
                  <a:lnTo>
                    <a:pt x="41528" y="376427"/>
                  </a:lnTo>
                  <a:lnTo>
                    <a:pt x="19050" y="335406"/>
                  </a:lnTo>
                  <a:lnTo>
                    <a:pt x="4952" y="290194"/>
                  </a:lnTo>
                  <a:lnTo>
                    <a:pt x="0" y="241426"/>
                  </a:lnTo>
                  <a:close/>
                </a:path>
              </a:pathLst>
            </a:custGeom>
            <a:ln w="38100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89163" y="3329940"/>
              <a:ext cx="611124" cy="60807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851647" y="3369564"/>
              <a:ext cx="487680" cy="484505"/>
            </a:xfrm>
            <a:custGeom>
              <a:avLst/>
              <a:gdLst/>
              <a:ahLst/>
              <a:cxnLst/>
              <a:rect l="l" t="t" r="r" b="b"/>
              <a:pathLst>
                <a:path w="487679" h="484504">
                  <a:moveTo>
                    <a:pt x="243840" y="0"/>
                  </a:moveTo>
                  <a:lnTo>
                    <a:pt x="194691" y="4953"/>
                  </a:lnTo>
                  <a:lnTo>
                    <a:pt x="148971" y="19050"/>
                  </a:lnTo>
                  <a:lnTo>
                    <a:pt x="107569" y="41275"/>
                  </a:lnTo>
                  <a:lnTo>
                    <a:pt x="71374" y="70866"/>
                  </a:lnTo>
                  <a:lnTo>
                    <a:pt x="41655" y="106680"/>
                  </a:lnTo>
                  <a:lnTo>
                    <a:pt x="19176" y="147828"/>
                  </a:lnTo>
                  <a:lnTo>
                    <a:pt x="4952" y="193294"/>
                  </a:lnTo>
                  <a:lnTo>
                    <a:pt x="0" y="242062"/>
                  </a:lnTo>
                  <a:lnTo>
                    <a:pt x="4952" y="290830"/>
                  </a:lnTo>
                  <a:lnTo>
                    <a:pt x="19176" y="336296"/>
                  </a:lnTo>
                  <a:lnTo>
                    <a:pt x="41655" y="377444"/>
                  </a:lnTo>
                  <a:lnTo>
                    <a:pt x="71374" y="413258"/>
                  </a:lnTo>
                  <a:lnTo>
                    <a:pt x="107569" y="442849"/>
                  </a:lnTo>
                  <a:lnTo>
                    <a:pt x="148971" y="465074"/>
                  </a:lnTo>
                  <a:lnTo>
                    <a:pt x="194691" y="479171"/>
                  </a:lnTo>
                  <a:lnTo>
                    <a:pt x="243840" y="484124"/>
                  </a:lnTo>
                  <a:lnTo>
                    <a:pt x="292988" y="479171"/>
                  </a:lnTo>
                  <a:lnTo>
                    <a:pt x="338708" y="465074"/>
                  </a:lnTo>
                  <a:lnTo>
                    <a:pt x="380110" y="442849"/>
                  </a:lnTo>
                  <a:lnTo>
                    <a:pt x="416178" y="413258"/>
                  </a:lnTo>
                  <a:lnTo>
                    <a:pt x="446024" y="377444"/>
                  </a:lnTo>
                  <a:lnTo>
                    <a:pt x="468502" y="336296"/>
                  </a:lnTo>
                  <a:lnTo>
                    <a:pt x="482726" y="290830"/>
                  </a:lnTo>
                  <a:lnTo>
                    <a:pt x="487679" y="242062"/>
                  </a:lnTo>
                  <a:lnTo>
                    <a:pt x="482726" y="193294"/>
                  </a:lnTo>
                  <a:lnTo>
                    <a:pt x="468502" y="147828"/>
                  </a:lnTo>
                  <a:lnTo>
                    <a:pt x="446024" y="106680"/>
                  </a:lnTo>
                  <a:lnTo>
                    <a:pt x="416178" y="70866"/>
                  </a:lnTo>
                  <a:lnTo>
                    <a:pt x="380110" y="41275"/>
                  </a:lnTo>
                  <a:lnTo>
                    <a:pt x="338708" y="19050"/>
                  </a:lnTo>
                  <a:lnTo>
                    <a:pt x="292988" y="4953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E7F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52410" y="3370326"/>
              <a:ext cx="487680" cy="484505"/>
            </a:xfrm>
            <a:custGeom>
              <a:avLst/>
              <a:gdLst/>
              <a:ahLst/>
              <a:cxnLst/>
              <a:rect l="l" t="t" r="r" b="b"/>
              <a:pathLst>
                <a:path w="487679" h="484504">
                  <a:moveTo>
                    <a:pt x="0" y="242062"/>
                  </a:moveTo>
                  <a:lnTo>
                    <a:pt x="4953" y="193294"/>
                  </a:lnTo>
                  <a:lnTo>
                    <a:pt x="19176" y="147828"/>
                  </a:lnTo>
                  <a:lnTo>
                    <a:pt x="41656" y="106680"/>
                  </a:lnTo>
                  <a:lnTo>
                    <a:pt x="71374" y="70866"/>
                  </a:lnTo>
                  <a:lnTo>
                    <a:pt x="107569" y="41275"/>
                  </a:lnTo>
                  <a:lnTo>
                    <a:pt x="148971" y="19050"/>
                  </a:lnTo>
                  <a:lnTo>
                    <a:pt x="194691" y="4953"/>
                  </a:lnTo>
                  <a:lnTo>
                    <a:pt x="243840" y="0"/>
                  </a:lnTo>
                  <a:lnTo>
                    <a:pt x="292989" y="4953"/>
                  </a:lnTo>
                  <a:lnTo>
                    <a:pt x="338709" y="19050"/>
                  </a:lnTo>
                  <a:lnTo>
                    <a:pt x="380111" y="41275"/>
                  </a:lnTo>
                  <a:lnTo>
                    <a:pt x="416179" y="70866"/>
                  </a:lnTo>
                  <a:lnTo>
                    <a:pt x="446024" y="106680"/>
                  </a:lnTo>
                  <a:lnTo>
                    <a:pt x="468503" y="147828"/>
                  </a:lnTo>
                  <a:lnTo>
                    <a:pt x="482726" y="193294"/>
                  </a:lnTo>
                  <a:lnTo>
                    <a:pt x="487680" y="242062"/>
                  </a:lnTo>
                  <a:lnTo>
                    <a:pt x="482726" y="290830"/>
                  </a:lnTo>
                  <a:lnTo>
                    <a:pt x="468503" y="336296"/>
                  </a:lnTo>
                  <a:lnTo>
                    <a:pt x="446024" y="377444"/>
                  </a:lnTo>
                  <a:lnTo>
                    <a:pt x="416179" y="413257"/>
                  </a:lnTo>
                  <a:lnTo>
                    <a:pt x="380111" y="442849"/>
                  </a:lnTo>
                  <a:lnTo>
                    <a:pt x="338709" y="465074"/>
                  </a:lnTo>
                  <a:lnTo>
                    <a:pt x="292989" y="479171"/>
                  </a:lnTo>
                  <a:lnTo>
                    <a:pt x="243840" y="484124"/>
                  </a:lnTo>
                  <a:lnTo>
                    <a:pt x="194691" y="479171"/>
                  </a:lnTo>
                  <a:lnTo>
                    <a:pt x="148971" y="465074"/>
                  </a:lnTo>
                  <a:lnTo>
                    <a:pt x="107569" y="442849"/>
                  </a:lnTo>
                  <a:lnTo>
                    <a:pt x="71374" y="413257"/>
                  </a:lnTo>
                  <a:lnTo>
                    <a:pt x="41656" y="377444"/>
                  </a:lnTo>
                  <a:lnTo>
                    <a:pt x="19176" y="336296"/>
                  </a:lnTo>
                  <a:lnTo>
                    <a:pt x="4953" y="290830"/>
                  </a:lnTo>
                  <a:lnTo>
                    <a:pt x="0" y="242062"/>
                  </a:lnTo>
                  <a:close/>
                </a:path>
              </a:pathLst>
            </a:custGeom>
            <a:ln w="38099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45045" y="2981706"/>
              <a:ext cx="1007110" cy="1177925"/>
            </a:xfrm>
            <a:custGeom>
              <a:avLst/>
              <a:gdLst/>
              <a:ahLst/>
              <a:cxnLst/>
              <a:rect l="l" t="t" r="r" b="b"/>
              <a:pathLst>
                <a:path w="1007109" h="1177925">
                  <a:moveTo>
                    <a:pt x="746505" y="0"/>
                  </a:moveTo>
                  <a:lnTo>
                    <a:pt x="1006982" y="631063"/>
                  </a:lnTo>
                </a:path>
                <a:path w="1007109" h="1177925">
                  <a:moveTo>
                    <a:pt x="746505" y="594106"/>
                  </a:moveTo>
                  <a:lnTo>
                    <a:pt x="1006982" y="630808"/>
                  </a:lnTo>
                </a:path>
                <a:path w="1007109" h="1177925">
                  <a:moveTo>
                    <a:pt x="746505" y="1176908"/>
                  </a:moveTo>
                  <a:lnTo>
                    <a:pt x="1006982" y="630682"/>
                  </a:lnTo>
                </a:path>
                <a:path w="1007109" h="1177925">
                  <a:moveTo>
                    <a:pt x="0" y="1177289"/>
                  </a:moveTo>
                  <a:lnTo>
                    <a:pt x="260476" y="0"/>
                  </a:lnTo>
                </a:path>
                <a:path w="1007109" h="1177925">
                  <a:moveTo>
                    <a:pt x="0" y="1177163"/>
                  </a:moveTo>
                  <a:lnTo>
                    <a:pt x="260476" y="594106"/>
                  </a:lnTo>
                </a:path>
                <a:path w="1007109" h="1177925">
                  <a:moveTo>
                    <a:pt x="0" y="1177544"/>
                  </a:moveTo>
                  <a:lnTo>
                    <a:pt x="260476" y="1177544"/>
                  </a:lnTo>
                </a:path>
                <a:path w="1007109" h="1177925">
                  <a:moveTo>
                    <a:pt x="0" y="0"/>
                  </a:moveTo>
                  <a:lnTo>
                    <a:pt x="260476" y="0"/>
                  </a:lnTo>
                </a:path>
                <a:path w="1007109" h="1177925">
                  <a:moveTo>
                    <a:pt x="0" y="0"/>
                  </a:moveTo>
                  <a:lnTo>
                    <a:pt x="260476" y="594232"/>
                  </a:lnTo>
                </a:path>
                <a:path w="1007109" h="1177925">
                  <a:moveTo>
                    <a:pt x="0" y="0"/>
                  </a:moveTo>
                  <a:lnTo>
                    <a:pt x="260476" y="1177289"/>
                  </a:lnTo>
                </a:path>
                <a:path w="1007109" h="1177925">
                  <a:moveTo>
                    <a:pt x="0" y="594232"/>
                  </a:moveTo>
                  <a:lnTo>
                    <a:pt x="260476" y="0"/>
                  </a:lnTo>
                </a:path>
                <a:path w="1007109" h="1177925">
                  <a:moveTo>
                    <a:pt x="0" y="594106"/>
                  </a:moveTo>
                  <a:lnTo>
                    <a:pt x="260476" y="594106"/>
                  </a:lnTo>
                </a:path>
                <a:path w="1007109" h="1177925">
                  <a:moveTo>
                    <a:pt x="0" y="594106"/>
                  </a:moveTo>
                  <a:lnTo>
                    <a:pt x="260476" y="1177163"/>
                  </a:lnTo>
                </a:path>
              </a:pathLst>
            </a:custGeom>
            <a:ln w="28956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2205227" y="1952451"/>
            <a:ext cx="2847340" cy="3366770"/>
            <a:chOff x="2205227" y="1952451"/>
            <a:chExt cx="2847340" cy="336677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5227" y="1952451"/>
              <a:ext cx="2846831" cy="336630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279903" y="1965960"/>
              <a:ext cx="2743200" cy="3268979"/>
            </a:xfrm>
            <a:custGeom>
              <a:avLst/>
              <a:gdLst/>
              <a:ahLst/>
              <a:cxnLst/>
              <a:rect l="l" t="t" r="r" b="b"/>
              <a:pathLst>
                <a:path w="2743200" h="3268979">
                  <a:moveTo>
                    <a:pt x="2742946" y="0"/>
                  </a:moveTo>
                  <a:lnTo>
                    <a:pt x="0" y="0"/>
                  </a:lnTo>
                  <a:lnTo>
                    <a:pt x="0" y="3268726"/>
                  </a:lnTo>
                  <a:lnTo>
                    <a:pt x="2742946" y="3268726"/>
                  </a:lnTo>
                  <a:lnTo>
                    <a:pt x="2742946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282189" y="1968245"/>
            <a:ext cx="2741930" cy="3267710"/>
          </a:xfrm>
          <a:prstGeom prst="rect">
            <a:avLst/>
          </a:prstGeom>
          <a:ln w="25906">
            <a:solidFill>
              <a:srgbClr val="395D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45"/>
              </a:spcBef>
            </a:pPr>
            <a:endParaRPr sz="1800">
              <a:latin typeface="Times New Roman"/>
              <a:cs typeface="Times New Roman"/>
            </a:endParaRPr>
          </a:p>
          <a:p>
            <a:pPr marL="40259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800" b="1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Rendered</a:t>
            </a:r>
            <a:r>
              <a:rPr sz="18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Image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362200" y="2671572"/>
            <a:ext cx="2522220" cy="1932939"/>
            <a:chOff x="2362200" y="2671572"/>
            <a:chExt cx="2522220" cy="1932939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2200" y="2671572"/>
              <a:ext cx="2522220" cy="193243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71928" y="2726436"/>
              <a:ext cx="2357628" cy="176783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458973" y="2713482"/>
              <a:ext cx="2386330" cy="1797050"/>
            </a:xfrm>
            <a:custGeom>
              <a:avLst/>
              <a:gdLst/>
              <a:ahLst/>
              <a:cxnLst/>
              <a:rect l="l" t="t" r="r" b="b"/>
              <a:pathLst>
                <a:path w="2386329" h="1797050">
                  <a:moveTo>
                    <a:pt x="0" y="1796542"/>
                  </a:moveTo>
                  <a:lnTo>
                    <a:pt x="2386203" y="1796542"/>
                  </a:lnTo>
                  <a:lnTo>
                    <a:pt x="2386203" y="0"/>
                  </a:lnTo>
                  <a:lnTo>
                    <a:pt x="0" y="0"/>
                  </a:lnTo>
                  <a:lnTo>
                    <a:pt x="0" y="1796542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8711" y="4999431"/>
            <a:ext cx="493141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FFFFFF"/>
                </a:solidFill>
              </a:rPr>
              <a:t>WHAT</a:t>
            </a:r>
            <a:r>
              <a:rPr sz="3400" spc="-105" dirty="0">
                <a:solidFill>
                  <a:srgbClr val="FFFFFF"/>
                </a:solidFill>
              </a:rPr>
              <a:t> </a:t>
            </a:r>
            <a:r>
              <a:rPr sz="3400" dirty="0">
                <a:solidFill>
                  <a:srgbClr val="FFFFFF"/>
                </a:solidFill>
              </a:rPr>
              <a:t>IS</a:t>
            </a:r>
            <a:r>
              <a:rPr sz="3400" spc="-105" dirty="0">
                <a:solidFill>
                  <a:srgbClr val="FFFFFF"/>
                </a:solidFill>
              </a:rPr>
              <a:t> </a:t>
            </a:r>
            <a:r>
              <a:rPr sz="3400" dirty="0">
                <a:solidFill>
                  <a:srgbClr val="FFFFFF"/>
                </a:solidFill>
              </a:rPr>
              <a:t>DEEP</a:t>
            </a:r>
            <a:r>
              <a:rPr sz="3400" spc="-75" dirty="0">
                <a:solidFill>
                  <a:srgbClr val="FFFFFF"/>
                </a:solidFill>
              </a:rPr>
              <a:t> </a:t>
            </a:r>
            <a:r>
              <a:rPr sz="3400" spc="-10" dirty="0">
                <a:solidFill>
                  <a:srgbClr val="FFFFFF"/>
                </a:solidFill>
              </a:rPr>
              <a:t>LEARNING?</a:t>
            </a:r>
            <a:endParaRPr sz="3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972800" cy="6172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54123" y="2820162"/>
            <a:ext cx="645668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8020" marR="5080" indent="-65595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</a:rPr>
              <a:t>DEEP</a:t>
            </a:r>
            <a:r>
              <a:rPr sz="3200" spc="-7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LEARNING</a:t>
            </a:r>
            <a:r>
              <a:rPr sz="3200" spc="-7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FLIPS</a:t>
            </a:r>
            <a:r>
              <a:rPr sz="3200" spc="-35" dirty="0">
                <a:solidFill>
                  <a:srgbClr val="FFFFFF"/>
                </a:solidFill>
              </a:rPr>
              <a:t> </a:t>
            </a:r>
            <a:r>
              <a:rPr sz="3200" spc="-10" dirty="0">
                <a:solidFill>
                  <a:srgbClr val="FFFFFF"/>
                </a:solidFill>
              </a:rPr>
              <a:t>TRADITIONAL </a:t>
            </a:r>
            <a:r>
              <a:rPr sz="3200" dirty="0">
                <a:solidFill>
                  <a:srgbClr val="FFFFFF"/>
                </a:solidFill>
              </a:rPr>
              <a:t>PROGRAMMING</a:t>
            </a:r>
            <a:r>
              <a:rPr sz="3200" spc="-10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ON</a:t>
            </a:r>
            <a:r>
              <a:rPr sz="3200" spc="-45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ITS</a:t>
            </a:r>
            <a:r>
              <a:rPr sz="3200" spc="-65" dirty="0">
                <a:solidFill>
                  <a:srgbClr val="FFFFFF"/>
                </a:solidFill>
              </a:rPr>
              <a:t> </a:t>
            </a:r>
            <a:r>
              <a:rPr sz="3200" spc="-20" dirty="0">
                <a:solidFill>
                  <a:srgbClr val="FFFFFF"/>
                </a:solidFill>
              </a:rPr>
              <a:t>HEAD</a:t>
            </a:r>
            <a:endParaRPr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6247" rIns="0" bIns="0" rtlCol="0">
            <a:spAutoFit/>
          </a:bodyPr>
          <a:lstStyle/>
          <a:p>
            <a:pPr marL="604520" algn="ctr">
              <a:lnSpc>
                <a:spcPts val="4305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TRADITIONAL</a:t>
            </a:r>
            <a:r>
              <a:rPr b="1" spc="-12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PROGRAMMING</a:t>
            </a:r>
          </a:p>
          <a:p>
            <a:pPr marL="605790" algn="ctr">
              <a:lnSpc>
                <a:spcPts val="3345"/>
              </a:lnSpc>
            </a:pPr>
            <a:r>
              <a:rPr sz="2800" dirty="0">
                <a:solidFill>
                  <a:srgbClr val="578900"/>
                </a:solidFill>
              </a:rPr>
              <a:t>Building</a:t>
            </a:r>
            <a:r>
              <a:rPr sz="2800" spc="-90" dirty="0">
                <a:solidFill>
                  <a:srgbClr val="578900"/>
                </a:solidFill>
              </a:rPr>
              <a:t> </a:t>
            </a:r>
            <a:r>
              <a:rPr sz="2800" dirty="0">
                <a:solidFill>
                  <a:srgbClr val="578900"/>
                </a:solidFill>
              </a:rPr>
              <a:t>a</a:t>
            </a:r>
            <a:r>
              <a:rPr sz="2800" spc="-45" dirty="0">
                <a:solidFill>
                  <a:srgbClr val="578900"/>
                </a:solidFill>
              </a:rPr>
              <a:t> </a:t>
            </a:r>
            <a:r>
              <a:rPr sz="2800" spc="-10" dirty="0">
                <a:solidFill>
                  <a:srgbClr val="578900"/>
                </a:solidFill>
              </a:rPr>
              <a:t>Classifier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99808" y="2090864"/>
            <a:ext cx="3134995" cy="3721735"/>
            <a:chOff x="499808" y="2090864"/>
            <a:chExt cx="3134995" cy="3721735"/>
          </a:xfrm>
        </p:grpSpPr>
        <p:sp>
          <p:nvSpPr>
            <p:cNvPr id="4" name="object 4"/>
            <p:cNvSpPr/>
            <p:nvPr/>
          </p:nvSpPr>
          <p:spPr>
            <a:xfrm>
              <a:off x="512063" y="2103119"/>
              <a:ext cx="3108960" cy="3695700"/>
            </a:xfrm>
            <a:custGeom>
              <a:avLst/>
              <a:gdLst/>
              <a:ahLst/>
              <a:cxnLst/>
              <a:rect l="l" t="t" r="r" b="b"/>
              <a:pathLst>
                <a:path w="3108960" h="3695700">
                  <a:moveTo>
                    <a:pt x="3108960" y="0"/>
                  </a:moveTo>
                  <a:lnTo>
                    <a:pt x="0" y="0"/>
                  </a:lnTo>
                  <a:lnTo>
                    <a:pt x="0" y="3695446"/>
                  </a:lnTo>
                  <a:lnTo>
                    <a:pt x="3108960" y="3695446"/>
                  </a:lnTo>
                  <a:lnTo>
                    <a:pt x="3108960" y="0"/>
                  </a:lnTo>
                  <a:close/>
                </a:path>
              </a:pathLst>
            </a:custGeom>
            <a:solidFill>
              <a:srgbClr val="DFDFD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2825" y="2103881"/>
              <a:ext cx="3108960" cy="3695700"/>
            </a:xfrm>
            <a:custGeom>
              <a:avLst/>
              <a:gdLst/>
              <a:ahLst/>
              <a:cxnLst/>
              <a:rect l="l" t="t" r="r" b="b"/>
              <a:pathLst>
                <a:path w="3108960" h="3695700">
                  <a:moveTo>
                    <a:pt x="0" y="3695446"/>
                  </a:moveTo>
                  <a:lnTo>
                    <a:pt x="3108960" y="3695446"/>
                  </a:lnTo>
                  <a:lnTo>
                    <a:pt x="3108960" y="0"/>
                  </a:lnTo>
                  <a:lnTo>
                    <a:pt x="0" y="0"/>
                  </a:lnTo>
                  <a:lnTo>
                    <a:pt x="0" y="3695446"/>
                  </a:lnTo>
                  <a:close/>
                </a:path>
              </a:pathLst>
            </a:custGeom>
            <a:ln w="25908">
              <a:solidFill>
                <a:srgbClr val="C9D4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8468" y="2438399"/>
              <a:ext cx="1219200" cy="12192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13331" y="2473451"/>
              <a:ext cx="1109345" cy="1109345"/>
            </a:xfrm>
            <a:custGeom>
              <a:avLst/>
              <a:gdLst/>
              <a:ahLst/>
              <a:cxnLst/>
              <a:rect l="l" t="t" r="r" b="b"/>
              <a:pathLst>
                <a:path w="1109345" h="1109345">
                  <a:moveTo>
                    <a:pt x="554609" y="0"/>
                  </a:moveTo>
                  <a:lnTo>
                    <a:pt x="506856" y="2032"/>
                  </a:lnTo>
                  <a:lnTo>
                    <a:pt x="460120" y="8000"/>
                  </a:lnTo>
                  <a:lnTo>
                    <a:pt x="414655" y="17780"/>
                  </a:lnTo>
                  <a:lnTo>
                    <a:pt x="370713" y="31242"/>
                  </a:lnTo>
                  <a:lnTo>
                    <a:pt x="328294" y="48133"/>
                  </a:lnTo>
                  <a:lnTo>
                    <a:pt x="287781" y="68325"/>
                  </a:lnTo>
                  <a:lnTo>
                    <a:pt x="249174" y="91567"/>
                  </a:lnTo>
                  <a:lnTo>
                    <a:pt x="212725" y="117856"/>
                  </a:lnTo>
                  <a:lnTo>
                    <a:pt x="178688" y="146938"/>
                  </a:lnTo>
                  <a:lnTo>
                    <a:pt x="146938" y="178688"/>
                  </a:lnTo>
                  <a:lnTo>
                    <a:pt x="117856" y="212725"/>
                  </a:lnTo>
                  <a:lnTo>
                    <a:pt x="91567" y="249174"/>
                  </a:lnTo>
                  <a:lnTo>
                    <a:pt x="68326" y="287782"/>
                  </a:lnTo>
                  <a:lnTo>
                    <a:pt x="48133" y="328295"/>
                  </a:lnTo>
                  <a:lnTo>
                    <a:pt x="31242" y="370713"/>
                  </a:lnTo>
                  <a:lnTo>
                    <a:pt x="17780" y="414655"/>
                  </a:lnTo>
                  <a:lnTo>
                    <a:pt x="8001" y="460121"/>
                  </a:lnTo>
                  <a:lnTo>
                    <a:pt x="2031" y="506856"/>
                  </a:lnTo>
                  <a:lnTo>
                    <a:pt x="0" y="554609"/>
                  </a:lnTo>
                  <a:lnTo>
                    <a:pt x="2031" y="602488"/>
                  </a:lnTo>
                  <a:lnTo>
                    <a:pt x="8001" y="649224"/>
                  </a:lnTo>
                  <a:lnTo>
                    <a:pt x="17780" y="694690"/>
                  </a:lnTo>
                  <a:lnTo>
                    <a:pt x="31242" y="738632"/>
                  </a:lnTo>
                  <a:lnTo>
                    <a:pt x="48133" y="781050"/>
                  </a:lnTo>
                  <a:lnTo>
                    <a:pt x="68326" y="821563"/>
                  </a:lnTo>
                  <a:lnTo>
                    <a:pt x="91567" y="860171"/>
                  </a:lnTo>
                  <a:lnTo>
                    <a:pt x="117856" y="896620"/>
                  </a:lnTo>
                  <a:lnTo>
                    <a:pt x="146938" y="930656"/>
                  </a:lnTo>
                  <a:lnTo>
                    <a:pt x="178688" y="962406"/>
                  </a:lnTo>
                  <a:lnTo>
                    <a:pt x="212725" y="991489"/>
                  </a:lnTo>
                  <a:lnTo>
                    <a:pt x="249174" y="1017778"/>
                  </a:lnTo>
                  <a:lnTo>
                    <a:pt x="287781" y="1041019"/>
                  </a:lnTo>
                  <a:lnTo>
                    <a:pt x="328294" y="1061212"/>
                  </a:lnTo>
                  <a:lnTo>
                    <a:pt x="370713" y="1078103"/>
                  </a:lnTo>
                  <a:lnTo>
                    <a:pt x="414655" y="1091565"/>
                  </a:lnTo>
                  <a:lnTo>
                    <a:pt x="460120" y="1101344"/>
                  </a:lnTo>
                  <a:lnTo>
                    <a:pt x="506856" y="1107313"/>
                  </a:lnTo>
                  <a:lnTo>
                    <a:pt x="554609" y="1109345"/>
                  </a:lnTo>
                  <a:lnTo>
                    <a:pt x="602488" y="1107313"/>
                  </a:lnTo>
                  <a:lnTo>
                    <a:pt x="649224" y="1101344"/>
                  </a:lnTo>
                  <a:lnTo>
                    <a:pt x="694690" y="1091565"/>
                  </a:lnTo>
                  <a:lnTo>
                    <a:pt x="738632" y="1078103"/>
                  </a:lnTo>
                  <a:lnTo>
                    <a:pt x="781050" y="1061212"/>
                  </a:lnTo>
                  <a:lnTo>
                    <a:pt x="821563" y="1041019"/>
                  </a:lnTo>
                  <a:lnTo>
                    <a:pt x="860170" y="1017778"/>
                  </a:lnTo>
                  <a:lnTo>
                    <a:pt x="896619" y="991489"/>
                  </a:lnTo>
                  <a:lnTo>
                    <a:pt x="930656" y="962406"/>
                  </a:lnTo>
                  <a:lnTo>
                    <a:pt x="962406" y="930656"/>
                  </a:lnTo>
                  <a:lnTo>
                    <a:pt x="991488" y="896620"/>
                  </a:lnTo>
                  <a:lnTo>
                    <a:pt x="1017778" y="860171"/>
                  </a:lnTo>
                  <a:lnTo>
                    <a:pt x="1041019" y="821563"/>
                  </a:lnTo>
                  <a:lnTo>
                    <a:pt x="1061212" y="781050"/>
                  </a:lnTo>
                  <a:lnTo>
                    <a:pt x="1078103" y="738632"/>
                  </a:lnTo>
                  <a:lnTo>
                    <a:pt x="1091565" y="694690"/>
                  </a:lnTo>
                  <a:lnTo>
                    <a:pt x="1101344" y="649224"/>
                  </a:lnTo>
                  <a:lnTo>
                    <a:pt x="1107313" y="602488"/>
                  </a:lnTo>
                  <a:lnTo>
                    <a:pt x="1109345" y="554609"/>
                  </a:lnTo>
                  <a:lnTo>
                    <a:pt x="1107313" y="506856"/>
                  </a:lnTo>
                  <a:lnTo>
                    <a:pt x="1101344" y="460121"/>
                  </a:lnTo>
                  <a:lnTo>
                    <a:pt x="1091565" y="414655"/>
                  </a:lnTo>
                  <a:lnTo>
                    <a:pt x="1078103" y="370713"/>
                  </a:lnTo>
                  <a:lnTo>
                    <a:pt x="1061212" y="328295"/>
                  </a:lnTo>
                  <a:lnTo>
                    <a:pt x="1041019" y="287782"/>
                  </a:lnTo>
                  <a:lnTo>
                    <a:pt x="1017778" y="249174"/>
                  </a:lnTo>
                  <a:lnTo>
                    <a:pt x="991488" y="212725"/>
                  </a:lnTo>
                  <a:lnTo>
                    <a:pt x="962406" y="178688"/>
                  </a:lnTo>
                  <a:lnTo>
                    <a:pt x="930656" y="146938"/>
                  </a:lnTo>
                  <a:lnTo>
                    <a:pt x="896619" y="117856"/>
                  </a:lnTo>
                  <a:lnTo>
                    <a:pt x="860170" y="91567"/>
                  </a:lnTo>
                  <a:lnTo>
                    <a:pt x="821563" y="68325"/>
                  </a:lnTo>
                  <a:lnTo>
                    <a:pt x="781050" y="48133"/>
                  </a:lnTo>
                  <a:lnTo>
                    <a:pt x="738632" y="31242"/>
                  </a:lnTo>
                  <a:lnTo>
                    <a:pt x="694690" y="17780"/>
                  </a:lnTo>
                  <a:lnTo>
                    <a:pt x="649224" y="8000"/>
                  </a:lnTo>
                  <a:lnTo>
                    <a:pt x="602488" y="2032"/>
                  </a:lnTo>
                  <a:lnTo>
                    <a:pt x="55460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14093" y="2474213"/>
              <a:ext cx="1109345" cy="1109345"/>
            </a:xfrm>
            <a:custGeom>
              <a:avLst/>
              <a:gdLst/>
              <a:ahLst/>
              <a:cxnLst/>
              <a:rect l="l" t="t" r="r" b="b"/>
              <a:pathLst>
                <a:path w="1109345" h="1109345">
                  <a:moveTo>
                    <a:pt x="0" y="554609"/>
                  </a:moveTo>
                  <a:lnTo>
                    <a:pt x="2031" y="506856"/>
                  </a:lnTo>
                  <a:lnTo>
                    <a:pt x="8000" y="460121"/>
                  </a:lnTo>
                  <a:lnTo>
                    <a:pt x="17780" y="414655"/>
                  </a:lnTo>
                  <a:lnTo>
                    <a:pt x="31242" y="370713"/>
                  </a:lnTo>
                  <a:lnTo>
                    <a:pt x="48133" y="328295"/>
                  </a:lnTo>
                  <a:lnTo>
                    <a:pt x="68325" y="287782"/>
                  </a:lnTo>
                  <a:lnTo>
                    <a:pt x="91567" y="249174"/>
                  </a:lnTo>
                  <a:lnTo>
                    <a:pt x="117856" y="212725"/>
                  </a:lnTo>
                  <a:lnTo>
                    <a:pt x="146938" y="178688"/>
                  </a:lnTo>
                  <a:lnTo>
                    <a:pt x="178688" y="146938"/>
                  </a:lnTo>
                  <a:lnTo>
                    <a:pt x="212725" y="117856"/>
                  </a:lnTo>
                  <a:lnTo>
                    <a:pt x="249174" y="91566"/>
                  </a:lnTo>
                  <a:lnTo>
                    <a:pt x="287781" y="68325"/>
                  </a:lnTo>
                  <a:lnTo>
                    <a:pt x="328294" y="48133"/>
                  </a:lnTo>
                  <a:lnTo>
                    <a:pt x="370713" y="31241"/>
                  </a:lnTo>
                  <a:lnTo>
                    <a:pt x="414655" y="17780"/>
                  </a:lnTo>
                  <a:lnTo>
                    <a:pt x="460120" y="8000"/>
                  </a:lnTo>
                  <a:lnTo>
                    <a:pt x="506856" y="2032"/>
                  </a:lnTo>
                  <a:lnTo>
                    <a:pt x="554608" y="0"/>
                  </a:lnTo>
                  <a:lnTo>
                    <a:pt x="602488" y="2032"/>
                  </a:lnTo>
                  <a:lnTo>
                    <a:pt x="649224" y="8000"/>
                  </a:lnTo>
                  <a:lnTo>
                    <a:pt x="694689" y="17780"/>
                  </a:lnTo>
                  <a:lnTo>
                    <a:pt x="738632" y="31241"/>
                  </a:lnTo>
                  <a:lnTo>
                    <a:pt x="781050" y="48133"/>
                  </a:lnTo>
                  <a:lnTo>
                    <a:pt x="821563" y="68325"/>
                  </a:lnTo>
                  <a:lnTo>
                    <a:pt x="860170" y="91566"/>
                  </a:lnTo>
                  <a:lnTo>
                    <a:pt x="896619" y="117856"/>
                  </a:lnTo>
                  <a:lnTo>
                    <a:pt x="930656" y="146938"/>
                  </a:lnTo>
                  <a:lnTo>
                    <a:pt x="962406" y="178688"/>
                  </a:lnTo>
                  <a:lnTo>
                    <a:pt x="991488" y="212725"/>
                  </a:lnTo>
                  <a:lnTo>
                    <a:pt x="1017778" y="249174"/>
                  </a:lnTo>
                  <a:lnTo>
                    <a:pt x="1041019" y="287782"/>
                  </a:lnTo>
                  <a:lnTo>
                    <a:pt x="1061212" y="328295"/>
                  </a:lnTo>
                  <a:lnTo>
                    <a:pt x="1078103" y="370713"/>
                  </a:lnTo>
                  <a:lnTo>
                    <a:pt x="1091564" y="414655"/>
                  </a:lnTo>
                  <a:lnTo>
                    <a:pt x="1101344" y="460121"/>
                  </a:lnTo>
                  <a:lnTo>
                    <a:pt x="1107313" y="506856"/>
                  </a:lnTo>
                  <a:lnTo>
                    <a:pt x="1109345" y="554609"/>
                  </a:lnTo>
                  <a:lnTo>
                    <a:pt x="1107313" y="602488"/>
                  </a:lnTo>
                  <a:lnTo>
                    <a:pt x="1101344" y="649224"/>
                  </a:lnTo>
                  <a:lnTo>
                    <a:pt x="1091564" y="694690"/>
                  </a:lnTo>
                  <a:lnTo>
                    <a:pt x="1078103" y="738632"/>
                  </a:lnTo>
                  <a:lnTo>
                    <a:pt x="1061212" y="781050"/>
                  </a:lnTo>
                  <a:lnTo>
                    <a:pt x="1041019" y="821563"/>
                  </a:lnTo>
                  <a:lnTo>
                    <a:pt x="1017778" y="860171"/>
                  </a:lnTo>
                  <a:lnTo>
                    <a:pt x="991488" y="896619"/>
                  </a:lnTo>
                  <a:lnTo>
                    <a:pt x="962406" y="930656"/>
                  </a:lnTo>
                  <a:lnTo>
                    <a:pt x="930656" y="962406"/>
                  </a:lnTo>
                  <a:lnTo>
                    <a:pt x="896619" y="991488"/>
                  </a:lnTo>
                  <a:lnTo>
                    <a:pt x="860170" y="1017778"/>
                  </a:lnTo>
                  <a:lnTo>
                    <a:pt x="821563" y="1041019"/>
                  </a:lnTo>
                  <a:lnTo>
                    <a:pt x="781050" y="1061212"/>
                  </a:lnTo>
                  <a:lnTo>
                    <a:pt x="738632" y="1078103"/>
                  </a:lnTo>
                  <a:lnTo>
                    <a:pt x="694689" y="1091565"/>
                  </a:lnTo>
                  <a:lnTo>
                    <a:pt x="649224" y="1101344"/>
                  </a:lnTo>
                  <a:lnTo>
                    <a:pt x="602488" y="1107313"/>
                  </a:lnTo>
                  <a:lnTo>
                    <a:pt x="554608" y="1109345"/>
                  </a:lnTo>
                  <a:lnTo>
                    <a:pt x="506856" y="1107313"/>
                  </a:lnTo>
                  <a:lnTo>
                    <a:pt x="460120" y="1101344"/>
                  </a:lnTo>
                  <a:lnTo>
                    <a:pt x="414655" y="1091565"/>
                  </a:lnTo>
                  <a:lnTo>
                    <a:pt x="370713" y="1078103"/>
                  </a:lnTo>
                  <a:lnTo>
                    <a:pt x="328294" y="1061212"/>
                  </a:lnTo>
                  <a:lnTo>
                    <a:pt x="287781" y="1041019"/>
                  </a:lnTo>
                  <a:lnTo>
                    <a:pt x="249174" y="1017778"/>
                  </a:lnTo>
                  <a:lnTo>
                    <a:pt x="212725" y="991488"/>
                  </a:lnTo>
                  <a:lnTo>
                    <a:pt x="178688" y="962406"/>
                  </a:lnTo>
                  <a:lnTo>
                    <a:pt x="146938" y="930656"/>
                  </a:lnTo>
                  <a:lnTo>
                    <a:pt x="117856" y="896619"/>
                  </a:lnTo>
                  <a:lnTo>
                    <a:pt x="91567" y="860171"/>
                  </a:lnTo>
                  <a:lnTo>
                    <a:pt x="68325" y="821563"/>
                  </a:lnTo>
                  <a:lnTo>
                    <a:pt x="48133" y="781050"/>
                  </a:lnTo>
                  <a:lnTo>
                    <a:pt x="31242" y="738632"/>
                  </a:lnTo>
                  <a:lnTo>
                    <a:pt x="17780" y="694690"/>
                  </a:lnTo>
                  <a:lnTo>
                    <a:pt x="8000" y="649224"/>
                  </a:lnTo>
                  <a:lnTo>
                    <a:pt x="2031" y="602488"/>
                  </a:lnTo>
                  <a:lnTo>
                    <a:pt x="0" y="554609"/>
                  </a:lnTo>
                  <a:close/>
                </a:path>
              </a:pathLst>
            </a:custGeom>
            <a:ln w="25908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5780" y="2571114"/>
            <a:ext cx="3083560" cy="225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4800">
              <a:latin typeface="Trebuchet MS"/>
              <a:cs typeface="Trebuchet MS"/>
            </a:endParaRPr>
          </a:p>
          <a:p>
            <a:pPr marL="506095" marR="494665" algn="ctr">
              <a:lnSpc>
                <a:spcPct val="87000"/>
              </a:lnSpc>
              <a:spcBef>
                <a:spcPts val="3975"/>
              </a:spcBef>
            </a:pPr>
            <a:r>
              <a:rPr sz="2500" dirty="0">
                <a:solidFill>
                  <a:srgbClr val="578900"/>
                </a:solidFill>
                <a:latin typeface="Trebuchet MS"/>
                <a:cs typeface="Trebuchet MS"/>
              </a:rPr>
              <a:t>Define</a:t>
            </a:r>
            <a:r>
              <a:rPr sz="2500" spc="-10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578900"/>
                </a:solidFill>
                <a:latin typeface="Trebuchet MS"/>
                <a:cs typeface="Trebuchet MS"/>
              </a:rPr>
              <a:t>a</a:t>
            </a:r>
            <a:r>
              <a:rPr sz="2500" spc="-9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578900"/>
                </a:solidFill>
                <a:latin typeface="Trebuchet MS"/>
                <a:cs typeface="Trebuchet MS"/>
              </a:rPr>
              <a:t>set</a:t>
            </a:r>
            <a:r>
              <a:rPr sz="2500" spc="-8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578900"/>
                </a:solidFill>
                <a:latin typeface="Trebuchet MS"/>
                <a:cs typeface="Trebuchet MS"/>
              </a:rPr>
              <a:t>of </a:t>
            </a:r>
            <a:r>
              <a:rPr sz="2500" dirty="0">
                <a:solidFill>
                  <a:srgbClr val="578900"/>
                </a:solidFill>
                <a:latin typeface="Trebuchet MS"/>
                <a:cs typeface="Trebuchet MS"/>
              </a:rPr>
              <a:t>rules</a:t>
            </a:r>
            <a:r>
              <a:rPr sz="2500" spc="-8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578900"/>
                </a:solidFill>
                <a:latin typeface="Trebuchet MS"/>
                <a:cs typeface="Trebuchet MS"/>
              </a:rPr>
              <a:t>for </a:t>
            </a:r>
            <a:r>
              <a:rPr sz="2500" spc="-10" dirty="0">
                <a:solidFill>
                  <a:srgbClr val="578900"/>
                </a:solidFill>
                <a:latin typeface="Trebuchet MS"/>
                <a:cs typeface="Trebuchet MS"/>
              </a:rPr>
              <a:t>classification</a:t>
            </a:r>
            <a:endParaRPr sz="25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7200" y="5762245"/>
            <a:ext cx="3220720" cy="111760"/>
            <a:chOff x="457200" y="5762245"/>
            <a:chExt cx="3220720" cy="11176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5762245"/>
              <a:ext cx="3220212" cy="111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4350" y="5798057"/>
              <a:ext cx="3108960" cy="0"/>
            </a:xfrm>
            <a:custGeom>
              <a:avLst/>
              <a:gdLst/>
              <a:ahLst/>
              <a:cxnLst/>
              <a:rect l="l" t="t" r="r" b="b"/>
              <a:pathLst>
                <a:path w="3108960">
                  <a:moveTo>
                    <a:pt x="0" y="0"/>
                  </a:moveTo>
                  <a:lnTo>
                    <a:pt x="3108960" y="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0074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921188" y="2090864"/>
            <a:ext cx="3134995" cy="3721735"/>
            <a:chOff x="3921188" y="2090864"/>
            <a:chExt cx="3134995" cy="3721735"/>
          </a:xfrm>
        </p:grpSpPr>
        <p:sp>
          <p:nvSpPr>
            <p:cNvPr id="14" name="object 14"/>
            <p:cNvSpPr/>
            <p:nvPr/>
          </p:nvSpPr>
          <p:spPr>
            <a:xfrm>
              <a:off x="3933444" y="2103119"/>
              <a:ext cx="3108960" cy="3695700"/>
            </a:xfrm>
            <a:custGeom>
              <a:avLst/>
              <a:gdLst/>
              <a:ahLst/>
              <a:cxnLst/>
              <a:rect l="l" t="t" r="r" b="b"/>
              <a:pathLst>
                <a:path w="3108959" h="3695700">
                  <a:moveTo>
                    <a:pt x="3108959" y="0"/>
                  </a:moveTo>
                  <a:lnTo>
                    <a:pt x="0" y="0"/>
                  </a:lnTo>
                  <a:lnTo>
                    <a:pt x="0" y="3695446"/>
                  </a:lnTo>
                  <a:lnTo>
                    <a:pt x="3108959" y="3695446"/>
                  </a:lnTo>
                  <a:lnTo>
                    <a:pt x="3108959" y="0"/>
                  </a:lnTo>
                  <a:close/>
                </a:path>
              </a:pathLst>
            </a:custGeom>
            <a:solidFill>
              <a:srgbClr val="DFDFD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34206" y="2103881"/>
              <a:ext cx="3108960" cy="3695700"/>
            </a:xfrm>
            <a:custGeom>
              <a:avLst/>
              <a:gdLst/>
              <a:ahLst/>
              <a:cxnLst/>
              <a:rect l="l" t="t" r="r" b="b"/>
              <a:pathLst>
                <a:path w="3108959" h="3695700">
                  <a:moveTo>
                    <a:pt x="0" y="3695446"/>
                  </a:moveTo>
                  <a:lnTo>
                    <a:pt x="3108959" y="3695446"/>
                  </a:lnTo>
                  <a:lnTo>
                    <a:pt x="3108959" y="0"/>
                  </a:lnTo>
                  <a:lnTo>
                    <a:pt x="0" y="0"/>
                  </a:lnTo>
                  <a:lnTo>
                    <a:pt x="0" y="3695446"/>
                  </a:lnTo>
                  <a:close/>
                </a:path>
              </a:pathLst>
            </a:custGeom>
            <a:ln w="25908">
              <a:solidFill>
                <a:srgbClr val="C9D4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800" y="2438399"/>
              <a:ext cx="1220724" cy="1219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933188" y="2473451"/>
              <a:ext cx="1109345" cy="1109345"/>
            </a:xfrm>
            <a:custGeom>
              <a:avLst/>
              <a:gdLst/>
              <a:ahLst/>
              <a:cxnLst/>
              <a:rect l="l" t="t" r="r" b="b"/>
              <a:pathLst>
                <a:path w="1109345" h="1109345">
                  <a:moveTo>
                    <a:pt x="554482" y="0"/>
                  </a:moveTo>
                  <a:lnTo>
                    <a:pt x="506602" y="2032"/>
                  </a:lnTo>
                  <a:lnTo>
                    <a:pt x="459994" y="8000"/>
                  </a:lnTo>
                  <a:lnTo>
                    <a:pt x="414527" y="17780"/>
                  </a:lnTo>
                  <a:lnTo>
                    <a:pt x="370586" y="31242"/>
                  </a:lnTo>
                  <a:lnTo>
                    <a:pt x="328295" y="48133"/>
                  </a:lnTo>
                  <a:lnTo>
                    <a:pt x="287782" y="68325"/>
                  </a:lnTo>
                  <a:lnTo>
                    <a:pt x="249174" y="91567"/>
                  </a:lnTo>
                  <a:lnTo>
                    <a:pt x="212725" y="117856"/>
                  </a:lnTo>
                  <a:lnTo>
                    <a:pt x="178562" y="146938"/>
                  </a:lnTo>
                  <a:lnTo>
                    <a:pt x="146938" y="178688"/>
                  </a:lnTo>
                  <a:lnTo>
                    <a:pt x="117856" y="212725"/>
                  </a:lnTo>
                  <a:lnTo>
                    <a:pt x="91566" y="249174"/>
                  </a:lnTo>
                  <a:lnTo>
                    <a:pt x="68325" y="287782"/>
                  </a:lnTo>
                  <a:lnTo>
                    <a:pt x="48133" y="328295"/>
                  </a:lnTo>
                  <a:lnTo>
                    <a:pt x="31241" y="370713"/>
                  </a:lnTo>
                  <a:lnTo>
                    <a:pt x="17779" y="414655"/>
                  </a:lnTo>
                  <a:lnTo>
                    <a:pt x="8000" y="460121"/>
                  </a:lnTo>
                  <a:lnTo>
                    <a:pt x="2032" y="506856"/>
                  </a:lnTo>
                  <a:lnTo>
                    <a:pt x="0" y="554609"/>
                  </a:lnTo>
                  <a:lnTo>
                    <a:pt x="2032" y="602488"/>
                  </a:lnTo>
                  <a:lnTo>
                    <a:pt x="8000" y="649224"/>
                  </a:lnTo>
                  <a:lnTo>
                    <a:pt x="17779" y="694690"/>
                  </a:lnTo>
                  <a:lnTo>
                    <a:pt x="31241" y="738632"/>
                  </a:lnTo>
                  <a:lnTo>
                    <a:pt x="48133" y="781050"/>
                  </a:lnTo>
                  <a:lnTo>
                    <a:pt x="68325" y="821563"/>
                  </a:lnTo>
                  <a:lnTo>
                    <a:pt x="91566" y="860171"/>
                  </a:lnTo>
                  <a:lnTo>
                    <a:pt x="117856" y="896620"/>
                  </a:lnTo>
                  <a:lnTo>
                    <a:pt x="146938" y="930656"/>
                  </a:lnTo>
                  <a:lnTo>
                    <a:pt x="178562" y="962406"/>
                  </a:lnTo>
                  <a:lnTo>
                    <a:pt x="212725" y="991489"/>
                  </a:lnTo>
                  <a:lnTo>
                    <a:pt x="249174" y="1017778"/>
                  </a:lnTo>
                  <a:lnTo>
                    <a:pt x="287782" y="1041019"/>
                  </a:lnTo>
                  <a:lnTo>
                    <a:pt x="328295" y="1061212"/>
                  </a:lnTo>
                  <a:lnTo>
                    <a:pt x="370586" y="1078103"/>
                  </a:lnTo>
                  <a:lnTo>
                    <a:pt x="414527" y="1091565"/>
                  </a:lnTo>
                  <a:lnTo>
                    <a:pt x="459994" y="1101344"/>
                  </a:lnTo>
                  <a:lnTo>
                    <a:pt x="506602" y="1107313"/>
                  </a:lnTo>
                  <a:lnTo>
                    <a:pt x="554482" y="1109345"/>
                  </a:lnTo>
                  <a:lnTo>
                    <a:pt x="602361" y="1107313"/>
                  </a:lnTo>
                  <a:lnTo>
                    <a:pt x="648970" y="1101344"/>
                  </a:lnTo>
                  <a:lnTo>
                    <a:pt x="694436" y="1091565"/>
                  </a:lnTo>
                  <a:lnTo>
                    <a:pt x="738377" y="1078103"/>
                  </a:lnTo>
                  <a:lnTo>
                    <a:pt x="780669" y="1061212"/>
                  </a:lnTo>
                  <a:lnTo>
                    <a:pt x="821182" y="1041019"/>
                  </a:lnTo>
                  <a:lnTo>
                    <a:pt x="859789" y="1017778"/>
                  </a:lnTo>
                  <a:lnTo>
                    <a:pt x="896238" y="991489"/>
                  </a:lnTo>
                  <a:lnTo>
                    <a:pt x="930401" y="962406"/>
                  </a:lnTo>
                  <a:lnTo>
                    <a:pt x="962025" y="930656"/>
                  </a:lnTo>
                  <a:lnTo>
                    <a:pt x="991108" y="896620"/>
                  </a:lnTo>
                  <a:lnTo>
                    <a:pt x="1017397" y="860171"/>
                  </a:lnTo>
                  <a:lnTo>
                    <a:pt x="1040638" y="821563"/>
                  </a:lnTo>
                  <a:lnTo>
                    <a:pt x="1060831" y="781050"/>
                  </a:lnTo>
                  <a:lnTo>
                    <a:pt x="1077722" y="738632"/>
                  </a:lnTo>
                  <a:lnTo>
                    <a:pt x="1091184" y="694690"/>
                  </a:lnTo>
                  <a:lnTo>
                    <a:pt x="1100963" y="649224"/>
                  </a:lnTo>
                  <a:lnTo>
                    <a:pt x="1106932" y="602488"/>
                  </a:lnTo>
                  <a:lnTo>
                    <a:pt x="1108964" y="554609"/>
                  </a:lnTo>
                  <a:lnTo>
                    <a:pt x="1106932" y="506856"/>
                  </a:lnTo>
                  <a:lnTo>
                    <a:pt x="1100963" y="460121"/>
                  </a:lnTo>
                  <a:lnTo>
                    <a:pt x="1091184" y="414655"/>
                  </a:lnTo>
                  <a:lnTo>
                    <a:pt x="1077722" y="370713"/>
                  </a:lnTo>
                  <a:lnTo>
                    <a:pt x="1060831" y="328295"/>
                  </a:lnTo>
                  <a:lnTo>
                    <a:pt x="1040638" y="287782"/>
                  </a:lnTo>
                  <a:lnTo>
                    <a:pt x="1017397" y="249174"/>
                  </a:lnTo>
                  <a:lnTo>
                    <a:pt x="991108" y="212725"/>
                  </a:lnTo>
                  <a:lnTo>
                    <a:pt x="962025" y="178688"/>
                  </a:lnTo>
                  <a:lnTo>
                    <a:pt x="930401" y="146938"/>
                  </a:lnTo>
                  <a:lnTo>
                    <a:pt x="896238" y="117856"/>
                  </a:lnTo>
                  <a:lnTo>
                    <a:pt x="859789" y="91567"/>
                  </a:lnTo>
                  <a:lnTo>
                    <a:pt x="821182" y="68325"/>
                  </a:lnTo>
                  <a:lnTo>
                    <a:pt x="780669" y="48133"/>
                  </a:lnTo>
                  <a:lnTo>
                    <a:pt x="738377" y="31242"/>
                  </a:lnTo>
                  <a:lnTo>
                    <a:pt x="694436" y="17780"/>
                  </a:lnTo>
                  <a:lnTo>
                    <a:pt x="648970" y="8000"/>
                  </a:lnTo>
                  <a:lnTo>
                    <a:pt x="602361" y="2032"/>
                  </a:lnTo>
                  <a:lnTo>
                    <a:pt x="55448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33950" y="2474213"/>
              <a:ext cx="1109345" cy="1109345"/>
            </a:xfrm>
            <a:custGeom>
              <a:avLst/>
              <a:gdLst/>
              <a:ahLst/>
              <a:cxnLst/>
              <a:rect l="l" t="t" r="r" b="b"/>
              <a:pathLst>
                <a:path w="1109345" h="1109345">
                  <a:moveTo>
                    <a:pt x="0" y="554609"/>
                  </a:moveTo>
                  <a:lnTo>
                    <a:pt x="2032" y="506856"/>
                  </a:lnTo>
                  <a:lnTo>
                    <a:pt x="8000" y="460121"/>
                  </a:lnTo>
                  <a:lnTo>
                    <a:pt x="17779" y="414655"/>
                  </a:lnTo>
                  <a:lnTo>
                    <a:pt x="31241" y="370713"/>
                  </a:lnTo>
                  <a:lnTo>
                    <a:pt x="48133" y="328295"/>
                  </a:lnTo>
                  <a:lnTo>
                    <a:pt x="68325" y="287782"/>
                  </a:lnTo>
                  <a:lnTo>
                    <a:pt x="91566" y="249174"/>
                  </a:lnTo>
                  <a:lnTo>
                    <a:pt x="117855" y="212725"/>
                  </a:lnTo>
                  <a:lnTo>
                    <a:pt x="146938" y="178688"/>
                  </a:lnTo>
                  <a:lnTo>
                    <a:pt x="178562" y="146938"/>
                  </a:lnTo>
                  <a:lnTo>
                    <a:pt x="212725" y="117856"/>
                  </a:lnTo>
                  <a:lnTo>
                    <a:pt x="249174" y="91566"/>
                  </a:lnTo>
                  <a:lnTo>
                    <a:pt x="287782" y="68325"/>
                  </a:lnTo>
                  <a:lnTo>
                    <a:pt x="328295" y="48133"/>
                  </a:lnTo>
                  <a:lnTo>
                    <a:pt x="370586" y="31241"/>
                  </a:lnTo>
                  <a:lnTo>
                    <a:pt x="414527" y="17780"/>
                  </a:lnTo>
                  <a:lnTo>
                    <a:pt x="459994" y="8000"/>
                  </a:lnTo>
                  <a:lnTo>
                    <a:pt x="506602" y="2032"/>
                  </a:lnTo>
                  <a:lnTo>
                    <a:pt x="554482" y="0"/>
                  </a:lnTo>
                  <a:lnTo>
                    <a:pt x="602361" y="2032"/>
                  </a:lnTo>
                  <a:lnTo>
                    <a:pt x="648970" y="8000"/>
                  </a:lnTo>
                  <a:lnTo>
                    <a:pt x="694436" y="17780"/>
                  </a:lnTo>
                  <a:lnTo>
                    <a:pt x="738377" y="31241"/>
                  </a:lnTo>
                  <a:lnTo>
                    <a:pt x="780669" y="48133"/>
                  </a:lnTo>
                  <a:lnTo>
                    <a:pt x="821182" y="68325"/>
                  </a:lnTo>
                  <a:lnTo>
                    <a:pt x="859789" y="91566"/>
                  </a:lnTo>
                  <a:lnTo>
                    <a:pt x="896238" y="117856"/>
                  </a:lnTo>
                  <a:lnTo>
                    <a:pt x="930401" y="146938"/>
                  </a:lnTo>
                  <a:lnTo>
                    <a:pt x="962025" y="178688"/>
                  </a:lnTo>
                  <a:lnTo>
                    <a:pt x="991108" y="212725"/>
                  </a:lnTo>
                  <a:lnTo>
                    <a:pt x="1017397" y="249174"/>
                  </a:lnTo>
                  <a:lnTo>
                    <a:pt x="1040638" y="287782"/>
                  </a:lnTo>
                  <a:lnTo>
                    <a:pt x="1060830" y="328295"/>
                  </a:lnTo>
                  <a:lnTo>
                    <a:pt x="1077722" y="370713"/>
                  </a:lnTo>
                  <a:lnTo>
                    <a:pt x="1091184" y="414655"/>
                  </a:lnTo>
                  <a:lnTo>
                    <a:pt x="1100963" y="460121"/>
                  </a:lnTo>
                  <a:lnTo>
                    <a:pt x="1106932" y="506856"/>
                  </a:lnTo>
                  <a:lnTo>
                    <a:pt x="1108964" y="554609"/>
                  </a:lnTo>
                  <a:lnTo>
                    <a:pt x="1106932" y="602488"/>
                  </a:lnTo>
                  <a:lnTo>
                    <a:pt x="1100963" y="649224"/>
                  </a:lnTo>
                  <a:lnTo>
                    <a:pt x="1091184" y="694690"/>
                  </a:lnTo>
                  <a:lnTo>
                    <a:pt x="1077722" y="738632"/>
                  </a:lnTo>
                  <a:lnTo>
                    <a:pt x="1060830" y="781050"/>
                  </a:lnTo>
                  <a:lnTo>
                    <a:pt x="1040638" y="821563"/>
                  </a:lnTo>
                  <a:lnTo>
                    <a:pt x="1017397" y="860171"/>
                  </a:lnTo>
                  <a:lnTo>
                    <a:pt x="991108" y="896619"/>
                  </a:lnTo>
                  <a:lnTo>
                    <a:pt x="962025" y="930656"/>
                  </a:lnTo>
                  <a:lnTo>
                    <a:pt x="930401" y="962406"/>
                  </a:lnTo>
                  <a:lnTo>
                    <a:pt x="896238" y="991488"/>
                  </a:lnTo>
                  <a:lnTo>
                    <a:pt x="859789" y="1017778"/>
                  </a:lnTo>
                  <a:lnTo>
                    <a:pt x="821182" y="1041019"/>
                  </a:lnTo>
                  <a:lnTo>
                    <a:pt x="780669" y="1061212"/>
                  </a:lnTo>
                  <a:lnTo>
                    <a:pt x="738377" y="1078103"/>
                  </a:lnTo>
                  <a:lnTo>
                    <a:pt x="694436" y="1091565"/>
                  </a:lnTo>
                  <a:lnTo>
                    <a:pt x="648970" y="1101344"/>
                  </a:lnTo>
                  <a:lnTo>
                    <a:pt x="602361" y="1107313"/>
                  </a:lnTo>
                  <a:lnTo>
                    <a:pt x="554482" y="1109345"/>
                  </a:lnTo>
                  <a:lnTo>
                    <a:pt x="506602" y="1107313"/>
                  </a:lnTo>
                  <a:lnTo>
                    <a:pt x="459994" y="1101344"/>
                  </a:lnTo>
                  <a:lnTo>
                    <a:pt x="414527" y="1091565"/>
                  </a:lnTo>
                  <a:lnTo>
                    <a:pt x="370586" y="1078103"/>
                  </a:lnTo>
                  <a:lnTo>
                    <a:pt x="328295" y="1061212"/>
                  </a:lnTo>
                  <a:lnTo>
                    <a:pt x="287782" y="1041019"/>
                  </a:lnTo>
                  <a:lnTo>
                    <a:pt x="249174" y="1017778"/>
                  </a:lnTo>
                  <a:lnTo>
                    <a:pt x="212725" y="991488"/>
                  </a:lnTo>
                  <a:lnTo>
                    <a:pt x="178562" y="962406"/>
                  </a:lnTo>
                  <a:lnTo>
                    <a:pt x="146938" y="930656"/>
                  </a:lnTo>
                  <a:lnTo>
                    <a:pt x="117855" y="896619"/>
                  </a:lnTo>
                  <a:lnTo>
                    <a:pt x="91566" y="860171"/>
                  </a:lnTo>
                  <a:lnTo>
                    <a:pt x="68325" y="821563"/>
                  </a:lnTo>
                  <a:lnTo>
                    <a:pt x="48133" y="781050"/>
                  </a:lnTo>
                  <a:lnTo>
                    <a:pt x="31241" y="738632"/>
                  </a:lnTo>
                  <a:lnTo>
                    <a:pt x="17779" y="694690"/>
                  </a:lnTo>
                  <a:lnTo>
                    <a:pt x="8000" y="649224"/>
                  </a:lnTo>
                  <a:lnTo>
                    <a:pt x="2032" y="602488"/>
                  </a:lnTo>
                  <a:lnTo>
                    <a:pt x="0" y="554609"/>
                  </a:lnTo>
                  <a:close/>
                </a:path>
              </a:pathLst>
            </a:custGeom>
            <a:ln w="25908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947159" y="2571114"/>
            <a:ext cx="3083560" cy="225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4800">
              <a:latin typeface="Trebuchet MS"/>
              <a:cs typeface="Trebuchet MS"/>
            </a:endParaRPr>
          </a:p>
          <a:p>
            <a:pPr marL="543560" marR="527685" algn="ctr">
              <a:lnSpc>
                <a:spcPct val="87000"/>
              </a:lnSpc>
              <a:spcBef>
                <a:spcPts val="3975"/>
              </a:spcBef>
            </a:pPr>
            <a:r>
              <a:rPr sz="2500" spc="-35" dirty="0">
                <a:solidFill>
                  <a:srgbClr val="578900"/>
                </a:solidFill>
                <a:latin typeface="Trebuchet MS"/>
                <a:cs typeface="Trebuchet MS"/>
              </a:rPr>
              <a:t>Program</a:t>
            </a:r>
            <a:r>
              <a:rPr sz="2500" spc="-14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spc="-20" dirty="0">
                <a:solidFill>
                  <a:srgbClr val="578900"/>
                </a:solidFill>
                <a:latin typeface="Trebuchet MS"/>
                <a:cs typeface="Trebuchet MS"/>
              </a:rPr>
              <a:t>those </a:t>
            </a:r>
            <a:r>
              <a:rPr sz="2500" dirty="0">
                <a:solidFill>
                  <a:srgbClr val="578900"/>
                </a:solidFill>
                <a:latin typeface="Trebuchet MS"/>
                <a:cs typeface="Trebuchet MS"/>
              </a:rPr>
              <a:t>rules</a:t>
            </a:r>
            <a:r>
              <a:rPr sz="2500" spc="-9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578900"/>
                </a:solidFill>
                <a:latin typeface="Trebuchet MS"/>
                <a:cs typeface="Trebuchet MS"/>
              </a:rPr>
              <a:t>into</a:t>
            </a:r>
            <a:r>
              <a:rPr sz="2500" spc="-7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578900"/>
                </a:solidFill>
                <a:latin typeface="Trebuchet MS"/>
                <a:cs typeface="Trebuchet MS"/>
              </a:rPr>
              <a:t>the </a:t>
            </a:r>
            <a:r>
              <a:rPr sz="2500" spc="-10" dirty="0">
                <a:solidFill>
                  <a:srgbClr val="578900"/>
                </a:solidFill>
                <a:latin typeface="Trebuchet MS"/>
                <a:cs typeface="Trebuchet MS"/>
              </a:rPr>
              <a:t>computer</a:t>
            </a:r>
            <a:endParaRPr sz="25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77055" y="5762245"/>
            <a:ext cx="3220720" cy="111760"/>
            <a:chOff x="3877055" y="5762245"/>
            <a:chExt cx="3220720" cy="11176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7055" y="5762245"/>
              <a:ext cx="3220211" cy="11125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932681" y="5798057"/>
              <a:ext cx="3108960" cy="0"/>
            </a:xfrm>
            <a:custGeom>
              <a:avLst/>
              <a:gdLst/>
              <a:ahLst/>
              <a:cxnLst/>
              <a:rect l="l" t="t" r="r" b="b"/>
              <a:pathLst>
                <a:path w="3108959">
                  <a:moveTo>
                    <a:pt x="0" y="0"/>
                  </a:moveTo>
                  <a:lnTo>
                    <a:pt x="3108960" y="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0074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339520" y="2090864"/>
            <a:ext cx="3134995" cy="3721735"/>
            <a:chOff x="7339520" y="2090864"/>
            <a:chExt cx="3134995" cy="3721735"/>
          </a:xfrm>
        </p:grpSpPr>
        <p:sp>
          <p:nvSpPr>
            <p:cNvPr id="24" name="object 24"/>
            <p:cNvSpPr/>
            <p:nvPr/>
          </p:nvSpPr>
          <p:spPr>
            <a:xfrm>
              <a:off x="7351775" y="2103119"/>
              <a:ext cx="3108960" cy="3695700"/>
            </a:xfrm>
            <a:custGeom>
              <a:avLst/>
              <a:gdLst/>
              <a:ahLst/>
              <a:cxnLst/>
              <a:rect l="l" t="t" r="r" b="b"/>
              <a:pathLst>
                <a:path w="3108959" h="3695700">
                  <a:moveTo>
                    <a:pt x="3108960" y="0"/>
                  </a:moveTo>
                  <a:lnTo>
                    <a:pt x="0" y="0"/>
                  </a:lnTo>
                  <a:lnTo>
                    <a:pt x="0" y="3695446"/>
                  </a:lnTo>
                  <a:lnTo>
                    <a:pt x="3108960" y="3695446"/>
                  </a:lnTo>
                  <a:lnTo>
                    <a:pt x="3108960" y="0"/>
                  </a:lnTo>
                  <a:close/>
                </a:path>
              </a:pathLst>
            </a:custGeom>
            <a:solidFill>
              <a:srgbClr val="DFDFD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52537" y="2103881"/>
              <a:ext cx="3108960" cy="3695700"/>
            </a:xfrm>
            <a:custGeom>
              <a:avLst/>
              <a:gdLst/>
              <a:ahLst/>
              <a:cxnLst/>
              <a:rect l="l" t="t" r="r" b="b"/>
              <a:pathLst>
                <a:path w="3108959" h="3695700">
                  <a:moveTo>
                    <a:pt x="0" y="3695446"/>
                  </a:moveTo>
                  <a:lnTo>
                    <a:pt x="3108959" y="3695446"/>
                  </a:lnTo>
                  <a:lnTo>
                    <a:pt x="3108959" y="0"/>
                  </a:lnTo>
                  <a:lnTo>
                    <a:pt x="0" y="0"/>
                  </a:lnTo>
                  <a:lnTo>
                    <a:pt x="0" y="3695446"/>
                  </a:lnTo>
                  <a:close/>
                </a:path>
              </a:pathLst>
            </a:custGeom>
            <a:ln w="25906">
              <a:solidFill>
                <a:srgbClr val="C9D4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6655" y="2438399"/>
              <a:ext cx="1219200" cy="12192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351519" y="2473451"/>
              <a:ext cx="1109345" cy="1109345"/>
            </a:xfrm>
            <a:custGeom>
              <a:avLst/>
              <a:gdLst/>
              <a:ahLst/>
              <a:cxnLst/>
              <a:rect l="l" t="t" r="r" b="b"/>
              <a:pathLst>
                <a:path w="1109345" h="1109345">
                  <a:moveTo>
                    <a:pt x="554608" y="0"/>
                  </a:moveTo>
                  <a:lnTo>
                    <a:pt x="506856" y="2032"/>
                  </a:lnTo>
                  <a:lnTo>
                    <a:pt x="460121" y="8000"/>
                  </a:lnTo>
                  <a:lnTo>
                    <a:pt x="414654" y="17780"/>
                  </a:lnTo>
                  <a:lnTo>
                    <a:pt x="370712" y="31242"/>
                  </a:lnTo>
                  <a:lnTo>
                    <a:pt x="328295" y="48133"/>
                  </a:lnTo>
                  <a:lnTo>
                    <a:pt x="287781" y="68325"/>
                  </a:lnTo>
                  <a:lnTo>
                    <a:pt x="249174" y="91567"/>
                  </a:lnTo>
                  <a:lnTo>
                    <a:pt x="212725" y="117856"/>
                  </a:lnTo>
                  <a:lnTo>
                    <a:pt x="178561" y="146938"/>
                  </a:lnTo>
                  <a:lnTo>
                    <a:pt x="146938" y="178688"/>
                  </a:lnTo>
                  <a:lnTo>
                    <a:pt x="117855" y="212725"/>
                  </a:lnTo>
                  <a:lnTo>
                    <a:pt x="91566" y="249174"/>
                  </a:lnTo>
                  <a:lnTo>
                    <a:pt x="68325" y="287782"/>
                  </a:lnTo>
                  <a:lnTo>
                    <a:pt x="48132" y="328295"/>
                  </a:lnTo>
                  <a:lnTo>
                    <a:pt x="31241" y="370713"/>
                  </a:lnTo>
                  <a:lnTo>
                    <a:pt x="17779" y="414655"/>
                  </a:lnTo>
                  <a:lnTo>
                    <a:pt x="8000" y="460121"/>
                  </a:lnTo>
                  <a:lnTo>
                    <a:pt x="2031" y="506856"/>
                  </a:lnTo>
                  <a:lnTo>
                    <a:pt x="0" y="554609"/>
                  </a:lnTo>
                  <a:lnTo>
                    <a:pt x="2031" y="602488"/>
                  </a:lnTo>
                  <a:lnTo>
                    <a:pt x="8000" y="649224"/>
                  </a:lnTo>
                  <a:lnTo>
                    <a:pt x="17779" y="694690"/>
                  </a:lnTo>
                  <a:lnTo>
                    <a:pt x="31241" y="738632"/>
                  </a:lnTo>
                  <a:lnTo>
                    <a:pt x="48132" y="781050"/>
                  </a:lnTo>
                  <a:lnTo>
                    <a:pt x="68325" y="821563"/>
                  </a:lnTo>
                  <a:lnTo>
                    <a:pt x="91566" y="860171"/>
                  </a:lnTo>
                  <a:lnTo>
                    <a:pt x="117855" y="896620"/>
                  </a:lnTo>
                  <a:lnTo>
                    <a:pt x="146938" y="930656"/>
                  </a:lnTo>
                  <a:lnTo>
                    <a:pt x="178561" y="962406"/>
                  </a:lnTo>
                  <a:lnTo>
                    <a:pt x="212725" y="991489"/>
                  </a:lnTo>
                  <a:lnTo>
                    <a:pt x="249174" y="1017778"/>
                  </a:lnTo>
                  <a:lnTo>
                    <a:pt x="287781" y="1041019"/>
                  </a:lnTo>
                  <a:lnTo>
                    <a:pt x="328295" y="1061212"/>
                  </a:lnTo>
                  <a:lnTo>
                    <a:pt x="370712" y="1078103"/>
                  </a:lnTo>
                  <a:lnTo>
                    <a:pt x="414654" y="1091565"/>
                  </a:lnTo>
                  <a:lnTo>
                    <a:pt x="460121" y="1101344"/>
                  </a:lnTo>
                  <a:lnTo>
                    <a:pt x="506856" y="1107313"/>
                  </a:lnTo>
                  <a:lnTo>
                    <a:pt x="554608" y="1109345"/>
                  </a:lnTo>
                  <a:lnTo>
                    <a:pt x="602487" y="1107313"/>
                  </a:lnTo>
                  <a:lnTo>
                    <a:pt x="649224" y="1101344"/>
                  </a:lnTo>
                  <a:lnTo>
                    <a:pt x="694689" y="1091565"/>
                  </a:lnTo>
                  <a:lnTo>
                    <a:pt x="738631" y="1078103"/>
                  </a:lnTo>
                  <a:lnTo>
                    <a:pt x="781050" y="1061212"/>
                  </a:lnTo>
                  <a:lnTo>
                    <a:pt x="821562" y="1041019"/>
                  </a:lnTo>
                  <a:lnTo>
                    <a:pt x="860171" y="1017778"/>
                  </a:lnTo>
                  <a:lnTo>
                    <a:pt x="896620" y="991489"/>
                  </a:lnTo>
                  <a:lnTo>
                    <a:pt x="930655" y="962406"/>
                  </a:lnTo>
                  <a:lnTo>
                    <a:pt x="962405" y="930656"/>
                  </a:lnTo>
                  <a:lnTo>
                    <a:pt x="991488" y="896620"/>
                  </a:lnTo>
                  <a:lnTo>
                    <a:pt x="1017777" y="860171"/>
                  </a:lnTo>
                  <a:lnTo>
                    <a:pt x="1041019" y="821563"/>
                  </a:lnTo>
                  <a:lnTo>
                    <a:pt x="1061211" y="781050"/>
                  </a:lnTo>
                  <a:lnTo>
                    <a:pt x="1078102" y="738632"/>
                  </a:lnTo>
                  <a:lnTo>
                    <a:pt x="1091564" y="694690"/>
                  </a:lnTo>
                  <a:lnTo>
                    <a:pt x="1101344" y="649224"/>
                  </a:lnTo>
                  <a:lnTo>
                    <a:pt x="1107312" y="602488"/>
                  </a:lnTo>
                  <a:lnTo>
                    <a:pt x="1109345" y="554609"/>
                  </a:lnTo>
                  <a:lnTo>
                    <a:pt x="1107312" y="506856"/>
                  </a:lnTo>
                  <a:lnTo>
                    <a:pt x="1101344" y="460121"/>
                  </a:lnTo>
                  <a:lnTo>
                    <a:pt x="1091564" y="414655"/>
                  </a:lnTo>
                  <a:lnTo>
                    <a:pt x="1078102" y="370713"/>
                  </a:lnTo>
                  <a:lnTo>
                    <a:pt x="1061211" y="328295"/>
                  </a:lnTo>
                  <a:lnTo>
                    <a:pt x="1041019" y="287782"/>
                  </a:lnTo>
                  <a:lnTo>
                    <a:pt x="1017777" y="249174"/>
                  </a:lnTo>
                  <a:lnTo>
                    <a:pt x="991488" y="212725"/>
                  </a:lnTo>
                  <a:lnTo>
                    <a:pt x="962405" y="178688"/>
                  </a:lnTo>
                  <a:lnTo>
                    <a:pt x="930655" y="146938"/>
                  </a:lnTo>
                  <a:lnTo>
                    <a:pt x="896620" y="117856"/>
                  </a:lnTo>
                  <a:lnTo>
                    <a:pt x="860171" y="91567"/>
                  </a:lnTo>
                  <a:lnTo>
                    <a:pt x="821562" y="68325"/>
                  </a:lnTo>
                  <a:lnTo>
                    <a:pt x="781050" y="48133"/>
                  </a:lnTo>
                  <a:lnTo>
                    <a:pt x="738631" y="31242"/>
                  </a:lnTo>
                  <a:lnTo>
                    <a:pt x="694689" y="17780"/>
                  </a:lnTo>
                  <a:lnTo>
                    <a:pt x="649224" y="8000"/>
                  </a:lnTo>
                  <a:lnTo>
                    <a:pt x="602487" y="2032"/>
                  </a:lnTo>
                  <a:lnTo>
                    <a:pt x="55460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352281" y="2474213"/>
              <a:ext cx="1109345" cy="1109345"/>
            </a:xfrm>
            <a:custGeom>
              <a:avLst/>
              <a:gdLst/>
              <a:ahLst/>
              <a:cxnLst/>
              <a:rect l="l" t="t" r="r" b="b"/>
              <a:pathLst>
                <a:path w="1109345" h="1109345">
                  <a:moveTo>
                    <a:pt x="0" y="554609"/>
                  </a:moveTo>
                  <a:lnTo>
                    <a:pt x="2032" y="506856"/>
                  </a:lnTo>
                  <a:lnTo>
                    <a:pt x="8000" y="460121"/>
                  </a:lnTo>
                  <a:lnTo>
                    <a:pt x="17779" y="414655"/>
                  </a:lnTo>
                  <a:lnTo>
                    <a:pt x="31242" y="370713"/>
                  </a:lnTo>
                  <a:lnTo>
                    <a:pt x="48133" y="328295"/>
                  </a:lnTo>
                  <a:lnTo>
                    <a:pt x="68325" y="287782"/>
                  </a:lnTo>
                  <a:lnTo>
                    <a:pt x="91567" y="249174"/>
                  </a:lnTo>
                  <a:lnTo>
                    <a:pt x="117856" y="212725"/>
                  </a:lnTo>
                  <a:lnTo>
                    <a:pt x="146939" y="178688"/>
                  </a:lnTo>
                  <a:lnTo>
                    <a:pt x="178562" y="146938"/>
                  </a:lnTo>
                  <a:lnTo>
                    <a:pt x="212725" y="117856"/>
                  </a:lnTo>
                  <a:lnTo>
                    <a:pt x="249174" y="91566"/>
                  </a:lnTo>
                  <a:lnTo>
                    <a:pt x="287782" y="68325"/>
                  </a:lnTo>
                  <a:lnTo>
                    <a:pt x="328295" y="48133"/>
                  </a:lnTo>
                  <a:lnTo>
                    <a:pt x="370713" y="31241"/>
                  </a:lnTo>
                  <a:lnTo>
                    <a:pt x="414654" y="17780"/>
                  </a:lnTo>
                  <a:lnTo>
                    <a:pt x="460121" y="8000"/>
                  </a:lnTo>
                  <a:lnTo>
                    <a:pt x="506857" y="2032"/>
                  </a:lnTo>
                  <a:lnTo>
                    <a:pt x="554609" y="0"/>
                  </a:lnTo>
                  <a:lnTo>
                    <a:pt x="602488" y="2032"/>
                  </a:lnTo>
                  <a:lnTo>
                    <a:pt x="649224" y="8000"/>
                  </a:lnTo>
                  <a:lnTo>
                    <a:pt x="694690" y="17780"/>
                  </a:lnTo>
                  <a:lnTo>
                    <a:pt x="738632" y="31241"/>
                  </a:lnTo>
                  <a:lnTo>
                    <a:pt x="781050" y="48133"/>
                  </a:lnTo>
                  <a:lnTo>
                    <a:pt x="821563" y="68325"/>
                  </a:lnTo>
                  <a:lnTo>
                    <a:pt x="860171" y="91566"/>
                  </a:lnTo>
                  <a:lnTo>
                    <a:pt x="896620" y="117856"/>
                  </a:lnTo>
                  <a:lnTo>
                    <a:pt x="930656" y="146938"/>
                  </a:lnTo>
                  <a:lnTo>
                    <a:pt x="962406" y="178688"/>
                  </a:lnTo>
                  <a:lnTo>
                    <a:pt x="991489" y="212725"/>
                  </a:lnTo>
                  <a:lnTo>
                    <a:pt x="1017777" y="249174"/>
                  </a:lnTo>
                  <a:lnTo>
                    <a:pt x="1041019" y="287782"/>
                  </a:lnTo>
                  <a:lnTo>
                    <a:pt x="1061212" y="328295"/>
                  </a:lnTo>
                  <a:lnTo>
                    <a:pt x="1078102" y="370713"/>
                  </a:lnTo>
                  <a:lnTo>
                    <a:pt x="1091565" y="414655"/>
                  </a:lnTo>
                  <a:lnTo>
                    <a:pt x="1101344" y="460121"/>
                  </a:lnTo>
                  <a:lnTo>
                    <a:pt x="1107313" y="506856"/>
                  </a:lnTo>
                  <a:lnTo>
                    <a:pt x="1109345" y="554609"/>
                  </a:lnTo>
                  <a:lnTo>
                    <a:pt x="1107313" y="602488"/>
                  </a:lnTo>
                  <a:lnTo>
                    <a:pt x="1101344" y="649224"/>
                  </a:lnTo>
                  <a:lnTo>
                    <a:pt x="1091565" y="694690"/>
                  </a:lnTo>
                  <a:lnTo>
                    <a:pt x="1078102" y="738632"/>
                  </a:lnTo>
                  <a:lnTo>
                    <a:pt x="1061212" y="781050"/>
                  </a:lnTo>
                  <a:lnTo>
                    <a:pt x="1041019" y="821563"/>
                  </a:lnTo>
                  <a:lnTo>
                    <a:pt x="1017777" y="860171"/>
                  </a:lnTo>
                  <a:lnTo>
                    <a:pt x="991489" y="896619"/>
                  </a:lnTo>
                  <a:lnTo>
                    <a:pt x="962406" y="930656"/>
                  </a:lnTo>
                  <a:lnTo>
                    <a:pt x="930656" y="962406"/>
                  </a:lnTo>
                  <a:lnTo>
                    <a:pt x="896620" y="991488"/>
                  </a:lnTo>
                  <a:lnTo>
                    <a:pt x="860171" y="1017778"/>
                  </a:lnTo>
                  <a:lnTo>
                    <a:pt x="821563" y="1041019"/>
                  </a:lnTo>
                  <a:lnTo>
                    <a:pt x="781050" y="1061212"/>
                  </a:lnTo>
                  <a:lnTo>
                    <a:pt x="738632" y="1078103"/>
                  </a:lnTo>
                  <a:lnTo>
                    <a:pt x="694690" y="1091565"/>
                  </a:lnTo>
                  <a:lnTo>
                    <a:pt x="649224" y="1101344"/>
                  </a:lnTo>
                  <a:lnTo>
                    <a:pt x="602488" y="1107313"/>
                  </a:lnTo>
                  <a:lnTo>
                    <a:pt x="554609" y="1109345"/>
                  </a:lnTo>
                  <a:lnTo>
                    <a:pt x="506857" y="1107313"/>
                  </a:lnTo>
                  <a:lnTo>
                    <a:pt x="460121" y="1101344"/>
                  </a:lnTo>
                  <a:lnTo>
                    <a:pt x="414654" y="1091565"/>
                  </a:lnTo>
                  <a:lnTo>
                    <a:pt x="370713" y="1078103"/>
                  </a:lnTo>
                  <a:lnTo>
                    <a:pt x="328295" y="1061212"/>
                  </a:lnTo>
                  <a:lnTo>
                    <a:pt x="287782" y="1041019"/>
                  </a:lnTo>
                  <a:lnTo>
                    <a:pt x="249174" y="1017778"/>
                  </a:lnTo>
                  <a:lnTo>
                    <a:pt x="212725" y="991488"/>
                  </a:lnTo>
                  <a:lnTo>
                    <a:pt x="178562" y="962406"/>
                  </a:lnTo>
                  <a:lnTo>
                    <a:pt x="146939" y="930656"/>
                  </a:lnTo>
                  <a:lnTo>
                    <a:pt x="117856" y="896619"/>
                  </a:lnTo>
                  <a:lnTo>
                    <a:pt x="91567" y="860171"/>
                  </a:lnTo>
                  <a:lnTo>
                    <a:pt x="68325" y="821563"/>
                  </a:lnTo>
                  <a:lnTo>
                    <a:pt x="48133" y="781050"/>
                  </a:lnTo>
                  <a:lnTo>
                    <a:pt x="31242" y="738632"/>
                  </a:lnTo>
                  <a:lnTo>
                    <a:pt x="17779" y="694690"/>
                  </a:lnTo>
                  <a:lnTo>
                    <a:pt x="8000" y="649224"/>
                  </a:lnTo>
                  <a:lnTo>
                    <a:pt x="2032" y="602488"/>
                  </a:lnTo>
                  <a:lnTo>
                    <a:pt x="0" y="554609"/>
                  </a:lnTo>
                  <a:close/>
                </a:path>
              </a:pathLst>
            </a:custGeom>
            <a:ln w="25908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365491" y="2571114"/>
            <a:ext cx="3083560" cy="2587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4800">
              <a:latin typeface="Trebuchet MS"/>
              <a:cs typeface="Trebuchet MS"/>
            </a:endParaRPr>
          </a:p>
          <a:p>
            <a:pPr marL="286385" marR="271145" algn="ctr">
              <a:lnSpc>
                <a:spcPct val="87000"/>
              </a:lnSpc>
              <a:spcBef>
                <a:spcPts val="3975"/>
              </a:spcBef>
            </a:pPr>
            <a:r>
              <a:rPr sz="2500" dirty="0">
                <a:solidFill>
                  <a:srgbClr val="578900"/>
                </a:solidFill>
                <a:latin typeface="Trebuchet MS"/>
                <a:cs typeface="Trebuchet MS"/>
              </a:rPr>
              <a:t>Feed</a:t>
            </a:r>
            <a:r>
              <a:rPr sz="2500" spc="-8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578900"/>
                </a:solidFill>
                <a:latin typeface="Trebuchet MS"/>
                <a:cs typeface="Trebuchet MS"/>
              </a:rPr>
              <a:t>it</a:t>
            </a:r>
            <a:r>
              <a:rPr sz="2500" spc="-7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spc="-20" dirty="0">
                <a:solidFill>
                  <a:srgbClr val="578900"/>
                </a:solidFill>
                <a:latin typeface="Trebuchet MS"/>
                <a:cs typeface="Trebuchet MS"/>
              </a:rPr>
              <a:t>examples, </a:t>
            </a:r>
            <a:r>
              <a:rPr sz="2500" dirty="0">
                <a:solidFill>
                  <a:srgbClr val="578900"/>
                </a:solidFill>
                <a:latin typeface="Trebuchet MS"/>
                <a:cs typeface="Trebuchet MS"/>
              </a:rPr>
              <a:t>and</a:t>
            </a:r>
            <a:r>
              <a:rPr sz="2500" spc="-6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578900"/>
                </a:solidFill>
                <a:latin typeface="Trebuchet MS"/>
                <a:cs typeface="Trebuchet MS"/>
              </a:rPr>
              <a:t>the</a:t>
            </a:r>
            <a:r>
              <a:rPr sz="2500" spc="-6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578900"/>
                </a:solidFill>
                <a:latin typeface="Trebuchet MS"/>
                <a:cs typeface="Trebuchet MS"/>
              </a:rPr>
              <a:t>program </a:t>
            </a:r>
            <a:r>
              <a:rPr sz="2500" dirty="0">
                <a:solidFill>
                  <a:srgbClr val="578900"/>
                </a:solidFill>
                <a:latin typeface="Trebuchet MS"/>
                <a:cs typeface="Trebuchet MS"/>
              </a:rPr>
              <a:t>uses</a:t>
            </a:r>
            <a:r>
              <a:rPr sz="2500" spc="-6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578900"/>
                </a:solidFill>
                <a:latin typeface="Trebuchet MS"/>
                <a:cs typeface="Trebuchet MS"/>
              </a:rPr>
              <a:t>the</a:t>
            </a:r>
            <a:r>
              <a:rPr sz="2500" spc="-7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578900"/>
                </a:solidFill>
                <a:latin typeface="Trebuchet MS"/>
                <a:cs typeface="Trebuchet MS"/>
              </a:rPr>
              <a:t>rules</a:t>
            </a:r>
            <a:r>
              <a:rPr sz="2500" spc="-8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578900"/>
                </a:solidFill>
                <a:latin typeface="Trebuchet MS"/>
                <a:cs typeface="Trebuchet MS"/>
              </a:rPr>
              <a:t>to </a:t>
            </a:r>
            <a:r>
              <a:rPr sz="2500" spc="-10" dirty="0">
                <a:solidFill>
                  <a:srgbClr val="578900"/>
                </a:solidFill>
                <a:latin typeface="Trebuchet MS"/>
                <a:cs typeface="Trebuchet MS"/>
              </a:rPr>
              <a:t>classify</a:t>
            </a:r>
            <a:endParaRPr sz="25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296911" y="5762245"/>
            <a:ext cx="3220720" cy="111760"/>
            <a:chOff x="7296911" y="5762245"/>
            <a:chExt cx="3220720" cy="111760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6911" y="5762245"/>
              <a:ext cx="3220211" cy="11125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352537" y="5798057"/>
              <a:ext cx="3108960" cy="0"/>
            </a:xfrm>
            <a:custGeom>
              <a:avLst/>
              <a:gdLst/>
              <a:ahLst/>
              <a:cxnLst/>
              <a:rect l="l" t="t" r="r" b="b"/>
              <a:pathLst>
                <a:path w="3108959">
                  <a:moveTo>
                    <a:pt x="0" y="0"/>
                  </a:moveTo>
                  <a:lnTo>
                    <a:pt x="3108959" y="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0074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6247" rIns="0" bIns="0" rtlCol="0">
            <a:spAutoFit/>
          </a:bodyPr>
          <a:lstStyle/>
          <a:p>
            <a:pPr marL="604520" algn="ctr">
              <a:lnSpc>
                <a:spcPts val="4305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MACHINE</a:t>
            </a:r>
            <a:r>
              <a:rPr b="1" spc="-6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LEARNING</a:t>
            </a:r>
          </a:p>
          <a:p>
            <a:pPr marL="605790" algn="ctr">
              <a:lnSpc>
                <a:spcPts val="3345"/>
              </a:lnSpc>
            </a:pPr>
            <a:r>
              <a:rPr sz="2800" dirty="0">
                <a:solidFill>
                  <a:srgbClr val="578900"/>
                </a:solidFill>
              </a:rPr>
              <a:t>Building</a:t>
            </a:r>
            <a:r>
              <a:rPr sz="2800" spc="-70" dirty="0">
                <a:solidFill>
                  <a:srgbClr val="578900"/>
                </a:solidFill>
              </a:rPr>
              <a:t> </a:t>
            </a:r>
            <a:r>
              <a:rPr sz="2800" dirty="0">
                <a:solidFill>
                  <a:srgbClr val="578900"/>
                </a:solidFill>
              </a:rPr>
              <a:t>a</a:t>
            </a:r>
            <a:r>
              <a:rPr sz="2800" spc="-15" dirty="0">
                <a:solidFill>
                  <a:srgbClr val="578900"/>
                </a:solidFill>
              </a:rPr>
              <a:t> </a:t>
            </a:r>
            <a:r>
              <a:rPr sz="2800" spc="-10" dirty="0">
                <a:solidFill>
                  <a:srgbClr val="578900"/>
                </a:solidFill>
              </a:rPr>
              <a:t>Classifier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99808" y="2090864"/>
            <a:ext cx="3134995" cy="3721735"/>
            <a:chOff x="499808" y="2090864"/>
            <a:chExt cx="3134995" cy="3721735"/>
          </a:xfrm>
        </p:grpSpPr>
        <p:sp>
          <p:nvSpPr>
            <p:cNvPr id="4" name="object 4"/>
            <p:cNvSpPr/>
            <p:nvPr/>
          </p:nvSpPr>
          <p:spPr>
            <a:xfrm>
              <a:off x="512063" y="2103119"/>
              <a:ext cx="3108960" cy="3695700"/>
            </a:xfrm>
            <a:custGeom>
              <a:avLst/>
              <a:gdLst/>
              <a:ahLst/>
              <a:cxnLst/>
              <a:rect l="l" t="t" r="r" b="b"/>
              <a:pathLst>
                <a:path w="3108960" h="3695700">
                  <a:moveTo>
                    <a:pt x="3108960" y="0"/>
                  </a:moveTo>
                  <a:lnTo>
                    <a:pt x="0" y="0"/>
                  </a:lnTo>
                  <a:lnTo>
                    <a:pt x="0" y="3695446"/>
                  </a:lnTo>
                  <a:lnTo>
                    <a:pt x="3108960" y="3695446"/>
                  </a:lnTo>
                  <a:lnTo>
                    <a:pt x="3108960" y="0"/>
                  </a:lnTo>
                  <a:close/>
                </a:path>
              </a:pathLst>
            </a:custGeom>
            <a:solidFill>
              <a:srgbClr val="DFDFD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2825" y="2103881"/>
              <a:ext cx="3108960" cy="3695700"/>
            </a:xfrm>
            <a:custGeom>
              <a:avLst/>
              <a:gdLst/>
              <a:ahLst/>
              <a:cxnLst/>
              <a:rect l="l" t="t" r="r" b="b"/>
              <a:pathLst>
                <a:path w="3108960" h="3695700">
                  <a:moveTo>
                    <a:pt x="0" y="3695446"/>
                  </a:moveTo>
                  <a:lnTo>
                    <a:pt x="3108960" y="3695446"/>
                  </a:lnTo>
                  <a:lnTo>
                    <a:pt x="3108960" y="0"/>
                  </a:lnTo>
                  <a:lnTo>
                    <a:pt x="0" y="0"/>
                  </a:lnTo>
                  <a:lnTo>
                    <a:pt x="0" y="3695446"/>
                  </a:lnTo>
                  <a:close/>
                </a:path>
              </a:pathLst>
            </a:custGeom>
            <a:ln w="25908">
              <a:solidFill>
                <a:srgbClr val="C9D4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6943" y="2436875"/>
              <a:ext cx="1220724" cy="12192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13331" y="2471927"/>
              <a:ext cx="1109345" cy="1109345"/>
            </a:xfrm>
            <a:custGeom>
              <a:avLst/>
              <a:gdLst/>
              <a:ahLst/>
              <a:cxnLst/>
              <a:rect l="l" t="t" r="r" b="b"/>
              <a:pathLst>
                <a:path w="1109345" h="1109345">
                  <a:moveTo>
                    <a:pt x="554482" y="0"/>
                  </a:moveTo>
                  <a:lnTo>
                    <a:pt x="506603" y="2032"/>
                  </a:lnTo>
                  <a:lnTo>
                    <a:pt x="459994" y="8000"/>
                  </a:lnTo>
                  <a:lnTo>
                    <a:pt x="414528" y="17780"/>
                  </a:lnTo>
                  <a:lnTo>
                    <a:pt x="370586" y="31242"/>
                  </a:lnTo>
                  <a:lnTo>
                    <a:pt x="328294" y="48133"/>
                  </a:lnTo>
                  <a:lnTo>
                    <a:pt x="287781" y="68325"/>
                  </a:lnTo>
                  <a:lnTo>
                    <a:pt x="249174" y="91567"/>
                  </a:lnTo>
                  <a:lnTo>
                    <a:pt x="212725" y="117856"/>
                  </a:lnTo>
                  <a:lnTo>
                    <a:pt x="178562" y="146938"/>
                  </a:lnTo>
                  <a:lnTo>
                    <a:pt x="146938" y="178688"/>
                  </a:lnTo>
                  <a:lnTo>
                    <a:pt x="117856" y="212725"/>
                  </a:lnTo>
                  <a:lnTo>
                    <a:pt x="91567" y="249174"/>
                  </a:lnTo>
                  <a:lnTo>
                    <a:pt x="68326" y="287782"/>
                  </a:lnTo>
                  <a:lnTo>
                    <a:pt x="48133" y="328295"/>
                  </a:lnTo>
                  <a:lnTo>
                    <a:pt x="31242" y="370713"/>
                  </a:lnTo>
                  <a:lnTo>
                    <a:pt x="17780" y="414655"/>
                  </a:lnTo>
                  <a:lnTo>
                    <a:pt x="8001" y="460121"/>
                  </a:lnTo>
                  <a:lnTo>
                    <a:pt x="2031" y="506857"/>
                  </a:lnTo>
                  <a:lnTo>
                    <a:pt x="0" y="554609"/>
                  </a:lnTo>
                  <a:lnTo>
                    <a:pt x="2031" y="602488"/>
                  </a:lnTo>
                  <a:lnTo>
                    <a:pt x="8001" y="649224"/>
                  </a:lnTo>
                  <a:lnTo>
                    <a:pt x="17780" y="694690"/>
                  </a:lnTo>
                  <a:lnTo>
                    <a:pt x="31242" y="738632"/>
                  </a:lnTo>
                  <a:lnTo>
                    <a:pt x="48133" y="781050"/>
                  </a:lnTo>
                  <a:lnTo>
                    <a:pt x="68326" y="821563"/>
                  </a:lnTo>
                  <a:lnTo>
                    <a:pt x="91567" y="860171"/>
                  </a:lnTo>
                  <a:lnTo>
                    <a:pt x="117856" y="896620"/>
                  </a:lnTo>
                  <a:lnTo>
                    <a:pt x="146938" y="930656"/>
                  </a:lnTo>
                  <a:lnTo>
                    <a:pt x="178562" y="962406"/>
                  </a:lnTo>
                  <a:lnTo>
                    <a:pt x="212725" y="991489"/>
                  </a:lnTo>
                  <a:lnTo>
                    <a:pt x="249174" y="1017778"/>
                  </a:lnTo>
                  <a:lnTo>
                    <a:pt x="287781" y="1041019"/>
                  </a:lnTo>
                  <a:lnTo>
                    <a:pt x="328294" y="1061212"/>
                  </a:lnTo>
                  <a:lnTo>
                    <a:pt x="370586" y="1078103"/>
                  </a:lnTo>
                  <a:lnTo>
                    <a:pt x="414528" y="1091565"/>
                  </a:lnTo>
                  <a:lnTo>
                    <a:pt x="459994" y="1101344"/>
                  </a:lnTo>
                  <a:lnTo>
                    <a:pt x="506603" y="1107313"/>
                  </a:lnTo>
                  <a:lnTo>
                    <a:pt x="554482" y="1109345"/>
                  </a:lnTo>
                  <a:lnTo>
                    <a:pt x="602361" y="1107313"/>
                  </a:lnTo>
                  <a:lnTo>
                    <a:pt x="648969" y="1101344"/>
                  </a:lnTo>
                  <a:lnTo>
                    <a:pt x="694436" y="1091565"/>
                  </a:lnTo>
                  <a:lnTo>
                    <a:pt x="738378" y="1078103"/>
                  </a:lnTo>
                  <a:lnTo>
                    <a:pt x="780669" y="1061212"/>
                  </a:lnTo>
                  <a:lnTo>
                    <a:pt x="821182" y="1041019"/>
                  </a:lnTo>
                  <a:lnTo>
                    <a:pt x="859790" y="1017778"/>
                  </a:lnTo>
                  <a:lnTo>
                    <a:pt x="896238" y="991489"/>
                  </a:lnTo>
                  <a:lnTo>
                    <a:pt x="930401" y="962406"/>
                  </a:lnTo>
                  <a:lnTo>
                    <a:pt x="962025" y="930656"/>
                  </a:lnTo>
                  <a:lnTo>
                    <a:pt x="991107" y="896620"/>
                  </a:lnTo>
                  <a:lnTo>
                    <a:pt x="1017397" y="860171"/>
                  </a:lnTo>
                  <a:lnTo>
                    <a:pt x="1040638" y="821563"/>
                  </a:lnTo>
                  <a:lnTo>
                    <a:pt x="1060831" y="781050"/>
                  </a:lnTo>
                  <a:lnTo>
                    <a:pt x="1077722" y="738632"/>
                  </a:lnTo>
                  <a:lnTo>
                    <a:pt x="1091184" y="694690"/>
                  </a:lnTo>
                  <a:lnTo>
                    <a:pt x="1100963" y="649224"/>
                  </a:lnTo>
                  <a:lnTo>
                    <a:pt x="1106932" y="602488"/>
                  </a:lnTo>
                  <a:lnTo>
                    <a:pt x="1108964" y="554609"/>
                  </a:lnTo>
                  <a:lnTo>
                    <a:pt x="1106932" y="506857"/>
                  </a:lnTo>
                  <a:lnTo>
                    <a:pt x="1100963" y="460121"/>
                  </a:lnTo>
                  <a:lnTo>
                    <a:pt x="1091184" y="414655"/>
                  </a:lnTo>
                  <a:lnTo>
                    <a:pt x="1077722" y="370713"/>
                  </a:lnTo>
                  <a:lnTo>
                    <a:pt x="1060831" y="328295"/>
                  </a:lnTo>
                  <a:lnTo>
                    <a:pt x="1040638" y="287782"/>
                  </a:lnTo>
                  <a:lnTo>
                    <a:pt x="1017397" y="249174"/>
                  </a:lnTo>
                  <a:lnTo>
                    <a:pt x="991107" y="212725"/>
                  </a:lnTo>
                  <a:lnTo>
                    <a:pt x="962025" y="178688"/>
                  </a:lnTo>
                  <a:lnTo>
                    <a:pt x="930401" y="146938"/>
                  </a:lnTo>
                  <a:lnTo>
                    <a:pt x="896238" y="117856"/>
                  </a:lnTo>
                  <a:lnTo>
                    <a:pt x="859790" y="91567"/>
                  </a:lnTo>
                  <a:lnTo>
                    <a:pt x="821182" y="68325"/>
                  </a:lnTo>
                  <a:lnTo>
                    <a:pt x="780669" y="48133"/>
                  </a:lnTo>
                  <a:lnTo>
                    <a:pt x="738378" y="31242"/>
                  </a:lnTo>
                  <a:lnTo>
                    <a:pt x="694436" y="17780"/>
                  </a:lnTo>
                  <a:lnTo>
                    <a:pt x="648969" y="8000"/>
                  </a:lnTo>
                  <a:lnTo>
                    <a:pt x="602361" y="2032"/>
                  </a:lnTo>
                  <a:lnTo>
                    <a:pt x="55448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14093" y="2472689"/>
              <a:ext cx="1109345" cy="1109345"/>
            </a:xfrm>
            <a:custGeom>
              <a:avLst/>
              <a:gdLst/>
              <a:ahLst/>
              <a:cxnLst/>
              <a:rect l="l" t="t" r="r" b="b"/>
              <a:pathLst>
                <a:path w="1109345" h="1109345">
                  <a:moveTo>
                    <a:pt x="0" y="554609"/>
                  </a:moveTo>
                  <a:lnTo>
                    <a:pt x="2031" y="506857"/>
                  </a:lnTo>
                  <a:lnTo>
                    <a:pt x="8000" y="460121"/>
                  </a:lnTo>
                  <a:lnTo>
                    <a:pt x="17780" y="414655"/>
                  </a:lnTo>
                  <a:lnTo>
                    <a:pt x="31242" y="370713"/>
                  </a:lnTo>
                  <a:lnTo>
                    <a:pt x="48133" y="328295"/>
                  </a:lnTo>
                  <a:lnTo>
                    <a:pt x="68325" y="287782"/>
                  </a:lnTo>
                  <a:lnTo>
                    <a:pt x="91567" y="249174"/>
                  </a:lnTo>
                  <a:lnTo>
                    <a:pt x="117856" y="212725"/>
                  </a:lnTo>
                  <a:lnTo>
                    <a:pt x="146938" y="178688"/>
                  </a:lnTo>
                  <a:lnTo>
                    <a:pt x="178562" y="146938"/>
                  </a:lnTo>
                  <a:lnTo>
                    <a:pt x="212725" y="117856"/>
                  </a:lnTo>
                  <a:lnTo>
                    <a:pt x="249174" y="91567"/>
                  </a:lnTo>
                  <a:lnTo>
                    <a:pt x="287781" y="68325"/>
                  </a:lnTo>
                  <a:lnTo>
                    <a:pt x="328294" y="48133"/>
                  </a:lnTo>
                  <a:lnTo>
                    <a:pt x="370586" y="31242"/>
                  </a:lnTo>
                  <a:lnTo>
                    <a:pt x="414528" y="17780"/>
                  </a:lnTo>
                  <a:lnTo>
                    <a:pt x="459994" y="8000"/>
                  </a:lnTo>
                  <a:lnTo>
                    <a:pt x="506603" y="2032"/>
                  </a:lnTo>
                  <a:lnTo>
                    <a:pt x="554482" y="0"/>
                  </a:lnTo>
                  <a:lnTo>
                    <a:pt x="602361" y="2032"/>
                  </a:lnTo>
                  <a:lnTo>
                    <a:pt x="648969" y="8000"/>
                  </a:lnTo>
                  <a:lnTo>
                    <a:pt x="694436" y="17780"/>
                  </a:lnTo>
                  <a:lnTo>
                    <a:pt x="738378" y="31242"/>
                  </a:lnTo>
                  <a:lnTo>
                    <a:pt x="780669" y="48133"/>
                  </a:lnTo>
                  <a:lnTo>
                    <a:pt x="821182" y="68325"/>
                  </a:lnTo>
                  <a:lnTo>
                    <a:pt x="859789" y="91567"/>
                  </a:lnTo>
                  <a:lnTo>
                    <a:pt x="896238" y="117856"/>
                  </a:lnTo>
                  <a:lnTo>
                    <a:pt x="930401" y="146938"/>
                  </a:lnTo>
                  <a:lnTo>
                    <a:pt x="962025" y="178688"/>
                  </a:lnTo>
                  <a:lnTo>
                    <a:pt x="991107" y="212725"/>
                  </a:lnTo>
                  <a:lnTo>
                    <a:pt x="1017397" y="249174"/>
                  </a:lnTo>
                  <a:lnTo>
                    <a:pt x="1040638" y="287782"/>
                  </a:lnTo>
                  <a:lnTo>
                    <a:pt x="1060831" y="328295"/>
                  </a:lnTo>
                  <a:lnTo>
                    <a:pt x="1077722" y="370713"/>
                  </a:lnTo>
                  <a:lnTo>
                    <a:pt x="1091183" y="414655"/>
                  </a:lnTo>
                  <a:lnTo>
                    <a:pt x="1100963" y="460121"/>
                  </a:lnTo>
                  <a:lnTo>
                    <a:pt x="1106932" y="506857"/>
                  </a:lnTo>
                  <a:lnTo>
                    <a:pt x="1108964" y="554609"/>
                  </a:lnTo>
                  <a:lnTo>
                    <a:pt x="1106932" y="602488"/>
                  </a:lnTo>
                  <a:lnTo>
                    <a:pt x="1100963" y="649224"/>
                  </a:lnTo>
                  <a:lnTo>
                    <a:pt x="1091183" y="694690"/>
                  </a:lnTo>
                  <a:lnTo>
                    <a:pt x="1077722" y="738632"/>
                  </a:lnTo>
                  <a:lnTo>
                    <a:pt x="1060831" y="781050"/>
                  </a:lnTo>
                  <a:lnTo>
                    <a:pt x="1040638" y="821563"/>
                  </a:lnTo>
                  <a:lnTo>
                    <a:pt x="1017397" y="860171"/>
                  </a:lnTo>
                  <a:lnTo>
                    <a:pt x="991107" y="896620"/>
                  </a:lnTo>
                  <a:lnTo>
                    <a:pt x="962025" y="930656"/>
                  </a:lnTo>
                  <a:lnTo>
                    <a:pt x="930401" y="962406"/>
                  </a:lnTo>
                  <a:lnTo>
                    <a:pt x="896238" y="991489"/>
                  </a:lnTo>
                  <a:lnTo>
                    <a:pt x="859789" y="1017778"/>
                  </a:lnTo>
                  <a:lnTo>
                    <a:pt x="821182" y="1041019"/>
                  </a:lnTo>
                  <a:lnTo>
                    <a:pt x="780669" y="1061212"/>
                  </a:lnTo>
                  <a:lnTo>
                    <a:pt x="738378" y="1078103"/>
                  </a:lnTo>
                  <a:lnTo>
                    <a:pt x="694436" y="1091565"/>
                  </a:lnTo>
                  <a:lnTo>
                    <a:pt x="648969" y="1101344"/>
                  </a:lnTo>
                  <a:lnTo>
                    <a:pt x="602361" y="1107313"/>
                  </a:lnTo>
                  <a:lnTo>
                    <a:pt x="554482" y="1109345"/>
                  </a:lnTo>
                  <a:lnTo>
                    <a:pt x="506603" y="1107313"/>
                  </a:lnTo>
                  <a:lnTo>
                    <a:pt x="459994" y="1101344"/>
                  </a:lnTo>
                  <a:lnTo>
                    <a:pt x="414528" y="1091565"/>
                  </a:lnTo>
                  <a:lnTo>
                    <a:pt x="370586" y="1078103"/>
                  </a:lnTo>
                  <a:lnTo>
                    <a:pt x="328294" y="1061212"/>
                  </a:lnTo>
                  <a:lnTo>
                    <a:pt x="287781" y="1041019"/>
                  </a:lnTo>
                  <a:lnTo>
                    <a:pt x="249174" y="1017778"/>
                  </a:lnTo>
                  <a:lnTo>
                    <a:pt x="212725" y="991489"/>
                  </a:lnTo>
                  <a:lnTo>
                    <a:pt x="178562" y="962406"/>
                  </a:lnTo>
                  <a:lnTo>
                    <a:pt x="146938" y="930656"/>
                  </a:lnTo>
                  <a:lnTo>
                    <a:pt x="117856" y="896620"/>
                  </a:lnTo>
                  <a:lnTo>
                    <a:pt x="91567" y="860171"/>
                  </a:lnTo>
                  <a:lnTo>
                    <a:pt x="68325" y="821563"/>
                  </a:lnTo>
                  <a:lnTo>
                    <a:pt x="48133" y="781050"/>
                  </a:lnTo>
                  <a:lnTo>
                    <a:pt x="31242" y="738632"/>
                  </a:lnTo>
                  <a:lnTo>
                    <a:pt x="17780" y="694690"/>
                  </a:lnTo>
                  <a:lnTo>
                    <a:pt x="8000" y="649224"/>
                  </a:lnTo>
                  <a:lnTo>
                    <a:pt x="2031" y="602488"/>
                  </a:lnTo>
                  <a:lnTo>
                    <a:pt x="0" y="554609"/>
                  </a:lnTo>
                  <a:close/>
                </a:path>
              </a:pathLst>
            </a:custGeom>
            <a:ln w="25908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5780" y="2570226"/>
            <a:ext cx="3083560" cy="254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4800">
              <a:latin typeface="Trebuchet MS"/>
              <a:cs typeface="Trebuchet MS"/>
            </a:endParaRPr>
          </a:p>
          <a:p>
            <a:pPr marL="290830" marR="280670" indent="2540" algn="ctr">
              <a:lnSpc>
                <a:spcPct val="86800"/>
              </a:lnSpc>
              <a:spcBef>
                <a:spcPts val="4075"/>
              </a:spcBef>
            </a:pP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Show</a:t>
            </a:r>
            <a:r>
              <a:rPr sz="2400" spc="-5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model</a:t>
            </a:r>
            <a:r>
              <a:rPr sz="2400" spc="-5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578900"/>
                </a:solidFill>
                <a:latin typeface="Trebuchet MS"/>
                <a:cs typeface="Trebuchet MS"/>
              </a:rPr>
              <a:t>the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examples</a:t>
            </a:r>
            <a:r>
              <a:rPr sz="2400" spc="-16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with</a:t>
            </a:r>
            <a:r>
              <a:rPr sz="2400" spc="-13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578900"/>
                </a:solidFill>
                <a:latin typeface="Trebuchet MS"/>
                <a:cs typeface="Trebuchet MS"/>
              </a:rPr>
              <a:t>the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answer</a:t>
            </a:r>
            <a:r>
              <a:rPr sz="2400" spc="-6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of</a:t>
            </a:r>
            <a:r>
              <a:rPr sz="2400" spc="-5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how</a:t>
            </a:r>
            <a:r>
              <a:rPr sz="2400" spc="-4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578900"/>
                </a:solidFill>
                <a:latin typeface="Trebuchet MS"/>
                <a:cs typeface="Trebuchet MS"/>
              </a:rPr>
              <a:t>to </a:t>
            </a:r>
            <a:r>
              <a:rPr sz="2400" spc="-10" dirty="0">
                <a:solidFill>
                  <a:srgbClr val="578900"/>
                </a:solidFill>
                <a:latin typeface="Trebuchet MS"/>
                <a:cs typeface="Trebuchet MS"/>
              </a:rPr>
              <a:t>classify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7200" y="5762245"/>
            <a:ext cx="3220720" cy="111760"/>
            <a:chOff x="457200" y="5762245"/>
            <a:chExt cx="3220720" cy="11176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5762245"/>
              <a:ext cx="3220212" cy="111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4350" y="5798057"/>
              <a:ext cx="3108960" cy="0"/>
            </a:xfrm>
            <a:custGeom>
              <a:avLst/>
              <a:gdLst/>
              <a:ahLst/>
              <a:cxnLst/>
              <a:rect l="l" t="t" r="r" b="b"/>
              <a:pathLst>
                <a:path w="3108960">
                  <a:moveTo>
                    <a:pt x="0" y="0"/>
                  </a:moveTo>
                  <a:lnTo>
                    <a:pt x="3108960" y="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0074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921188" y="2090864"/>
            <a:ext cx="3134995" cy="3721735"/>
            <a:chOff x="3921188" y="2090864"/>
            <a:chExt cx="3134995" cy="3721735"/>
          </a:xfrm>
        </p:grpSpPr>
        <p:sp>
          <p:nvSpPr>
            <p:cNvPr id="14" name="object 14"/>
            <p:cNvSpPr/>
            <p:nvPr/>
          </p:nvSpPr>
          <p:spPr>
            <a:xfrm>
              <a:off x="3933444" y="2103119"/>
              <a:ext cx="3108960" cy="3695700"/>
            </a:xfrm>
            <a:custGeom>
              <a:avLst/>
              <a:gdLst/>
              <a:ahLst/>
              <a:cxnLst/>
              <a:rect l="l" t="t" r="r" b="b"/>
              <a:pathLst>
                <a:path w="3108959" h="3695700">
                  <a:moveTo>
                    <a:pt x="3108959" y="0"/>
                  </a:moveTo>
                  <a:lnTo>
                    <a:pt x="0" y="0"/>
                  </a:lnTo>
                  <a:lnTo>
                    <a:pt x="0" y="3695446"/>
                  </a:lnTo>
                  <a:lnTo>
                    <a:pt x="3108959" y="3695446"/>
                  </a:lnTo>
                  <a:lnTo>
                    <a:pt x="3108959" y="0"/>
                  </a:lnTo>
                  <a:close/>
                </a:path>
              </a:pathLst>
            </a:custGeom>
            <a:solidFill>
              <a:srgbClr val="DFDFD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34206" y="2103881"/>
              <a:ext cx="3108960" cy="3695700"/>
            </a:xfrm>
            <a:custGeom>
              <a:avLst/>
              <a:gdLst/>
              <a:ahLst/>
              <a:cxnLst/>
              <a:rect l="l" t="t" r="r" b="b"/>
              <a:pathLst>
                <a:path w="3108959" h="3695700">
                  <a:moveTo>
                    <a:pt x="0" y="3695446"/>
                  </a:moveTo>
                  <a:lnTo>
                    <a:pt x="3108959" y="3695446"/>
                  </a:lnTo>
                  <a:lnTo>
                    <a:pt x="3108959" y="0"/>
                  </a:lnTo>
                  <a:lnTo>
                    <a:pt x="0" y="0"/>
                  </a:lnTo>
                  <a:lnTo>
                    <a:pt x="0" y="3695446"/>
                  </a:lnTo>
                  <a:close/>
                </a:path>
              </a:pathLst>
            </a:custGeom>
            <a:ln w="25908">
              <a:solidFill>
                <a:srgbClr val="C9D4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2436875"/>
              <a:ext cx="1220724" cy="1219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933188" y="2471927"/>
              <a:ext cx="1109345" cy="1109345"/>
            </a:xfrm>
            <a:custGeom>
              <a:avLst/>
              <a:gdLst/>
              <a:ahLst/>
              <a:cxnLst/>
              <a:rect l="l" t="t" r="r" b="b"/>
              <a:pathLst>
                <a:path w="1109345" h="1109345">
                  <a:moveTo>
                    <a:pt x="554482" y="0"/>
                  </a:moveTo>
                  <a:lnTo>
                    <a:pt x="506602" y="2032"/>
                  </a:lnTo>
                  <a:lnTo>
                    <a:pt x="459994" y="8000"/>
                  </a:lnTo>
                  <a:lnTo>
                    <a:pt x="414527" y="17780"/>
                  </a:lnTo>
                  <a:lnTo>
                    <a:pt x="370586" y="31242"/>
                  </a:lnTo>
                  <a:lnTo>
                    <a:pt x="328295" y="48133"/>
                  </a:lnTo>
                  <a:lnTo>
                    <a:pt x="287782" y="68325"/>
                  </a:lnTo>
                  <a:lnTo>
                    <a:pt x="249174" y="91567"/>
                  </a:lnTo>
                  <a:lnTo>
                    <a:pt x="212725" y="117856"/>
                  </a:lnTo>
                  <a:lnTo>
                    <a:pt x="178562" y="146938"/>
                  </a:lnTo>
                  <a:lnTo>
                    <a:pt x="146938" y="178688"/>
                  </a:lnTo>
                  <a:lnTo>
                    <a:pt x="117856" y="212725"/>
                  </a:lnTo>
                  <a:lnTo>
                    <a:pt x="91566" y="249174"/>
                  </a:lnTo>
                  <a:lnTo>
                    <a:pt x="68325" y="287782"/>
                  </a:lnTo>
                  <a:lnTo>
                    <a:pt x="48133" y="328295"/>
                  </a:lnTo>
                  <a:lnTo>
                    <a:pt x="31241" y="370713"/>
                  </a:lnTo>
                  <a:lnTo>
                    <a:pt x="17779" y="414655"/>
                  </a:lnTo>
                  <a:lnTo>
                    <a:pt x="8000" y="460121"/>
                  </a:lnTo>
                  <a:lnTo>
                    <a:pt x="2032" y="506857"/>
                  </a:lnTo>
                  <a:lnTo>
                    <a:pt x="0" y="554609"/>
                  </a:lnTo>
                  <a:lnTo>
                    <a:pt x="2032" y="602488"/>
                  </a:lnTo>
                  <a:lnTo>
                    <a:pt x="8000" y="649224"/>
                  </a:lnTo>
                  <a:lnTo>
                    <a:pt x="17779" y="694690"/>
                  </a:lnTo>
                  <a:lnTo>
                    <a:pt x="31241" y="738632"/>
                  </a:lnTo>
                  <a:lnTo>
                    <a:pt x="48133" y="781050"/>
                  </a:lnTo>
                  <a:lnTo>
                    <a:pt x="68325" y="821563"/>
                  </a:lnTo>
                  <a:lnTo>
                    <a:pt x="91566" y="860171"/>
                  </a:lnTo>
                  <a:lnTo>
                    <a:pt x="117856" y="896620"/>
                  </a:lnTo>
                  <a:lnTo>
                    <a:pt x="146938" y="930656"/>
                  </a:lnTo>
                  <a:lnTo>
                    <a:pt x="178562" y="962406"/>
                  </a:lnTo>
                  <a:lnTo>
                    <a:pt x="212725" y="991489"/>
                  </a:lnTo>
                  <a:lnTo>
                    <a:pt x="249174" y="1017778"/>
                  </a:lnTo>
                  <a:lnTo>
                    <a:pt x="287782" y="1041019"/>
                  </a:lnTo>
                  <a:lnTo>
                    <a:pt x="328295" y="1061212"/>
                  </a:lnTo>
                  <a:lnTo>
                    <a:pt x="370586" y="1078103"/>
                  </a:lnTo>
                  <a:lnTo>
                    <a:pt x="414527" y="1091565"/>
                  </a:lnTo>
                  <a:lnTo>
                    <a:pt x="459994" y="1101344"/>
                  </a:lnTo>
                  <a:lnTo>
                    <a:pt x="506602" y="1107313"/>
                  </a:lnTo>
                  <a:lnTo>
                    <a:pt x="554482" y="1109345"/>
                  </a:lnTo>
                  <a:lnTo>
                    <a:pt x="602361" y="1107313"/>
                  </a:lnTo>
                  <a:lnTo>
                    <a:pt x="648970" y="1101344"/>
                  </a:lnTo>
                  <a:lnTo>
                    <a:pt x="694436" y="1091565"/>
                  </a:lnTo>
                  <a:lnTo>
                    <a:pt x="738377" y="1078103"/>
                  </a:lnTo>
                  <a:lnTo>
                    <a:pt x="780669" y="1061212"/>
                  </a:lnTo>
                  <a:lnTo>
                    <a:pt x="821182" y="1041019"/>
                  </a:lnTo>
                  <a:lnTo>
                    <a:pt x="859789" y="1017778"/>
                  </a:lnTo>
                  <a:lnTo>
                    <a:pt x="896238" y="991489"/>
                  </a:lnTo>
                  <a:lnTo>
                    <a:pt x="930401" y="962406"/>
                  </a:lnTo>
                  <a:lnTo>
                    <a:pt x="962025" y="930656"/>
                  </a:lnTo>
                  <a:lnTo>
                    <a:pt x="991108" y="896620"/>
                  </a:lnTo>
                  <a:lnTo>
                    <a:pt x="1017397" y="860171"/>
                  </a:lnTo>
                  <a:lnTo>
                    <a:pt x="1040638" y="821563"/>
                  </a:lnTo>
                  <a:lnTo>
                    <a:pt x="1060831" y="781050"/>
                  </a:lnTo>
                  <a:lnTo>
                    <a:pt x="1077722" y="738632"/>
                  </a:lnTo>
                  <a:lnTo>
                    <a:pt x="1091184" y="694690"/>
                  </a:lnTo>
                  <a:lnTo>
                    <a:pt x="1100963" y="649224"/>
                  </a:lnTo>
                  <a:lnTo>
                    <a:pt x="1106932" y="602488"/>
                  </a:lnTo>
                  <a:lnTo>
                    <a:pt x="1108964" y="554609"/>
                  </a:lnTo>
                  <a:lnTo>
                    <a:pt x="1106932" y="506857"/>
                  </a:lnTo>
                  <a:lnTo>
                    <a:pt x="1100963" y="460121"/>
                  </a:lnTo>
                  <a:lnTo>
                    <a:pt x="1091184" y="414655"/>
                  </a:lnTo>
                  <a:lnTo>
                    <a:pt x="1077722" y="370713"/>
                  </a:lnTo>
                  <a:lnTo>
                    <a:pt x="1060831" y="328295"/>
                  </a:lnTo>
                  <a:lnTo>
                    <a:pt x="1040638" y="287782"/>
                  </a:lnTo>
                  <a:lnTo>
                    <a:pt x="1017397" y="249174"/>
                  </a:lnTo>
                  <a:lnTo>
                    <a:pt x="991108" y="212725"/>
                  </a:lnTo>
                  <a:lnTo>
                    <a:pt x="962025" y="178688"/>
                  </a:lnTo>
                  <a:lnTo>
                    <a:pt x="930401" y="146938"/>
                  </a:lnTo>
                  <a:lnTo>
                    <a:pt x="896238" y="117856"/>
                  </a:lnTo>
                  <a:lnTo>
                    <a:pt x="859789" y="91567"/>
                  </a:lnTo>
                  <a:lnTo>
                    <a:pt x="821182" y="68325"/>
                  </a:lnTo>
                  <a:lnTo>
                    <a:pt x="780669" y="48133"/>
                  </a:lnTo>
                  <a:lnTo>
                    <a:pt x="738377" y="31242"/>
                  </a:lnTo>
                  <a:lnTo>
                    <a:pt x="694436" y="17780"/>
                  </a:lnTo>
                  <a:lnTo>
                    <a:pt x="648970" y="8000"/>
                  </a:lnTo>
                  <a:lnTo>
                    <a:pt x="602361" y="2032"/>
                  </a:lnTo>
                  <a:lnTo>
                    <a:pt x="55448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33950" y="2472689"/>
              <a:ext cx="1109345" cy="1109345"/>
            </a:xfrm>
            <a:custGeom>
              <a:avLst/>
              <a:gdLst/>
              <a:ahLst/>
              <a:cxnLst/>
              <a:rect l="l" t="t" r="r" b="b"/>
              <a:pathLst>
                <a:path w="1109345" h="1109345">
                  <a:moveTo>
                    <a:pt x="0" y="554609"/>
                  </a:moveTo>
                  <a:lnTo>
                    <a:pt x="2032" y="506857"/>
                  </a:lnTo>
                  <a:lnTo>
                    <a:pt x="8000" y="460121"/>
                  </a:lnTo>
                  <a:lnTo>
                    <a:pt x="17779" y="414655"/>
                  </a:lnTo>
                  <a:lnTo>
                    <a:pt x="31241" y="370713"/>
                  </a:lnTo>
                  <a:lnTo>
                    <a:pt x="48133" y="328295"/>
                  </a:lnTo>
                  <a:lnTo>
                    <a:pt x="68325" y="287782"/>
                  </a:lnTo>
                  <a:lnTo>
                    <a:pt x="91566" y="249174"/>
                  </a:lnTo>
                  <a:lnTo>
                    <a:pt x="117855" y="212725"/>
                  </a:lnTo>
                  <a:lnTo>
                    <a:pt x="146938" y="178688"/>
                  </a:lnTo>
                  <a:lnTo>
                    <a:pt x="178562" y="146938"/>
                  </a:lnTo>
                  <a:lnTo>
                    <a:pt x="212725" y="117856"/>
                  </a:lnTo>
                  <a:lnTo>
                    <a:pt x="249174" y="91567"/>
                  </a:lnTo>
                  <a:lnTo>
                    <a:pt x="287782" y="68325"/>
                  </a:lnTo>
                  <a:lnTo>
                    <a:pt x="328295" y="48133"/>
                  </a:lnTo>
                  <a:lnTo>
                    <a:pt x="370586" y="31242"/>
                  </a:lnTo>
                  <a:lnTo>
                    <a:pt x="414527" y="17780"/>
                  </a:lnTo>
                  <a:lnTo>
                    <a:pt x="459994" y="8000"/>
                  </a:lnTo>
                  <a:lnTo>
                    <a:pt x="506602" y="2032"/>
                  </a:lnTo>
                  <a:lnTo>
                    <a:pt x="554482" y="0"/>
                  </a:lnTo>
                  <a:lnTo>
                    <a:pt x="602361" y="2032"/>
                  </a:lnTo>
                  <a:lnTo>
                    <a:pt x="648970" y="8000"/>
                  </a:lnTo>
                  <a:lnTo>
                    <a:pt x="694436" y="17780"/>
                  </a:lnTo>
                  <a:lnTo>
                    <a:pt x="738377" y="31242"/>
                  </a:lnTo>
                  <a:lnTo>
                    <a:pt x="780669" y="48133"/>
                  </a:lnTo>
                  <a:lnTo>
                    <a:pt x="821182" y="68325"/>
                  </a:lnTo>
                  <a:lnTo>
                    <a:pt x="859789" y="91567"/>
                  </a:lnTo>
                  <a:lnTo>
                    <a:pt x="896238" y="117856"/>
                  </a:lnTo>
                  <a:lnTo>
                    <a:pt x="930401" y="146938"/>
                  </a:lnTo>
                  <a:lnTo>
                    <a:pt x="962025" y="178688"/>
                  </a:lnTo>
                  <a:lnTo>
                    <a:pt x="991108" y="212725"/>
                  </a:lnTo>
                  <a:lnTo>
                    <a:pt x="1017397" y="249174"/>
                  </a:lnTo>
                  <a:lnTo>
                    <a:pt x="1040638" y="287782"/>
                  </a:lnTo>
                  <a:lnTo>
                    <a:pt x="1060830" y="328295"/>
                  </a:lnTo>
                  <a:lnTo>
                    <a:pt x="1077722" y="370713"/>
                  </a:lnTo>
                  <a:lnTo>
                    <a:pt x="1091184" y="414655"/>
                  </a:lnTo>
                  <a:lnTo>
                    <a:pt x="1100963" y="460121"/>
                  </a:lnTo>
                  <a:lnTo>
                    <a:pt x="1106932" y="506857"/>
                  </a:lnTo>
                  <a:lnTo>
                    <a:pt x="1108964" y="554609"/>
                  </a:lnTo>
                  <a:lnTo>
                    <a:pt x="1106932" y="602488"/>
                  </a:lnTo>
                  <a:lnTo>
                    <a:pt x="1100963" y="649224"/>
                  </a:lnTo>
                  <a:lnTo>
                    <a:pt x="1091184" y="694690"/>
                  </a:lnTo>
                  <a:lnTo>
                    <a:pt x="1077722" y="738632"/>
                  </a:lnTo>
                  <a:lnTo>
                    <a:pt x="1060830" y="781050"/>
                  </a:lnTo>
                  <a:lnTo>
                    <a:pt x="1040638" y="821563"/>
                  </a:lnTo>
                  <a:lnTo>
                    <a:pt x="1017397" y="860171"/>
                  </a:lnTo>
                  <a:lnTo>
                    <a:pt x="991108" y="896620"/>
                  </a:lnTo>
                  <a:lnTo>
                    <a:pt x="962025" y="930656"/>
                  </a:lnTo>
                  <a:lnTo>
                    <a:pt x="930401" y="962406"/>
                  </a:lnTo>
                  <a:lnTo>
                    <a:pt x="896238" y="991489"/>
                  </a:lnTo>
                  <a:lnTo>
                    <a:pt x="859789" y="1017778"/>
                  </a:lnTo>
                  <a:lnTo>
                    <a:pt x="821182" y="1041019"/>
                  </a:lnTo>
                  <a:lnTo>
                    <a:pt x="780669" y="1061212"/>
                  </a:lnTo>
                  <a:lnTo>
                    <a:pt x="738377" y="1078103"/>
                  </a:lnTo>
                  <a:lnTo>
                    <a:pt x="694436" y="1091565"/>
                  </a:lnTo>
                  <a:lnTo>
                    <a:pt x="648970" y="1101344"/>
                  </a:lnTo>
                  <a:lnTo>
                    <a:pt x="602361" y="1107313"/>
                  </a:lnTo>
                  <a:lnTo>
                    <a:pt x="554482" y="1109345"/>
                  </a:lnTo>
                  <a:lnTo>
                    <a:pt x="506602" y="1107313"/>
                  </a:lnTo>
                  <a:lnTo>
                    <a:pt x="459994" y="1101344"/>
                  </a:lnTo>
                  <a:lnTo>
                    <a:pt x="414527" y="1091565"/>
                  </a:lnTo>
                  <a:lnTo>
                    <a:pt x="370586" y="1078103"/>
                  </a:lnTo>
                  <a:lnTo>
                    <a:pt x="328295" y="1061212"/>
                  </a:lnTo>
                  <a:lnTo>
                    <a:pt x="287782" y="1041019"/>
                  </a:lnTo>
                  <a:lnTo>
                    <a:pt x="249174" y="1017778"/>
                  </a:lnTo>
                  <a:lnTo>
                    <a:pt x="212725" y="991489"/>
                  </a:lnTo>
                  <a:lnTo>
                    <a:pt x="178562" y="962406"/>
                  </a:lnTo>
                  <a:lnTo>
                    <a:pt x="146938" y="930656"/>
                  </a:lnTo>
                  <a:lnTo>
                    <a:pt x="117855" y="896620"/>
                  </a:lnTo>
                  <a:lnTo>
                    <a:pt x="91566" y="860171"/>
                  </a:lnTo>
                  <a:lnTo>
                    <a:pt x="68325" y="821563"/>
                  </a:lnTo>
                  <a:lnTo>
                    <a:pt x="48133" y="781050"/>
                  </a:lnTo>
                  <a:lnTo>
                    <a:pt x="31241" y="738632"/>
                  </a:lnTo>
                  <a:lnTo>
                    <a:pt x="17779" y="694690"/>
                  </a:lnTo>
                  <a:lnTo>
                    <a:pt x="8000" y="649224"/>
                  </a:lnTo>
                  <a:lnTo>
                    <a:pt x="2032" y="602488"/>
                  </a:lnTo>
                  <a:lnTo>
                    <a:pt x="0" y="554609"/>
                  </a:lnTo>
                  <a:close/>
                </a:path>
              </a:pathLst>
            </a:custGeom>
            <a:ln w="25908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947159" y="2570226"/>
            <a:ext cx="3083560" cy="2226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4800">
              <a:latin typeface="Trebuchet MS"/>
              <a:cs typeface="Trebuchet MS"/>
            </a:endParaRPr>
          </a:p>
          <a:p>
            <a:pPr marL="309880" marR="299085" indent="635" algn="ctr">
              <a:lnSpc>
                <a:spcPts val="2500"/>
              </a:lnSpc>
              <a:spcBef>
                <a:spcPts val="4095"/>
              </a:spcBef>
            </a:pP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Model</a:t>
            </a:r>
            <a:r>
              <a:rPr sz="2400" spc="-6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578900"/>
                </a:solidFill>
                <a:latin typeface="Trebuchet MS"/>
                <a:cs typeface="Trebuchet MS"/>
              </a:rPr>
              <a:t>takes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guesses,</a:t>
            </a:r>
            <a:r>
              <a:rPr sz="2400" spc="-8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we</a:t>
            </a:r>
            <a:r>
              <a:rPr sz="2400" spc="-9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tell</a:t>
            </a:r>
            <a:r>
              <a:rPr sz="2400" spc="-11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578900"/>
                </a:solidFill>
                <a:latin typeface="Trebuchet MS"/>
                <a:cs typeface="Trebuchet MS"/>
              </a:rPr>
              <a:t>it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if</a:t>
            </a:r>
            <a:r>
              <a:rPr sz="2400" spc="-7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578900"/>
                </a:solidFill>
                <a:latin typeface="Trebuchet MS"/>
                <a:cs typeface="Trebuchet MS"/>
              </a:rPr>
              <a:t>it’s</a:t>
            </a:r>
            <a:r>
              <a:rPr sz="2400" spc="-9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right</a:t>
            </a:r>
            <a:r>
              <a:rPr sz="2400" spc="-5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or</a:t>
            </a:r>
            <a:r>
              <a:rPr sz="2400" spc="-4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578900"/>
                </a:solidFill>
                <a:latin typeface="Trebuchet MS"/>
                <a:cs typeface="Trebuchet MS"/>
              </a:rPr>
              <a:t>not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77055" y="5762245"/>
            <a:ext cx="3220720" cy="111760"/>
            <a:chOff x="3877055" y="5762245"/>
            <a:chExt cx="3220720" cy="11176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7055" y="5762245"/>
              <a:ext cx="3220211" cy="11125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932681" y="5798057"/>
              <a:ext cx="3108960" cy="0"/>
            </a:xfrm>
            <a:custGeom>
              <a:avLst/>
              <a:gdLst/>
              <a:ahLst/>
              <a:cxnLst/>
              <a:rect l="l" t="t" r="r" b="b"/>
              <a:pathLst>
                <a:path w="3108959">
                  <a:moveTo>
                    <a:pt x="0" y="0"/>
                  </a:moveTo>
                  <a:lnTo>
                    <a:pt x="3108960" y="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0074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339520" y="2090864"/>
            <a:ext cx="3134995" cy="3721735"/>
            <a:chOff x="7339520" y="2090864"/>
            <a:chExt cx="3134995" cy="3721735"/>
          </a:xfrm>
        </p:grpSpPr>
        <p:sp>
          <p:nvSpPr>
            <p:cNvPr id="24" name="object 24"/>
            <p:cNvSpPr/>
            <p:nvPr/>
          </p:nvSpPr>
          <p:spPr>
            <a:xfrm>
              <a:off x="7351775" y="2103119"/>
              <a:ext cx="3108960" cy="3695700"/>
            </a:xfrm>
            <a:custGeom>
              <a:avLst/>
              <a:gdLst/>
              <a:ahLst/>
              <a:cxnLst/>
              <a:rect l="l" t="t" r="r" b="b"/>
              <a:pathLst>
                <a:path w="3108959" h="3695700">
                  <a:moveTo>
                    <a:pt x="3108960" y="0"/>
                  </a:moveTo>
                  <a:lnTo>
                    <a:pt x="0" y="0"/>
                  </a:lnTo>
                  <a:lnTo>
                    <a:pt x="0" y="3695446"/>
                  </a:lnTo>
                  <a:lnTo>
                    <a:pt x="3108960" y="3695446"/>
                  </a:lnTo>
                  <a:lnTo>
                    <a:pt x="3108960" y="0"/>
                  </a:lnTo>
                  <a:close/>
                </a:path>
              </a:pathLst>
            </a:custGeom>
            <a:solidFill>
              <a:srgbClr val="DFDFD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52537" y="2103881"/>
              <a:ext cx="3108960" cy="3695700"/>
            </a:xfrm>
            <a:custGeom>
              <a:avLst/>
              <a:gdLst/>
              <a:ahLst/>
              <a:cxnLst/>
              <a:rect l="l" t="t" r="r" b="b"/>
              <a:pathLst>
                <a:path w="3108959" h="3695700">
                  <a:moveTo>
                    <a:pt x="0" y="3695446"/>
                  </a:moveTo>
                  <a:lnTo>
                    <a:pt x="3108959" y="3695446"/>
                  </a:lnTo>
                  <a:lnTo>
                    <a:pt x="3108959" y="0"/>
                  </a:lnTo>
                  <a:lnTo>
                    <a:pt x="0" y="0"/>
                  </a:lnTo>
                  <a:lnTo>
                    <a:pt x="0" y="3695446"/>
                  </a:lnTo>
                  <a:close/>
                </a:path>
              </a:pathLst>
            </a:custGeom>
            <a:ln w="25906">
              <a:solidFill>
                <a:srgbClr val="C9D4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6655" y="2436875"/>
              <a:ext cx="1220724" cy="12192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351519" y="2471927"/>
              <a:ext cx="1110615" cy="1109345"/>
            </a:xfrm>
            <a:custGeom>
              <a:avLst/>
              <a:gdLst/>
              <a:ahLst/>
              <a:cxnLst/>
              <a:rect l="l" t="t" r="r" b="b"/>
              <a:pathLst>
                <a:path w="1110615" h="1109345">
                  <a:moveTo>
                    <a:pt x="555244" y="0"/>
                  </a:moveTo>
                  <a:lnTo>
                    <a:pt x="507364" y="2032"/>
                  </a:lnTo>
                  <a:lnTo>
                    <a:pt x="460628" y="8000"/>
                  </a:lnTo>
                  <a:lnTo>
                    <a:pt x="415035" y="17780"/>
                  </a:lnTo>
                  <a:lnTo>
                    <a:pt x="371094" y="31242"/>
                  </a:lnTo>
                  <a:lnTo>
                    <a:pt x="328675" y="48133"/>
                  </a:lnTo>
                  <a:lnTo>
                    <a:pt x="288162" y="68325"/>
                  </a:lnTo>
                  <a:lnTo>
                    <a:pt x="249554" y="91567"/>
                  </a:lnTo>
                  <a:lnTo>
                    <a:pt x="212978" y="117856"/>
                  </a:lnTo>
                  <a:lnTo>
                    <a:pt x="178815" y="146938"/>
                  </a:lnTo>
                  <a:lnTo>
                    <a:pt x="147065" y="178688"/>
                  </a:lnTo>
                  <a:lnTo>
                    <a:pt x="117982" y="212725"/>
                  </a:lnTo>
                  <a:lnTo>
                    <a:pt x="91694" y="249174"/>
                  </a:lnTo>
                  <a:lnTo>
                    <a:pt x="68325" y="287782"/>
                  </a:lnTo>
                  <a:lnTo>
                    <a:pt x="48132" y="328295"/>
                  </a:lnTo>
                  <a:lnTo>
                    <a:pt x="31241" y="370713"/>
                  </a:lnTo>
                  <a:lnTo>
                    <a:pt x="17906" y="414655"/>
                  </a:lnTo>
                  <a:lnTo>
                    <a:pt x="8000" y="460121"/>
                  </a:lnTo>
                  <a:lnTo>
                    <a:pt x="2031" y="506857"/>
                  </a:lnTo>
                  <a:lnTo>
                    <a:pt x="0" y="554609"/>
                  </a:lnTo>
                  <a:lnTo>
                    <a:pt x="2031" y="602488"/>
                  </a:lnTo>
                  <a:lnTo>
                    <a:pt x="8000" y="649224"/>
                  </a:lnTo>
                  <a:lnTo>
                    <a:pt x="17906" y="694690"/>
                  </a:lnTo>
                  <a:lnTo>
                    <a:pt x="31241" y="738632"/>
                  </a:lnTo>
                  <a:lnTo>
                    <a:pt x="48132" y="781050"/>
                  </a:lnTo>
                  <a:lnTo>
                    <a:pt x="68325" y="821563"/>
                  </a:lnTo>
                  <a:lnTo>
                    <a:pt x="91694" y="860171"/>
                  </a:lnTo>
                  <a:lnTo>
                    <a:pt x="117982" y="896620"/>
                  </a:lnTo>
                  <a:lnTo>
                    <a:pt x="147065" y="930656"/>
                  </a:lnTo>
                  <a:lnTo>
                    <a:pt x="178815" y="962406"/>
                  </a:lnTo>
                  <a:lnTo>
                    <a:pt x="212978" y="991489"/>
                  </a:lnTo>
                  <a:lnTo>
                    <a:pt x="249554" y="1017778"/>
                  </a:lnTo>
                  <a:lnTo>
                    <a:pt x="288162" y="1041019"/>
                  </a:lnTo>
                  <a:lnTo>
                    <a:pt x="328675" y="1061212"/>
                  </a:lnTo>
                  <a:lnTo>
                    <a:pt x="371094" y="1078103"/>
                  </a:lnTo>
                  <a:lnTo>
                    <a:pt x="415035" y="1091565"/>
                  </a:lnTo>
                  <a:lnTo>
                    <a:pt x="460628" y="1101344"/>
                  </a:lnTo>
                  <a:lnTo>
                    <a:pt x="507364" y="1107313"/>
                  </a:lnTo>
                  <a:lnTo>
                    <a:pt x="555244" y="1109345"/>
                  </a:lnTo>
                  <a:lnTo>
                    <a:pt x="603123" y="1107313"/>
                  </a:lnTo>
                  <a:lnTo>
                    <a:pt x="649858" y="1101344"/>
                  </a:lnTo>
                  <a:lnTo>
                    <a:pt x="695451" y="1091565"/>
                  </a:lnTo>
                  <a:lnTo>
                    <a:pt x="739394" y="1078103"/>
                  </a:lnTo>
                  <a:lnTo>
                    <a:pt x="781811" y="1061212"/>
                  </a:lnTo>
                  <a:lnTo>
                    <a:pt x="822325" y="1041019"/>
                  </a:lnTo>
                  <a:lnTo>
                    <a:pt x="860932" y="1017778"/>
                  </a:lnTo>
                  <a:lnTo>
                    <a:pt x="897508" y="991489"/>
                  </a:lnTo>
                  <a:lnTo>
                    <a:pt x="931672" y="962406"/>
                  </a:lnTo>
                  <a:lnTo>
                    <a:pt x="963422" y="930656"/>
                  </a:lnTo>
                  <a:lnTo>
                    <a:pt x="992504" y="896620"/>
                  </a:lnTo>
                  <a:lnTo>
                    <a:pt x="1018794" y="860171"/>
                  </a:lnTo>
                  <a:lnTo>
                    <a:pt x="1042161" y="821563"/>
                  </a:lnTo>
                  <a:lnTo>
                    <a:pt x="1062354" y="781050"/>
                  </a:lnTo>
                  <a:lnTo>
                    <a:pt x="1079246" y="738632"/>
                  </a:lnTo>
                  <a:lnTo>
                    <a:pt x="1092580" y="694690"/>
                  </a:lnTo>
                  <a:lnTo>
                    <a:pt x="1102486" y="649224"/>
                  </a:lnTo>
                  <a:lnTo>
                    <a:pt x="1108455" y="602488"/>
                  </a:lnTo>
                  <a:lnTo>
                    <a:pt x="1110487" y="554609"/>
                  </a:lnTo>
                  <a:lnTo>
                    <a:pt x="1108455" y="506857"/>
                  </a:lnTo>
                  <a:lnTo>
                    <a:pt x="1102486" y="460121"/>
                  </a:lnTo>
                  <a:lnTo>
                    <a:pt x="1092580" y="414655"/>
                  </a:lnTo>
                  <a:lnTo>
                    <a:pt x="1079246" y="370713"/>
                  </a:lnTo>
                  <a:lnTo>
                    <a:pt x="1062354" y="328295"/>
                  </a:lnTo>
                  <a:lnTo>
                    <a:pt x="1042161" y="287782"/>
                  </a:lnTo>
                  <a:lnTo>
                    <a:pt x="1018794" y="249174"/>
                  </a:lnTo>
                  <a:lnTo>
                    <a:pt x="992504" y="212725"/>
                  </a:lnTo>
                  <a:lnTo>
                    <a:pt x="963422" y="178688"/>
                  </a:lnTo>
                  <a:lnTo>
                    <a:pt x="931672" y="146938"/>
                  </a:lnTo>
                  <a:lnTo>
                    <a:pt x="897508" y="117856"/>
                  </a:lnTo>
                  <a:lnTo>
                    <a:pt x="860932" y="91567"/>
                  </a:lnTo>
                  <a:lnTo>
                    <a:pt x="822325" y="68325"/>
                  </a:lnTo>
                  <a:lnTo>
                    <a:pt x="781811" y="48133"/>
                  </a:lnTo>
                  <a:lnTo>
                    <a:pt x="739394" y="31242"/>
                  </a:lnTo>
                  <a:lnTo>
                    <a:pt x="695451" y="17780"/>
                  </a:lnTo>
                  <a:lnTo>
                    <a:pt x="649858" y="8000"/>
                  </a:lnTo>
                  <a:lnTo>
                    <a:pt x="603123" y="2032"/>
                  </a:lnTo>
                  <a:lnTo>
                    <a:pt x="55524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352281" y="2472689"/>
              <a:ext cx="1110615" cy="1109345"/>
            </a:xfrm>
            <a:custGeom>
              <a:avLst/>
              <a:gdLst/>
              <a:ahLst/>
              <a:cxnLst/>
              <a:rect l="l" t="t" r="r" b="b"/>
              <a:pathLst>
                <a:path w="1110615" h="1109345">
                  <a:moveTo>
                    <a:pt x="0" y="554609"/>
                  </a:moveTo>
                  <a:lnTo>
                    <a:pt x="2032" y="506857"/>
                  </a:lnTo>
                  <a:lnTo>
                    <a:pt x="8000" y="460121"/>
                  </a:lnTo>
                  <a:lnTo>
                    <a:pt x="17907" y="414655"/>
                  </a:lnTo>
                  <a:lnTo>
                    <a:pt x="31242" y="370713"/>
                  </a:lnTo>
                  <a:lnTo>
                    <a:pt x="48133" y="328295"/>
                  </a:lnTo>
                  <a:lnTo>
                    <a:pt x="68325" y="287782"/>
                  </a:lnTo>
                  <a:lnTo>
                    <a:pt x="91694" y="249174"/>
                  </a:lnTo>
                  <a:lnTo>
                    <a:pt x="117983" y="212725"/>
                  </a:lnTo>
                  <a:lnTo>
                    <a:pt x="147066" y="178688"/>
                  </a:lnTo>
                  <a:lnTo>
                    <a:pt x="178816" y="146938"/>
                  </a:lnTo>
                  <a:lnTo>
                    <a:pt x="212978" y="117856"/>
                  </a:lnTo>
                  <a:lnTo>
                    <a:pt x="249554" y="91567"/>
                  </a:lnTo>
                  <a:lnTo>
                    <a:pt x="288163" y="68325"/>
                  </a:lnTo>
                  <a:lnTo>
                    <a:pt x="328675" y="48133"/>
                  </a:lnTo>
                  <a:lnTo>
                    <a:pt x="371094" y="31242"/>
                  </a:lnTo>
                  <a:lnTo>
                    <a:pt x="415036" y="17780"/>
                  </a:lnTo>
                  <a:lnTo>
                    <a:pt x="460628" y="8000"/>
                  </a:lnTo>
                  <a:lnTo>
                    <a:pt x="507365" y="2032"/>
                  </a:lnTo>
                  <a:lnTo>
                    <a:pt x="555244" y="0"/>
                  </a:lnTo>
                  <a:lnTo>
                    <a:pt x="603123" y="2032"/>
                  </a:lnTo>
                  <a:lnTo>
                    <a:pt x="649859" y="8000"/>
                  </a:lnTo>
                  <a:lnTo>
                    <a:pt x="695451" y="17780"/>
                  </a:lnTo>
                  <a:lnTo>
                    <a:pt x="739394" y="31242"/>
                  </a:lnTo>
                  <a:lnTo>
                    <a:pt x="781812" y="48133"/>
                  </a:lnTo>
                  <a:lnTo>
                    <a:pt x="822325" y="68325"/>
                  </a:lnTo>
                  <a:lnTo>
                    <a:pt x="860933" y="91567"/>
                  </a:lnTo>
                  <a:lnTo>
                    <a:pt x="897509" y="117856"/>
                  </a:lnTo>
                  <a:lnTo>
                    <a:pt x="931672" y="146938"/>
                  </a:lnTo>
                  <a:lnTo>
                    <a:pt x="963422" y="178688"/>
                  </a:lnTo>
                  <a:lnTo>
                    <a:pt x="992504" y="212725"/>
                  </a:lnTo>
                  <a:lnTo>
                    <a:pt x="1018794" y="249174"/>
                  </a:lnTo>
                  <a:lnTo>
                    <a:pt x="1042162" y="287782"/>
                  </a:lnTo>
                  <a:lnTo>
                    <a:pt x="1062354" y="328295"/>
                  </a:lnTo>
                  <a:lnTo>
                    <a:pt x="1079246" y="370713"/>
                  </a:lnTo>
                  <a:lnTo>
                    <a:pt x="1092581" y="414655"/>
                  </a:lnTo>
                  <a:lnTo>
                    <a:pt x="1102487" y="460121"/>
                  </a:lnTo>
                  <a:lnTo>
                    <a:pt x="1108456" y="506857"/>
                  </a:lnTo>
                  <a:lnTo>
                    <a:pt x="1110488" y="554609"/>
                  </a:lnTo>
                  <a:lnTo>
                    <a:pt x="1108456" y="602488"/>
                  </a:lnTo>
                  <a:lnTo>
                    <a:pt x="1102487" y="649224"/>
                  </a:lnTo>
                  <a:lnTo>
                    <a:pt x="1092581" y="694690"/>
                  </a:lnTo>
                  <a:lnTo>
                    <a:pt x="1079246" y="738632"/>
                  </a:lnTo>
                  <a:lnTo>
                    <a:pt x="1062354" y="781050"/>
                  </a:lnTo>
                  <a:lnTo>
                    <a:pt x="1042162" y="821563"/>
                  </a:lnTo>
                  <a:lnTo>
                    <a:pt x="1018794" y="860171"/>
                  </a:lnTo>
                  <a:lnTo>
                    <a:pt x="992504" y="896620"/>
                  </a:lnTo>
                  <a:lnTo>
                    <a:pt x="963422" y="930656"/>
                  </a:lnTo>
                  <a:lnTo>
                    <a:pt x="931672" y="962406"/>
                  </a:lnTo>
                  <a:lnTo>
                    <a:pt x="897509" y="991489"/>
                  </a:lnTo>
                  <a:lnTo>
                    <a:pt x="860933" y="1017778"/>
                  </a:lnTo>
                  <a:lnTo>
                    <a:pt x="822325" y="1041019"/>
                  </a:lnTo>
                  <a:lnTo>
                    <a:pt x="781812" y="1061212"/>
                  </a:lnTo>
                  <a:lnTo>
                    <a:pt x="739394" y="1078103"/>
                  </a:lnTo>
                  <a:lnTo>
                    <a:pt x="695451" y="1091565"/>
                  </a:lnTo>
                  <a:lnTo>
                    <a:pt x="649859" y="1101344"/>
                  </a:lnTo>
                  <a:lnTo>
                    <a:pt x="603123" y="1107313"/>
                  </a:lnTo>
                  <a:lnTo>
                    <a:pt x="555244" y="1109345"/>
                  </a:lnTo>
                  <a:lnTo>
                    <a:pt x="507365" y="1107313"/>
                  </a:lnTo>
                  <a:lnTo>
                    <a:pt x="460628" y="1101344"/>
                  </a:lnTo>
                  <a:lnTo>
                    <a:pt x="415036" y="1091565"/>
                  </a:lnTo>
                  <a:lnTo>
                    <a:pt x="371094" y="1078103"/>
                  </a:lnTo>
                  <a:lnTo>
                    <a:pt x="328675" y="1061212"/>
                  </a:lnTo>
                  <a:lnTo>
                    <a:pt x="288163" y="1041019"/>
                  </a:lnTo>
                  <a:lnTo>
                    <a:pt x="249554" y="1017778"/>
                  </a:lnTo>
                  <a:lnTo>
                    <a:pt x="212978" y="991489"/>
                  </a:lnTo>
                  <a:lnTo>
                    <a:pt x="178816" y="962406"/>
                  </a:lnTo>
                  <a:lnTo>
                    <a:pt x="147066" y="930656"/>
                  </a:lnTo>
                  <a:lnTo>
                    <a:pt x="117983" y="896620"/>
                  </a:lnTo>
                  <a:lnTo>
                    <a:pt x="91694" y="860171"/>
                  </a:lnTo>
                  <a:lnTo>
                    <a:pt x="68325" y="821563"/>
                  </a:lnTo>
                  <a:lnTo>
                    <a:pt x="48133" y="781050"/>
                  </a:lnTo>
                  <a:lnTo>
                    <a:pt x="31242" y="738632"/>
                  </a:lnTo>
                  <a:lnTo>
                    <a:pt x="17907" y="694690"/>
                  </a:lnTo>
                  <a:lnTo>
                    <a:pt x="8000" y="649224"/>
                  </a:lnTo>
                  <a:lnTo>
                    <a:pt x="2032" y="602488"/>
                  </a:lnTo>
                  <a:lnTo>
                    <a:pt x="0" y="554609"/>
                  </a:lnTo>
                  <a:close/>
                </a:path>
              </a:pathLst>
            </a:custGeom>
            <a:ln w="25908">
              <a:solidFill>
                <a:srgbClr val="39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365491" y="2570226"/>
            <a:ext cx="3083560" cy="3171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4800">
              <a:latin typeface="Trebuchet MS"/>
              <a:cs typeface="Trebuchet MS"/>
            </a:endParaRPr>
          </a:p>
          <a:p>
            <a:pPr marL="351790" marR="332105" indent="-2540" algn="ctr">
              <a:lnSpc>
                <a:spcPct val="87000"/>
              </a:lnSpc>
              <a:spcBef>
                <a:spcPts val="3975"/>
              </a:spcBef>
            </a:pP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Model</a:t>
            </a:r>
            <a:r>
              <a:rPr sz="2400" spc="-7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learns</a:t>
            </a:r>
            <a:r>
              <a:rPr sz="2400" spc="-3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578900"/>
                </a:solidFill>
                <a:latin typeface="Trebuchet MS"/>
                <a:cs typeface="Trebuchet MS"/>
              </a:rPr>
              <a:t>to </a:t>
            </a:r>
            <a:r>
              <a:rPr sz="2400" spc="-10" dirty="0">
                <a:solidFill>
                  <a:srgbClr val="578900"/>
                </a:solidFill>
                <a:latin typeface="Trebuchet MS"/>
                <a:cs typeface="Trebuchet MS"/>
              </a:rPr>
              <a:t>correctly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categorize</a:t>
            </a:r>
            <a:r>
              <a:rPr sz="2400" spc="-9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as</a:t>
            </a:r>
            <a:r>
              <a:rPr sz="2400" spc="-5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578900"/>
                </a:solidFill>
                <a:latin typeface="Trebuchet MS"/>
                <a:cs typeface="Trebuchet MS"/>
              </a:rPr>
              <a:t>it’s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training.</a:t>
            </a:r>
            <a:r>
              <a:rPr sz="2400" spc="-17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578900"/>
                </a:solidFill>
                <a:latin typeface="Trebuchet MS"/>
                <a:cs typeface="Trebuchet MS"/>
              </a:rPr>
              <a:t>The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system</a:t>
            </a:r>
            <a:r>
              <a:rPr sz="2400" spc="-12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learns</a:t>
            </a:r>
            <a:r>
              <a:rPr sz="2400" spc="-11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578900"/>
                </a:solidFill>
                <a:latin typeface="Trebuchet MS"/>
                <a:cs typeface="Trebuchet MS"/>
              </a:rPr>
              <a:t>the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rules</a:t>
            </a:r>
            <a:r>
              <a:rPr sz="2400" spc="-5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on</a:t>
            </a:r>
            <a:r>
              <a:rPr sz="2400" spc="-55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578900"/>
                </a:solidFill>
                <a:latin typeface="Trebuchet MS"/>
                <a:cs typeface="Trebuchet MS"/>
              </a:rPr>
              <a:t>its</a:t>
            </a:r>
            <a:r>
              <a:rPr sz="2400" spc="-70" dirty="0">
                <a:solidFill>
                  <a:srgbClr val="5789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578900"/>
                </a:solidFill>
                <a:latin typeface="Trebuchet MS"/>
                <a:cs typeface="Trebuchet MS"/>
              </a:rPr>
              <a:t>own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296911" y="5762245"/>
            <a:ext cx="3220720" cy="111760"/>
            <a:chOff x="7296911" y="5762245"/>
            <a:chExt cx="3220720" cy="111760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6911" y="5762245"/>
              <a:ext cx="3220211" cy="11125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352537" y="5798057"/>
              <a:ext cx="3108960" cy="0"/>
            </a:xfrm>
            <a:custGeom>
              <a:avLst/>
              <a:gdLst/>
              <a:ahLst/>
              <a:cxnLst/>
              <a:rect l="l" t="t" r="r" b="b"/>
              <a:pathLst>
                <a:path w="3108959">
                  <a:moveTo>
                    <a:pt x="0" y="0"/>
                  </a:moveTo>
                  <a:lnTo>
                    <a:pt x="3108959" y="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0074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972800" cy="6172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4707" y="2816479"/>
            <a:ext cx="6249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THIS</a:t>
            </a:r>
            <a:r>
              <a:rPr spc="-7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IS</a:t>
            </a:r>
            <a:r>
              <a:rPr spc="-8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</a:t>
            </a:r>
            <a:r>
              <a:rPr spc="-6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FUNDAMENTAL</a:t>
            </a:r>
            <a:r>
              <a:rPr spc="-11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SHIFT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295" rIns="0" bIns="0" rtlCol="0">
            <a:spAutoFit/>
          </a:bodyPr>
          <a:lstStyle/>
          <a:p>
            <a:pPr marL="1422400">
              <a:lnSpc>
                <a:spcPct val="100000"/>
              </a:lnSpc>
              <a:spcBef>
                <a:spcPts val="100"/>
              </a:spcBef>
            </a:pPr>
            <a:r>
              <a:rPr dirty="0"/>
              <a:t>WHEN</a:t>
            </a:r>
            <a:r>
              <a:rPr spc="-10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CHOOSE</a:t>
            </a:r>
            <a:r>
              <a:rPr spc="-50" dirty="0"/>
              <a:t> </a:t>
            </a:r>
            <a:r>
              <a:rPr dirty="0"/>
              <a:t>DEEP</a:t>
            </a:r>
            <a:r>
              <a:rPr spc="-95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1772" y="2347168"/>
            <a:ext cx="4834255" cy="3282950"/>
            <a:chOff x="461772" y="2347168"/>
            <a:chExt cx="4834255" cy="32829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772" y="2347168"/>
              <a:ext cx="4367784" cy="28054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2372867"/>
              <a:ext cx="4262755" cy="2708275"/>
            </a:xfrm>
            <a:custGeom>
              <a:avLst/>
              <a:gdLst/>
              <a:ahLst/>
              <a:cxnLst/>
              <a:rect l="l" t="t" r="r" b="b"/>
              <a:pathLst>
                <a:path w="4262755" h="2708275">
                  <a:moveTo>
                    <a:pt x="3991864" y="0"/>
                  </a:moveTo>
                  <a:lnTo>
                    <a:pt x="270649" y="0"/>
                  </a:lnTo>
                  <a:lnTo>
                    <a:pt x="222008" y="4318"/>
                  </a:lnTo>
                  <a:lnTo>
                    <a:pt x="176212" y="16891"/>
                  </a:lnTo>
                  <a:lnTo>
                    <a:pt x="134048" y="36957"/>
                  </a:lnTo>
                  <a:lnTo>
                    <a:pt x="96278" y="63627"/>
                  </a:lnTo>
                  <a:lnTo>
                    <a:pt x="63652" y="96266"/>
                  </a:lnTo>
                  <a:lnTo>
                    <a:pt x="36956" y="134112"/>
                  </a:lnTo>
                  <a:lnTo>
                    <a:pt x="16929" y="176276"/>
                  </a:lnTo>
                  <a:lnTo>
                    <a:pt x="4356" y="222123"/>
                  </a:lnTo>
                  <a:lnTo>
                    <a:pt x="0" y="270764"/>
                  </a:lnTo>
                  <a:lnTo>
                    <a:pt x="0" y="2437003"/>
                  </a:lnTo>
                  <a:lnTo>
                    <a:pt x="4356" y="2485644"/>
                  </a:lnTo>
                  <a:lnTo>
                    <a:pt x="16929" y="2531478"/>
                  </a:lnTo>
                  <a:lnTo>
                    <a:pt x="36956" y="2573667"/>
                  </a:lnTo>
                  <a:lnTo>
                    <a:pt x="63652" y="2611450"/>
                  </a:lnTo>
                  <a:lnTo>
                    <a:pt x="96278" y="2644089"/>
                  </a:lnTo>
                  <a:lnTo>
                    <a:pt x="134048" y="2670797"/>
                  </a:lnTo>
                  <a:lnTo>
                    <a:pt x="176212" y="2690825"/>
                  </a:lnTo>
                  <a:lnTo>
                    <a:pt x="222008" y="2703398"/>
                  </a:lnTo>
                  <a:lnTo>
                    <a:pt x="270649" y="2707767"/>
                  </a:lnTo>
                  <a:lnTo>
                    <a:pt x="3991864" y="2707767"/>
                  </a:lnTo>
                  <a:lnTo>
                    <a:pt x="4040504" y="2703398"/>
                  </a:lnTo>
                  <a:lnTo>
                    <a:pt x="4086352" y="2690825"/>
                  </a:lnTo>
                  <a:lnTo>
                    <a:pt x="4128516" y="2670797"/>
                  </a:lnTo>
                  <a:lnTo>
                    <a:pt x="4166235" y="2644089"/>
                  </a:lnTo>
                  <a:lnTo>
                    <a:pt x="4198874" y="2611450"/>
                  </a:lnTo>
                  <a:lnTo>
                    <a:pt x="4225544" y="2573667"/>
                  </a:lnTo>
                  <a:lnTo>
                    <a:pt x="4245610" y="2531478"/>
                  </a:lnTo>
                  <a:lnTo>
                    <a:pt x="4258183" y="2485644"/>
                  </a:lnTo>
                  <a:lnTo>
                    <a:pt x="4262501" y="2437003"/>
                  </a:lnTo>
                  <a:lnTo>
                    <a:pt x="4262501" y="270764"/>
                  </a:lnTo>
                  <a:lnTo>
                    <a:pt x="4258183" y="222123"/>
                  </a:lnTo>
                  <a:lnTo>
                    <a:pt x="4245610" y="176276"/>
                  </a:lnTo>
                  <a:lnTo>
                    <a:pt x="4225544" y="134112"/>
                  </a:lnTo>
                  <a:lnTo>
                    <a:pt x="4198874" y="96266"/>
                  </a:lnTo>
                  <a:lnTo>
                    <a:pt x="4166235" y="63627"/>
                  </a:lnTo>
                  <a:lnTo>
                    <a:pt x="4128516" y="36957"/>
                  </a:lnTo>
                  <a:lnTo>
                    <a:pt x="4086352" y="16891"/>
                  </a:lnTo>
                  <a:lnTo>
                    <a:pt x="4040504" y="4318"/>
                  </a:lnTo>
                  <a:lnTo>
                    <a:pt x="3991864" y="0"/>
                  </a:lnTo>
                  <a:close/>
                </a:path>
              </a:pathLst>
            </a:custGeom>
            <a:solidFill>
              <a:srgbClr val="578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5874" y="2373629"/>
              <a:ext cx="4262755" cy="2708275"/>
            </a:xfrm>
            <a:custGeom>
              <a:avLst/>
              <a:gdLst/>
              <a:ahLst/>
              <a:cxnLst/>
              <a:rect l="l" t="t" r="r" b="b"/>
              <a:pathLst>
                <a:path w="4262755" h="2708275">
                  <a:moveTo>
                    <a:pt x="0" y="270764"/>
                  </a:moveTo>
                  <a:lnTo>
                    <a:pt x="4356" y="222123"/>
                  </a:lnTo>
                  <a:lnTo>
                    <a:pt x="16929" y="176275"/>
                  </a:lnTo>
                  <a:lnTo>
                    <a:pt x="36957" y="134112"/>
                  </a:lnTo>
                  <a:lnTo>
                    <a:pt x="63652" y="96266"/>
                  </a:lnTo>
                  <a:lnTo>
                    <a:pt x="96278" y="63627"/>
                  </a:lnTo>
                  <a:lnTo>
                    <a:pt x="134048" y="36957"/>
                  </a:lnTo>
                  <a:lnTo>
                    <a:pt x="176212" y="16891"/>
                  </a:lnTo>
                  <a:lnTo>
                    <a:pt x="222008" y="4318"/>
                  </a:lnTo>
                  <a:lnTo>
                    <a:pt x="270649" y="0"/>
                  </a:lnTo>
                  <a:lnTo>
                    <a:pt x="3991864" y="0"/>
                  </a:lnTo>
                  <a:lnTo>
                    <a:pt x="4040504" y="4318"/>
                  </a:lnTo>
                  <a:lnTo>
                    <a:pt x="4086352" y="16891"/>
                  </a:lnTo>
                  <a:lnTo>
                    <a:pt x="4128516" y="36957"/>
                  </a:lnTo>
                  <a:lnTo>
                    <a:pt x="4166235" y="63627"/>
                  </a:lnTo>
                  <a:lnTo>
                    <a:pt x="4198874" y="96266"/>
                  </a:lnTo>
                  <a:lnTo>
                    <a:pt x="4225544" y="134112"/>
                  </a:lnTo>
                  <a:lnTo>
                    <a:pt x="4245610" y="176275"/>
                  </a:lnTo>
                  <a:lnTo>
                    <a:pt x="4258183" y="222123"/>
                  </a:lnTo>
                  <a:lnTo>
                    <a:pt x="4262501" y="270764"/>
                  </a:lnTo>
                  <a:lnTo>
                    <a:pt x="4262501" y="2437003"/>
                  </a:lnTo>
                  <a:lnTo>
                    <a:pt x="4258183" y="2485644"/>
                  </a:lnTo>
                  <a:lnTo>
                    <a:pt x="4245610" y="2531478"/>
                  </a:lnTo>
                  <a:lnTo>
                    <a:pt x="4225544" y="2573667"/>
                  </a:lnTo>
                  <a:lnTo>
                    <a:pt x="4198874" y="2611450"/>
                  </a:lnTo>
                  <a:lnTo>
                    <a:pt x="4166235" y="2644089"/>
                  </a:lnTo>
                  <a:lnTo>
                    <a:pt x="4128516" y="2670797"/>
                  </a:lnTo>
                  <a:lnTo>
                    <a:pt x="4086352" y="2690825"/>
                  </a:lnTo>
                  <a:lnTo>
                    <a:pt x="4040504" y="2703410"/>
                  </a:lnTo>
                  <a:lnTo>
                    <a:pt x="3991864" y="2707767"/>
                  </a:lnTo>
                  <a:lnTo>
                    <a:pt x="270649" y="2707767"/>
                  </a:lnTo>
                  <a:lnTo>
                    <a:pt x="222008" y="2703410"/>
                  </a:lnTo>
                  <a:lnTo>
                    <a:pt x="176212" y="2690825"/>
                  </a:lnTo>
                  <a:lnTo>
                    <a:pt x="134048" y="2670797"/>
                  </a:lnTo>
                  <a:lnTo>
                    <a:pt x="96278" y="2644089"/>
                  </a:lnTo>
                  <a:lnTo>
                    <a:pt x="63652" y="2611450"/>
                  </a:lnTo>
                  <a:lnTo>
                    <a:pt x="36957" y="2573667"/>
                  </a:lnTo>
                  <a:lnTo>
                    <a:pt x="16929" y="2531478"/>
                  </a:lnTo>
                  <a:lnTo>
                    <a:pt x="4356" y="2485644"/>
                  </a:lnTo>
                  <a:lnTo>
                    <a:pt x="0" y="2437003"/>
                  </a:lnTo>
                  <a:lnTo>
                    <a:pt x="0" y="2707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491" y="2778251"/>
              <a:ext cx="4407408" cy="285140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87552" y="2822447"/>
              <a:ext cx="4264025" cy="2708275"/>
            </a:xfrm>
            <a:custGeom>
              <a:avLst/>
              <a:gdLst/>
              <a:ahLst/>
              <a:cxnLst/>
              <a:rect l="l" t="t" r="r" b="b"/>
              <a:pathLst>
                <a:path w="4264025" h="2708275">
                  <a:moveTo>
                    <a:pt x="3993261" y="0"/>
                  </a:moveTo>
                  <a:lnTo>
                    <a:pt x="270751" y="0"/>
                  </a:lnTo>
                  <a:lnTo>
                    <a:pt x="222084" y="4317"/>
                  </a:lnTo>
                  <a:lnTo>
                    <a:pt x="176275" y="16890"/>
                  </a:lnTo>
                  <a:lnTo>
                    <a:pt x="134099" y="36956"/>
                  </a:lnTo>
                  <a:lnTo>
                    <a:pt x="96316" y="63626"/>
                  </a:lnTo>
                  <a:lnTo>
                    <a:pt x="63677" y="96265"/>
                  </a:lnTo>
                  <a:lnTo>
                    <a:pt x="36969" y="134112"/>
                  </a:lnTo>
                  <a:lnTo>
                    <a:pt x="16941" y="176275"/>
                  </a:lnTo>
                  <a:lnTo>
                    <a:pt x="4356" y="222122"/>
                  </a:lnTo>
                  <a:lnTo>
                    <a:pt x="0" y="270763"/>
                  </a:lnTo>
                  <a:lnTo>
                    <a:pt x="0" y="2436990"/>
                  </a:lnTo>
                  <a:lnTo>
                    <a:pt x="4356" y="2485656"/>
                  </a:lnTo>
                  <a:lnTo>
                    <a:pt x="16941" y="2531465"/>
                  </a:lnTo>
                  <a:lnTo>
                    <a:pt x="36969" y="2573654"/>
                  </a:lnTo>
                  <a:lnTo>
                    <a:pt x="63677" y="2611450"/>
                  </a:lnTo>
                  <a:lnTo>
                    <a:pt x="96316" y="2644076"/>
                  </a:lnTo>
                  <a:lnTo>
                    <a:pt x="134099" y="2670797"/>
                  </a:lnTo>
                  <a:lnTo>
                    <a:pt x="176275" y="2690825"/>
                  </a:lnTo>
                  <a:lnTo>
                    <a:pt x="222084" y="2703410"/>
                  </a:lnTo>
                  <a:lnTo>
                    <a:pt x="270751" y="2707766"/>
                  </a:lnTo>
                  <a:lnTo>
                    <a:pt x="3993261" y="2707766"/>
                  </a:lnTo>
                  <a:lnTo>
                    <a:pt x="4041902" y="2703410"/>
                  </a:lnTo>
                  <a:lnTo>
                    <a:pt x="4087749" y="2690825"/>
                  </a:lnTo>
                  <a:lnTo>
                    <a:pt x="4129913" y="2670797"/>
                  </a:lnTo>
                  <a:lnTo>
                    <a:pt x="4167759" y="2644076"/>
                  </a:lnTo>
                  <a:lnTo>
                    <a:pt x="4200398" y="2611450"/>
                  </a:lnTo>
                  <a:lnTo>
                    <a:pt x="4227068" y="2573654"/>
                  </a:lnTo>
                  <a:lnTo>
                    <a:pt x="4247134" y="2531465"/>
                  </a:lnTo>
                  <a:lnTo>
                    <a:pt x="4259707" y="2485656"/>
                  </a:lnTo>
                  <a:lnTo>
                    <a:pt x="4264025" y="2436990"/>
                  </a:lnTo>
                  <a:lnTo>
                    <a:pt x="4264025" y="270763"/>
                  </a:lnTo>
                  <a:lnTo>
                    <a:pt x="4259707" y="222122"/>
                  </a:lnTo>
                  <a:lnTo>
                    <a:pt x="4247134" y="176275"/>
                  </a:lnTo>
                  <a:lnTo>
                    <a:pt x="4227068" y="134112"/>
                  </a:lnTo>
                  <a:lnTo>
                    <a:pt x="4200398" y="96265"/>
                  </a:lnTo>
                  <a:lnTo>
                    <a:pt x="4167759" y="63626"/>
                  </a:lnTo>
                  <a:lnTo>
                    <a:pt x="4129913" y="36956"/>
                  </a:lnTo>
                  <a:lnTo>
                    <a:pt x="4087749" y="16890"/>
                  </a:lnTo>
                  <a:lnTo>
                    <a:pt x="4041902" y="4317"/>
                  </a:lnTo>
                  <a:lnTo>
                    <a:pt x="3993261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88313" y="2823209"/>
              <a:ext cx="4264025" cy="2708275"/>
            </a:xfrm>
            <a:custGeom>
              <a:avLst/>
              <a:gdLst/>
              <a:ahLst/>
              <a:cxnLst/>
              <a:rect l="l" t="t" r="r" b="b"/>
              <a:pathLst>
                <a:path w="4264025" h="2708275">
                  <a:moveTo>
                    <a:pt x="0" y="270763"/>
                  </a:moveTo>
                  <a:lnTo>
                    <a:pt x="4356" y="222122"/>
                  </a:lnTo>
                  <a:lnTo>
                    <a:pt x="16941" y="176275"/>
                  </a:lnTo>
                  <a:lnTo>
                    <a:pt x="36969" y="134112"/>
                  </a:lnTo>
                  <a:lnTo>
                    <a:pt x="63677" y="96265"/>
                  </a:lnTo>
                  <a:lnTo>
                    <a:pt x="96316" y="63626"/>
                  </a:lnTo>
                  <a:lnTo>
                    <a:pt x="134099" y="36956"/>
                  </a:lnTo>
                  <a:lnTo>
                    <a:pt x="176276" y="16890"/>
                  </a:lnTo>
                  <a:lnTo>
                    <a:pt x="222084" y="4317"/>
                  </a:lnTo>
                  <a:lnTo>
                    <a:pt x="270751" y="0"/>
                  </a:lnTo>
                  <a:lnTo>
                    <a:pt x="3993261" y="0"/>
                  </a:lnTo>
                  <a:lnTo>
                    <a:pt x="4041902" y="4317"/>
                  </a:lnTo>
                  <a:lnTo>
                    <a:pt x="4087749" y="16890"/>
                  </a:lnTo>
                  <a:lnTo>
                    <a:pt x="4129913" y="36956"/>
                  </a:lnTo>
                  <a:lnTo>
                    <a:pt x="4167759" y="63626"/>
                  </a:lnTo>
                  <a:lnTo>
                    <a:pt x="4200398" y="96265"/>
                  </a:lnTo>
                  <a:lnTo>
                    <a:pt x="4227068" y="134112"/>
                  </a:lnTo>
                  <a:lnTo>
                    <a:pt x="4247134" y="176275"/>
                  </a:lnTo>
                  <a:lnTo>
                    <a:pt x="4259707" y="222122"/>
                  </a:lnTo>
                  <a:lnTo>
                    <a:pt x="4264025" y="270763"/>
                  </a:lnTo>
                  <a:lnTo>
                    <a:pt x="4264025" y="2436990"/>
                  </a:lnTo>
                  <a:lnTo>
                    <a:pt x="4259707" y="2485656"/>
                  </a:lnTo>
                  <a:lnTo>
                    <a:pt x="4247134" y="2531465"/>
                  </a:lnTo>
                  <a:lnTo>
                    <a:pt x="4227068" y="2573654"/>
                  </a:lnTo>
                  <a:lnTo>
                    <a:pt x="4200398" y="2611450"/>
                  </a:lnTo>
                  <a:lnTo>
                    <a:pt x="4167759" y="2644076"/>
                  </a:lnTo>
                  <a:lnTo>
                    <a:pt x="4129913" y="2670797"/>
                  </a:lnTo>
                  <a:lnTo>
                    <a:pt x="4087749" y="2690825"/>
                  </a:lnTo>
                  <a:lnTo>
                    <a:pt x="4041902" y="2703410"/>
                  </a:lnTo>
                  <a:lnTo>
                    <a:pt x="3993261" y="2707766"/>
                  </a:lnTo>
                  <a:lnTo>
                    <a:pt x="270751" y="2707766"/>
                  </a:lnTo>
                  <a:lnTo>
                    <a:pt x="222084" y="2703410"/>
                  </a:lnTo>
                  <a:lnTo>
                    <a:pt x="176276" y="2690825"/>
                  </a:lnTo>
                  <a:lnTo>
                    <a:pt x="134099" y="2670797"/>
                  </a:lnTo>
                  <a:lnTo>
                    <a:pt x="96316" y="2644076"/>
                  </a:lnTo>
                  <a:lnTo>
                    <a:pt x="63677" y="2611450"/>
                  </a:lnTo>
                  <a:lnTo>
                    <a:pt x="36969" y="2573654"/>
                  </a:lnTo>
                  <a:lnTo>
                    <a:pt x="16941" y="2531465"/>
                  </a:lnTo>
                  <a:lnTo>
                    <a:pt x="4356" y="2485656"/>
                  </a:lnTo>
                  <a:lnTo>
                    <a:pt x="0" y="2436990"/>
                  </a:lnTo>
                  <a:lnTo>
                    <a:pt x="0" y="27076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20216" y="2946603"/>
            <a:ext cx="3803015" cy="234696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065" marR="5080" indent="5715" algn="ctr">
              <a:lnSpc>
                <a:spcPct val="87000"/>
              </a:lnSpc>
              <a:spcBef>
                <a:spcPts val="625"/>
              </a:spcBef>
            </a:pP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sz="3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rules</a:t>
            </a:r>
            <a:r>
              <a:rPr sz="34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3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Trebuchet MS"/>
                <a:cs typeface="Trebuchet MS"/>
              </a:rPr>
              <a:t>clear </a:t>
            </a:r>
            <a:r>
              <a:rPr sz="3400" spc="-2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3400" spc="-10" dirty="0">
                <a:solidFill>
                  <a:srgbClr val="FFFFFF"/>
                </a:solidFill>
                <a:latin typeface="Trebuchet MS"/>
                <a:cs typeface="Trebuchet MS"/>
              </a:rPr>
              <a:t>straightforward,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often</a:t>
            </a:r>
            <a:r>
              <a:rPr sz="3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better</a:t>
            </a:r>
            <a:r>
              <a:rPr sz="34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20" dirty="0">
                <a:solidFill>
                  <a:srgbClr val="FFFFFF"/>
                </a:solidFill>
                <a:latin typeface="Trebuchet MS"/>
                <a:cs typeface="Trebuchet MS"/>
              </a:rPr>
              <a:t>just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program</a:t>
            </a:r>
            <a:r>
              <a:rPr sz="34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25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endParaRPr sz="34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670803" y="2347168"/>
            <a:ext cx="4834255" cy="3282950"/>
            <a:chOff x="5670803" y="2347168"/>
            <a:chExt cx="4834255" cy="328295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0803" y="2347168"/>
              <a:ext cx="4367784" cy="28054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724143" y="2372867"/>
              <a:ext cx="4262755" cy="2708275"/>
            </a:xfrm>
            <a:custGeom>
              <a:avLst/>
              <a:gdLst/>
              <a:ahLst/>
              <a:cxnLst/>
              <a:rect l="l" t="t" r="r" b="b"/>
              <a:pathLst>
                <a:path w="4262755" h="2708275">
                  <a:moveTo>
                    <a:pt x="3991863" y="0"/>
                  </a:moveTo>
                  <a:lnTo>
                    <a:pt x="270636" y="0"/>
                  </a:lnTo>
                  <a:lnTo>
                    <a:pt x="221995" y="4318"/>
                  </a:lnTo>
                  <a:lnTo>
                    <a:pt x="176148" y="16891"/>
                  </a:lnTo>
                  <a:lnTo>
                    <a:pt x="133984" y="36957"/>
                  </a:lnTo>
                  <a:lnTo>
                    <a:pt x="96265" y="63627"/>
                  </a:lnTo>
                  <a:lnTo>
                    <a:pt x="63626" y="96266"/>
                  </a:lnTo>
                  <a:lnTo>
                    <a:pt x="36956" y="134112"/>
                  </a:lnTo>
                  <a:lnTo>
                    <a:pt x="16890" y="176276"/>
                  </a:lnTo>
                  <a:lnTo>
                    <a:pt x="4317" y="222123"/>
                  </a:lnTo>
                  <a:lnTo>
                    <a:pt x="0" y="270764"/>
                  </a:lnTo>
                  <a:lnTo>
                    <a:pt x="0" y="2437003"/>
                  </a:lnTo>
                  <a:lnTo>
                    <a:pt x="4317" y="2485644"/>
                  </a:lnTo>
                  <a:lnTo>
                    <a:pt x="16890" y="2531478"/>
                  </a:lnTo>
                  <a:lnTo>
                    <a:pt x="36956" y="2573667"/>
                  </a:lnTo>
                  <a:lnTo>
                    <a:pt x="63626" y="2611450"/>
                  </a:lnTo>
                  <a:lnTo>
                    <a:pt x="96265" y="2644089"/>
                  </a:lnTo>
                  <a:lnTo>
                    <a:pt x="133984" y="2670797"/>
                  </a:lnTo>
                  <a:lnTo>
                    <a:pt x="176148" y="2690825"/>
                  </a:lnTo>
                  <a:lnTo>
                    <a:pt x="221995" y="2703398"/>
                  </a:lnTo>
                  <a:lnTo>
                    <a:pt x="270636" y="2707767"/>
                  </a:lnTo>
                  <a:lnTo>
                    <a:pt x="3991863" y="2707767"/>
                  </a:lnTo>
                  <a:lnTo>
                    <a:pt x="4040504" y="2703398"/>
                  </a:lnTo>
                  <a:lnTo>
                    <a:pt x="4086352" y="2690825"/>
                  </a:lnTo>
                  <a:lnTo>
                    <a:pt x="4128515" y="2670797"/>
                  </a:lnTo>
                  <a:lnTo>
                    <a:pt x="4166234" y="2644089"/>
                  </a:lnTo>
                  <a:lnTo>
                    <a:pt x="4198874" y="2611450"/>
                  </a:lnTo>
                  <a:lnTo>
                    <a:pt x="4225544" y="2573667"/>
                  </a:lnTo>
                  <a:lnTo>
                    <a:pt x="4245609" y="2531478"/>
                  </a:lnTo>
                  <a:lnTo>
                    <a:pt x="4258183" y="2485644"/>
                  </a:lnTo>
                  <a:lnTo>
                    <a:pt x="4262501" y="2437003"/>
                  </a:lnTo>
                  <a:lnTo>
                    <a:pt x="4262501" y="270764"/>
                  </a:lnTo>
                  <a:lnTo>
                    <a:pt x="4258183" y="222123"/>
                  </a:lnTo>
                  <a:lnTo>
                    <a:pt x="4245609" y="176276"/>
                  </a:lnTo>
                  <a:lnTo>
                    <a:pt x="4225544" y="134112"/>
                  </a:lnTo>
                  <a:lnTo>
                    <a:pt x="4198874" y="96266"/>
                  </a:lnTo>
                  <a:lnTo>
                    <a:pt x="4166234" y="63627"/>
                  </a:lnTo>
                  <a:lnTo>
                    <a:pt x="4128515" y="36957"/>
                  </a:lnTo>
                  <a:lnTo>
                    <a:pt x="4086352" y="16891"/>
                  </a:lnTo>
                  <a:lnTo>
                    <a:pt x="4040504" y="4318"/>
                  </a:lnTo>
                  <a:lnTo>
                    <a:pt x="3991863" y="0"/>
                  </a:lnTo>
                  <a:close/>
                </a:path>
              </a:pathLst>
            </a:custGeom>
            <a:solidFill>
              <a:srgbClr val="578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24905" y="2373629"/>
              <a:ext cx="4262755" cy="2708275"/>
            </a:xfrm>
            <a:custGeom>
              <a:avLst/>
              <a:gdLst/>
              <a:ahLst/>
              <a:cxnLst/>
              <a:rect l="l" t="t" r="r" b="b"/>
              <a:pathLst>
                <a:path w="4262755" h="2708275">
                  <a:moveTo>
                    <a:pt x="0" y="270764"/>
                  </a:moveTo>
                  <a:lnTo>
                    <a:pt x="4318" y="222123"/>
                  </a:lnTo>
                  <a:lnTo>
                    <a:pt x="16891" y="176275"/>
                  </a:lnTo>
                  <a:lnTo>
                    <a:pt x="36957" y="134112"/>
                  </a:lnTo>
                  <a:lnTo>
                    <a:pt x="63627" y="96266"/>
                  </a:lnTo>
                  <a:lnTo>
                    <a:pt x="96266" y="63627"/>
                  </a:lnTo>
                  <a:lnTo>
                    <a:pt x="133985" y="36957"/>
                  </a:lnTo>
                  <a:lnTo>
                    <a:pt x="176149" y="16891"/>
                  </a:lnTo>
                  <a:lnTo>
                    <a:pt x="221996" y="4318"/>
                  </a:lnTo>
                  <a:lnTo>
                    <a:pt x="270637" y="0"/>
                  </a:lnTo>
                  <a:lnTo>
                    <a:pt x="3991864" y="0"/>
                  </a:lnTo>
                  <a:lnTo>
                    <a:pt x="4040504" y="4318"/>
                  </a:lnTo>
                  <a:lnTo>
                    <a:pt x="4086352" y="16891"/>
                  </a:lnTo>
                  <a:lnTo>
                    <a:pt x="4128516" y="36957"/>
                  </a:lnTo>
                  <a:lnTo>
                    <a:pt x="4166235" y="63627"/>
                  </a:lnTo>
                  <a:lnTo>
                    <a:pt x="4198874" y="96266"/>
                  </a:lnTo>
                  <a:lnTo>
                    <a:pt x="4225544" y="134112"/>
                  </a:lnTo>
                  <a:lnTo>
                    <a:pt x="4245610" y="176275"/>
                  </a:lnTo>
                  <a:lnTo>
                    <a:pt x="4258183" y="222123"/>
                  </a:lnTo>
                  <a:lnTo>
                    <a:pt x="4262501" y="270764"/>
                  </a:lnTo>
                  <a:lnTo>
                    <a:pt x="4262501" y="2437003"/>
                  </a:lnTo>
                  <a:lnTo>
                    <a:pt x="4258183" y="2485644"/>
                  </a:lnTo>
                  <a:lnTo>
                    <a:pt x="4245610" y="2531478"/>
                  </a:lnTo>
                  <a:lnTo>
                    <a:pt x="4225544" y="2573667"/>
                  </a:lnTo>
                  <a:lnTo>
                    <a:pt x="4198874" y="2611450"/>
                  </a:lnTo>
                  <a:lnTo>
                    <a:pt x="4166235" y="2644089"/>
                  </a:lnTo>
                  <a:lnTo>
                    <a:pt x="4128516" y="2670797"/>
                  </a:lnTo>
                  <a:lnTo>
                    <a:pt x="4086352" y="2690825"/>
                  </a:lnTo>
                  <a:lnTo>
                    <a:pt x="4040504" y="2703410"/>
                  </a:lnTo>
                  <a:lnTo>
                    <a:pt x="3991864" y="2707767"/>
                  </a:lnTo>
                  <a:lnTo>
                    <a:pt x="270637" y="2707767"/>
                  </a:lnTo>
                  <a:lnTo>
                    <a:pt x="221996" y="2703410"/>
                  </a:lnTo>
                  <a:lnTo>
                    <a:pt x="176149" y="2690825"/>
                  </a:lnTo>
                  <a:lnTo>
                    <a:pt x="133985" y="2670797"/>
                  </a:lnTo>
                  <a:lnTo>
                    <a:pt x="96266" y="2644089"/>
                  </a:lnTo>
                  <a:lnTo>
                    <a:pt x="63627" y="2611450"/>
                  </a:lnTo>
                  <a:lnTo>
                    <a:pt x="36957" y="2573667"/>
                  </a:lnTo>
                  <a:lnTo>
                    <a:pt x="16891" y="2531478"/>
                  </a:lnTo>
                  <a:lnTo>
                    <a:pt x="4318" y="2485644"/>
                  </a:lnTo>
                  <a:lnTo>
                    <a:pt x="0" y="2437003"/>
                  </a:lnTo>
                  <a:lnTo>
                    <a:pt x="0" y="2707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7523" y="2778251"/>
              <a:ext cx="4407408" cy="28514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96583" y="2822447"/>
              <a:ext cx="4264025" cy="2708275"/>
            </a:xfrm>
            <a:custGeom>
              <a:avLst/>
              <a:gdLst/>
              <a:ahLst/>
              <a:cxnLst/>
              <a:rect l="l" t="t" r="r" b="b"/>
              <a:pathLst>
                <a:path w="4264025" h="2708275">
                  <a:moveTo>
                    <a:pt x="3993261" y="0"/>
                  </a:moveTo>
                  <a:lnTo>
                    <a:pt x="270763" y="0"/>
                  </a:lnTo>
                  <a:lnTo>
                    <a:pt x="221995" y="4317"/>
                  </a:lnTo>
                  <a:lnTo>
                    <a:pt x="176275" y="16890"/>
                  </a:lnTo>
                  <a:lnTo>
                    <a:pt x="134112" y="36956"/>
                  </a:lnTo>
                  <a:lnTo>
                    <a:pt x="96265" y="63626"/>
                  </a:lnTo>
                  <a:lnTo>
                    <a:pt x="63626" y="96265"/>
                  </a:lnTo>
                  <a:lnTo>
                    <a:pt x="36956" y="134112"/>
                  </a:lnTo>
                  <a:lnTo>
                    <a:pt x="16890" y="176275"/>
                  </a:lnTo>
                  <a:lnTo>
                    <a:pt x="4317" y="222122"/>
                  </a:lnTo>
                  <a:lnTo>
                    <a:pt x="0" y="270763"/>
                  </a:lnTo>
                  <a:lnTo>
                    <a:pt x="0" y="2436990"/>
                  </a:lnTo>
                  <a:lnTo>
                    <a:pt x="4317" y="2485656"/>
                  </a:lnTo>
                  <a:lnTo>
                    <a:pt x="16890" y="2531465"/>
                  </a:lnTo>
                  <a:lnTo>
                    <a:pt x="36956" y="2573654"/>
                  </a:lnTo>
                  <a:lnTo>
                    <a:pt x="63626" y="2611450"/>
                  </a:lnTo>
                  <a:lnTo>
                    <a:pt x="96265" y="2644076"/>
                  </a:lnTo>
                  <a:lnTo>
                    <a:pt x="134112" y="2670797"/>
                  </a:lnTo>
                  <a:lnTo>
                    <a:pt x="176275" y="2690825"/>
                  </a:lnTo>
                  <a:lnTo>
                    <a:pt x="221995" y="2703410"/>
                  </a:lnTo>
                  <a:lnTo>
                    <a:pt x="270763" y="2707766"/>
                  </a:lnTo>
                  <a:lnTo>
                    <a:pt x="3993261" y="2707766"/>
                  </a:lnTo>
                  <a:lnTo>
                    <a:pt x="4041901" y="2703410"/>
                  </a:lnTo>
                  <a:lnTo>
                    <a:pt x="4087748" y="2690825"/>
                  </a:lnTo>
                  <a:lnTo>
                    <a:pt x="4129913" y="2670797"/>
                  </a:lnTo>
                  <a:lnTo>
                    <a:pt x="4167759" y="2644076"/>
                  </a:lnTo>
                  <a:lnTo>
                    <a:pt x="4200397" y="2611450"/>
                  </a:lnTo>
                  <a:lnTo>
                    <a:pt x="4227068" y="2573654"/>
                  </a:lnTo>
                  <a:lnTo>
                    <a:pt x="4247134" y="2531465"/>
                  </a:lnTo>
                  <a:lnTo>
                    <a:pt x="4259707" y="2485656"/>
                  </a:lnTo>
                  <a:lnTo>
                    <a:pt x="4264024" y="2436990"/>
                  </a:lnTo>
                  <a:lnTo>
                    <a:pt x="4264024" y="270763"/>
                  </a:lnTo>
                  <a:lnTo>
                    <a:pt x="4259707" y="222122"/>
                  </a:lnTo>
                  <a:lnTo>
                    <a:pt x="4247134" y="176275"/>
                  </a:lnTo>
                  <a:lnTo>
                    <a:pt x="4227068" y="134112"/>
                  </a:lnTo>
                  <a:lnTo>
                    <a:pt x="4200397" y="96265"/>
                  </a:lnTo>
                  <a:lnTo>
                    <a:pt x="4167759" y="63626"/>
                  </a:lnTo>
                  <a:lnTo>
                    <a:pt x="4129913" y="36956"/>
                  </a:lnTo>
                  <a:lnTo>
                    <a:pt x="4087748" y="16890"/>
                  </a:lnTo>
                  <a:lnTo>
                    <a:pt x="4041901" y="4317"/>
                  </a:lnTo>
                  <a:lnTo>
                    <a:pt x="3993261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97345" y="2823209"/>
              <a:ext cx="4264025" cy="2708275"/>
            </a:xfrm>
            <a:custGeom>
              <a:avLst/>
              <a:gdLst/>
              <a:ahLst/>
              <a:cxnLst/>
              <a:rect l="l" t="t" r="r" b="b"/>
              <a:pathLst>
                <a:path w="4264025" h="2708275">
                  <a:moveTo>
                    <a:pt x="0" y="270763"/>
                  </a:moveTo>
                  <a:lnTo>
                    <a:pt x="4317" y="222122"/>
                  </a:lnTo>
                  <a:lnTo>
                    <a:pt x="16890" y="176275"/>
                  </a:lnTo>
                  <a:lnTo>
                    <a:pt x="36956" y="134112"/>
                  </a:lnTo>
                  <a:lnTo>
                    <a:pt x="63626" y="96265"/>
                  </a:lnTo>
                  <a:lnTo>
                    <a:pt x="96265" y="63626"/>
                  </a:lnTo>
                  <a:lnTo>
                    <a:pt x="134112" y="36956"/>
                  </a:lnTo>
                  <a:lnTo>
                    <a:pt x="176275" y="16890"/>
                  </a:lnTo>
                  <a:lnTo>
                    <a:pt x="221995" y="4317"/>
                  </a:lnTo>
                  <a:lnTo>
                    <a:pt x="270763" y="0"/>
                  </a:lnTo>
                  <a:lnTo>
                    <a:pt x="3993260" y="0"/>
                  </a:lnTo>
                  <a:lnTo>
                    <a:pt x="4041902" y="4317"/>
                  </a:lnTo>
                  <a:lnTo>
                    <a:pt x="4087749" y="16890"/>
                  </a:lnTo>
                  <a:lnTo>
                    <a:pt x="4129912" y="36956"/>
                  </a:lnTo>
                  <a:lnTo>
                    <a:pt x="4167758" y="63626"/>
                  </a:lnTo>
                  <a:lnTo>
                    <a:pt x="4200398" y="96265"/>
                  </a:lnTo>
                  <a:lnTo>
                    <a:pt x="4227068" y="134112"/>
                  </a:lnTo>
                  <a:lnTo>
                    <a:pt x="4247133" y="176275"/>
                  </a:lnTo>
                  <a:lnTo>
                    <a:pt x="4259707" y="222122"/>
                  </a:lnTo>
                  <a:lnTo>
                    <a:pt x="4264025" y="270763"/>
                  </a:lnTo>
                  <a:lnTo>
                    <a:pt x="4264025" y="2436990"/>
                  </a:lnTo>
                  <a:lnTo>
                    <a:pt x="4259707" y="2485656"/>
                  </a:lnTo>
                  <a:lnTo>
                    <a:pt x="4247133" y="2531465"/>
                  </a:lnTo>
                  <a:lnTo>
                    <a:pt x="4227068" y="2573654"/>
                  </a:lnTo>
                  <a:lnTo>
                    <a:pt x="4200398" y="2611450"/>
                  </a:lnTo>
                  <a:lnTo>
                    <a:pt x="4167758" y="2644076"/>
                  </a:lnTo>
                  <a:lnTo>
                    <a:pt x="4129912" y="2670797"/>
                  </a:lnTo>
                  <a:lnTo>
                    <a:pt x="4087749" y="2690825"/>
                  </a:lnTo>
                  <a:lnTo>
                    <a:pt x="4041902" y="2703410"/>
                  </a:lnTo>
                  <a:lnTo>
                    <a:pt x="3993260" y="2707766"/>
                  </a:lnTo>
                  <a:lnTo>
                    <a:pt x="270763" y="2707766"/>
                  </a:lnTo>
                  <a:lnTo>
                    <a:pt x="221995" y="2703410"/>
                  </a:lnTo>
                  <a:lnTo>
                    <a:pt x="176275" y="2690825"/>
                  </a:lnTo>
                  <a:lnTo>
                    <a:pt x="134112" y="2670797"/>
                  </a:lnTo>
                  <a:lnTo>
                    <a:pt x="96265" y="2644076"/>
                  </a:lnTo>
                  <a:lnTo>
                    <a:pt x="63626" y="2611450"/>
                  </a:lnTo>
                  <a:lnTo>
                    <a:pt x="36956" y="2573654"/>
                  </a:lnTo>
                  <a:lnTo>
                    <a:pt x="16890" y="2531465"/>
                  </a:lnTo>
                  <a:lnTo>
                    <a:pt x="4317" y="2485656"/>
                  </a:lnTo>
                  <a:lnTo>
                    <a:pt x="0" y="2436990"/>
                  </a:lnTo>
                  <a:lnTo>
                    <a:pt x="0" y="27076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37121" y="3173094"/>
            <a:ext cx="3789045" cy="189547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 indent="3175" algn="ctr">
              <a:lnSpc>
                <a:spcPct val="87000"/>
              </a:lnSpc>
              <a:spcBef>
                <a:spcPts val="625"/>
              </a:spcBef>
            </a:pP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sz="3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rules</a:t>
            </a:r>
            <a:r>
              <a:rPr sz="34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25" dirty="0">
                <a:solidFill>
                  <a:srgbClr val="FFFFFF"/>
                </a:solidFill>
                <a:latin typeface="Trebuchet MS"/>
                <a:cs typeface="Trebuchet MS"/>
              </a:rPr>
              <a:t>are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nuanced,</a:t>
            </a:r>
            <a:r>
              <a:rPr sz="34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Trebuchet MS"/>
                <a:cs typeface="Trebuchet MS"/>
              </a:rPr>
              <a:t>complex,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difficult</a:t>
            </a:r>
            <a:r>
              <a:rPr sz="3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4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Trebuchet MS"/>
                <a:cs typeface="Trebuchet MS"/>
              </a:rPr>
              <a:t>discern,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r>
              <a:rPr sz="3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deep</a:t>
            </a:r>
            <a:r>
              <a:rPr sz="34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endParaRPr sz="34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13004" y="1536191"/>
            <a:ext cx="4413885" cy="820419"/>
            <a:chOff x="413004" y="1536191"/>
            <a:chExt cx="4413885" cy="820419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004" y="1536191"/>
              <a:ext cx="4413504" cy="81991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3588" y="1581911"/>
              <a:ext cx="4268470" cy="675005"/>
            </a:xfrm>
            <a:custGeom>
              <a:avLst/>
              <a:gdLst/>
              <a:ahLst/>
              <a:cxnLst/>
              <a:rect l="l" t="t" r="r" b="b"/>
              <a:pathLst>
                <a:path w="4268470" h="675005">
                  <a:moveTo>
                    <a:pt x="4026789" y="0"/>
                  </a:moveTo>
                  <a:lnTo>
                    <a:pt x="241566" y="0"/>
                  </a:lnTo>
                  <a:lnTo>
                    <a:pt x="192887" y="4952"/>
                  </a:lnTo>
                  <a:lnTo>
                    <a:pt x="147535" y="18923"/>
                  </a:lnTo>
                  <a:lnTo>
                    <a:pt x="106502" y="41275"/>
                  </a:lnTo>
                  <a:lnTo>
                    <a:pt x="70751" y="70738"/>
                  </a:lnTo>
                  <a:lnTo>
                    <a:pt x="41262" y="106425"/>
                  </a:lnTo>
                  <a:lnTo>
                    <a:pt x="18986" y="147447"/>
                  </a:lnTo>
                  <a:lnTo>
                    <a:pt x="4902" y="192786"/>
                  </a:lnTo>
                  <a:lnTo>
                    <a:pt x="0" y="241426"/>
                  </a:lnTo>
                  <a:lnTo>
                    <a:pt x="0" y="433197"/>
                  </a:lnTo>
                  <a:lnTo>
                    <a:pt x="4902" y="481838"/>
                  </a:lnTo>
                  <a:lnTo>
                    <a:pt x="18986" y="527176"/>
                  </a:lnTo>
                  <a:lnTo>
                    <a:pt x="41262" y="568198"/>
                  </a:lnTo>
                  <a:lnTo>
                    <a:pt x="70751" y="603885"/>
                  </a:lnTo>
                  <a:lnTo>
                    <a:pt x="106502" y="633349"/>
                  </a:lnTo>
                  <a:lnTo>
                    <a:pt x="147535" y="655701"/>
                  </a:lnTo>
                  <a:lnTo>
                    <a:pt x="192887" y="669671"/>
                  </a:lnTo>
                  <a:lnTo>
                    <a:pt x="241566" y="674624"/>
                  </a:lnTo>
                  <a:lnTo>
                    <a:pt x="4026789" y="674624"/>
                  </a:lnTo>
                  <a:lnTo>
                    <a:pt x="4075429" y="669671"/>
                  </a:lnTo>
                  <a:lnTo>
                    <a:pt x="4120769" y="655701"/>
                  </a:lnTo>
                  <a:lnTo>
                    <a:pt x="4161790" y="633349"/>
                  </a:lnTo>
                  <a:lnTo>
                    <a:pt x="4197604" y="603885"/>
                  </a:lnTo>
                  <a:lnTo>
                    <a:pt x="4227068" y="568198"/>
                  </a:lnTo>
                  <a:lnTo>
                    <a:pt x="4249293" y="527176"/>
                  </a:lnTo>
                  <a:lnTo>
                    <a:pt x="4263390" y="481838"/>
                  </a:lnTo>
                  <a:lnTo>
                    <a:pt x="4268343" y="433197"/>
                  </a:lnTo>
                  <a:lnTo>
                    <a:pt x="4268343" y="241426"/>
                  </a:lnTo>
                  <a:lnTo>
                    <a:pt x="4263390" y="192786"/>
                  </a:lnTo>
                  <a:lnTo>
                    <a:pt x="4249293" y="147447"/>
                  </a:lnTo>
                  <a:lnTo>
                    <a:pt x="4227068" y="106425"/>
                  </a:lnTo>
                  <a:lnTo>
                    <a:pt x="4197604" y="70738"/>
                  </a:lnTo>
                  <a:lnTo>
                    <a:pt x="4161790" y="41275"/>
                  </a:lnTo>
                  <a:lnTo>
                    <a:pt x="4120769" y="18923"/>
                  </a:lnTo>
                  <a:lnTo>
                    <a:pt x="4075429" y="4952"/>
                  </a:lnTo>
                  <a:lnTo>
                    <a:pt x="4026789" y="0"/>
                  </a:lnTo>
                  <a:close/>
                </a:path>
              </a:pathLst>
            </a:custGeom>
            <a:solidFill>
              <a:srgbClr val="578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4350" y="1582673"/>
              <a:ext cx="4268470" cy="675005"/>
            </a:xfrm>
            <a:custGeom>
              <a:avLst/>
              <a:gdLst/>
              <a:ahLst/>
              <a:cxnLst/>
              <a:rect l="l" t="t" r="r" b="b"/>
              <a:pathLst>
                <a:path w="4268470" h="675005">
                  <a:moveTo>
                    <a:pt x="0" y="241426"/>
                  </a:moveTo>
                  <a:lnTo>
                    <a:pt x="4902" y="192786"/>
                  </a:lnTo>
                  <a:lnTo>
                    <a:pt x="18986" y="147447"/>
                  </a:lnTo>
                  <a:lnTo>
                    <a:pt x="41262" y="106425"/>
                  </a:lnTo>
                  <a:lnTo>
                    <a:pt x="70751" y="70738"/>
                  </a:lnTo>
                  <a:lnTo>
                    <a:pt x="106502" y="41275"/>
                  </a:lnTo>
                  <a:lnTo>
                    <a:pt x="147535" y="18923"/>
                  </a:lnTo>
                  <a:lnTo>
                    <a:pt x="192887" y="4952"/>
                  </a:lnTo>
                  <a:lnTo>
                    <a:pt x="241566" y="0"/>
                  </a:lnTo>
                  <a:lnTo>
                    <a:pt x="4026789" y="0"/>
                  </a:lnTo>
                  <a:lnTo>
                    <a:pt x="4075429" y="4952"/>
                  </a:lnTo>
                  <a:lnTo>
                    <a:pt x="4120769" y="18923"/>
                  </a:lnTo>
                  <a:lnTo>
                    <a:pt x="4161790" y="41275"/>
                  </a:lnTo>
                  <a:lnTo>
                    <a:pt x="4197604" y="70738"/>
                  </a:lnTo>
                  <a:lnTo>
                    <a:pt x="4227068" y="106425"/>
                  </a:lnTo>
                  <a:lnTo>
                    <a:pt x="4249293" y="147447"/>
                  </a:lnTo>
                  <a:lnTo>
                    <a:pt x="4263390" y="192786"/>
                  </a:lnTo>
                  <a:lnTo>
                    <a:pt x="4268343" y="241426"/>
                  </a:lnTo>
                  <a:lnTo>
                    <a:pt x="4268343" y="433197"/>
                  </a:lnTo>
                  <a:lnTo>
                    <a:pt x="4263390" y="481838"/>
                  </a:lnTo>
                  <a:lnTo>
                    <a:pt x="4249293" y="527176"/>
                  </a:lnTo>
                  <a:lnTo>
                    <a:pt x="4227068" y="568198"/>
                  </a:lnTo>
                  <a:lnTo>
                    <a:pt x="4197604" y="603885"/>
                  </a:lnTo>
                  <a:lnTo>
                    <a:pt x="4161790" y="633349"/>
                  </a:lnTo>
                  <a:lnTo>
                    <a:pt x="4120769" y="655701"/>
                  </a:lnTo>
                  <a:lnTo>
                    <a:pt x="4075429" y="669671"/>
                  </a:lnTo>
                  <a:lnTo>
                    <a:pt x="4026789" y="674624"/>
                  </a:lnTo>
                  <a:lnTo>
                    <a:pt x="241566" y="674624"/>
                  </a:lnTo>
                  <a:lnTo>
                    <a:pt x="192887" y="669671"/>
                  </a:lnTo>
                  <a:lnTo>
                    <a:pt x="147535" y="655701"/>
                  </a:lnTo>
                  <a:lnTo>
                    <a:pt x="106502" y="633349"/>
                  </a:lnTo>
                  <a:lnTo>
                    <a:pt x="70751" y="603885"/>
                  </a:lnTo>
                  <a:lnTo>
                    <a:pt x="41262" y="568198"/>
                  </a:lnTo>
                  <a:lnTo>
                    <a:pt x="18986" y="527176"/>
                  </a:lnTo>
                  <a:lnTo>
                    <a:pt x="4902" y="481838"/>
                  </a:lnTo>
                  <a:lnTo>
                    <a:pt x="0" y="433197"/>
                  </a:lnTo>
                  <a:lnTo>
                    <a:pt x="0" y="241426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625084" y="1536191"/>
            <a:ext cx="4413885" cy="820419"/>
            <a:chOff x="5625084" y="1536191"/>
            <a:chExt cx="4413885" cy="820419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5084" y="1536191"/>
              <a:ext cx="4413504" cy="81991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725668" y="1581911"/>
              <a:ext cx="4268470" cy="675005"/>
            </a:xfrm>
            <a:custGeom>
              <a:avLst/>
              <a:gdLst/>
              <a:ahLst/>
              <a:cxnLst/>
              <a:rect l="l" t="t" r="r" b="b"/>
              <a:pathLst>
                <a:path w="4268470" h="675005">
                  <a:moveTo>
                    <a:pt x="4026789" y="0"/>
                  </a:moveTo>
                  <a:lnTo>
                    <a:pt x="241554" y="0"/>
                  </a:lnTo>
                  <a:lnTo>
                    <a:pt x="192912" y="4952"/>
                  </a:lnTo>
                  <a:lnTo>
                    <a:pt x="147574" y="18923"/>
                  </a:lnTo>
                  <a:lnTo>
                    <a:pt x="106553" y="41275"/>
                  </a:lnTo>
                  <a:lnTo>
                    <a:pt x="70739" y="70738"/>
                  </a:lnTo>
                  <a:lnTo>
                    <a:pt x="41275" y="106425"/>
                  </a:lnTo>
                  <a:lnTo>
                    <a:pt x="19050" y="147447"/>
                  </a:lnTo>
                  <a:lnTo>
                    <a:pt x="4953" y="192786"/>
                  </a:lnTo>
                  <a:lnTo>
                    <a:pt x="0" y="241426"/>
                  </a:lnTo>
                  <a:lnTo>
                    <a:pt x="0" y="433197"/>
                  </a:lnTo>
                  <a:lnTo>
                    <a:pt x="4953" y="481838"/>
                  </a:lnTo>
                  <a:lnTo>
                    <a:pt x="19050" y="527176"/>
                  </a:lnTo>
                  <a:lnTo>
                    <a:pt x="41275" y="568198"/>
                  </a:lnTo>
                  <a:lnTo>
                    <a:pt x="70739" y="603885"/>
                  </a:lnTo>
                  <a:lnTo>
                    <a:pt x="106553" y="633349"/>
                  </a:lnTo>
                  <a:lnTo>
                    <a:pt x="147574" y="655701"/>
                  </a:lnTo>
                  <a:lnTo>
                    <a:pt x="192912" y="669671"/>
                  </a:lnTo>
                  <a:lnTo>
                    <a:pt x="241554" y="674624"/>
                  </a:lnTo>
                  <a:lnTo>
                    <a:pt x="4026789" y="674624"/>
                  </a:lnTo>
                  <a:lnTo>
                    <a:pt x="4075430" y="669671"/>
                  </a:lnTo>
                  <a:lnTo>
                    <a:pt x="4120768" y="655701"/>
                  </a:lnTo>
                  <a:lnTo>
                    <a:pt x="4161790" y="633349"/>
                  </a:lnTo>
                  <a:lnTo>
                    <a:pt x="4197604" y="603885"/>
                  </a:lnTo>
                  <a:lnTo>
                    <a:pt x="4227068" y="568198"/>
                  </a:lnTo>
                  <a:lnTo>
                    <a:pt x="4249293" y="527176"/>
                  </a:lnTo>
                  <a:lnTo>
                    <a:pt x="4263390" y="481838"/>
                  </a:lnTo>
                  <a:lnTo>
                    <a:pt x="4268343" y="433197"/>
                  </a:lnTo>
                  <a:lnTo>
                    <a:pt x="4268343" y="241426"/>
                  </a:lnTo>
                  <a:lnTo>
                    <a:pt x="4263390" y="192786"/>
                  </a:lnTo>
                  <a:lnTo>
                    <a:pt x="4249293" y="147447"/>
                  </a:lnTo>
                  <a:lnTo>
                    <a:pt x="4227068" y="106425"/>
                  </a:lnTo>
                  <a:lnTo>
                    <a:pt x="4197604" y="70738"/>
                  </a:lnTo>
                  <a:lnTo>
                    <a:pt x="4161790" y="41275"/>
                  </a:lnTo>
                  <a:lnTo>
                    <a:pt x="4120768" y="18923"/>
                  </a:lnTo>
                  <a:lnTo>
                    <a:pt x="4075430" y="4952"/>
                  </a:lnTo>
                  <a:lnTo>
                    <a:pt x="4026789" y="0"/>
                  </a:lnTo>
                  <a:close/>
                </a:path>
              </a:pathLst>
            </a:custGeom>
            <a:solidFill>
              <a:srgbClr val="578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26430" y="1582673"/>
              <a:ext cx="4268470" cy="675005"/>
            </a:xfrm>
            <a:custGeom>
              <a:avLst/>
              <a:gdLst/>
              <a:ahLst/>
              <a:cxnLst/>
              <a:rect l="l" t="t" r="r" b="b"/>
              <a:pathLst>
                <a:path w="4268470" h="675005">
                  <a:moveTo>
                    <a:pt x="0" y="241426"/>
                  </a:moveTo>
                  <a:lnTo>
                    <a:pt x="4953" y="192786"/>
                  </a:lnTo>
                  <a:lnTo>
                    <a:pt x="19050" y="147447"/>
                  </a:lnTo>
                  <a:lnTo>
                    <a:pt x="41275" y="106425"/>
                  </a:lnTo>
                  <a:lnTo>
                    <a:pt x="70739" y="70738"/>
                  </a:lnTo>
                  <a:lnTo>
                    <a:pt x="106553" y="41275"/>
                  </a:lnTo>
                  <a:lnTo>
                    <a:pt x="147574" y="18923"/>
                  </a:lnTo>
                  <a:lnTo>
                    <a:pt x="192912" y="4952"/>
                  </a:lnTo>
                  <a:lnTo>
                    <a:pt x="241554" y="0"/>
                  </a:lnTo>
                  <a:lnTo>
                    <a:pt x="4026789" y="0"/>
                  </a:lnTo>
                  <a:lnTo>
                    <a:pt x="4075429" y="4952"/>
                  </a:lnTo>
                  <a:lnTo>
                    <a:pt x="4120769" y="18923"/>
                  </a:lnTo>
                  <a:lnTo>
                    <a:pt x="4161790" y="41275"/>
                  </a:lnTo>
                  <a:lnTo>
                    <a:pt x="4197604" y="70738"/>
                  </a:lnTo>
                  <a:lnTo>
                    <a:pt x="4227068" y="106425"/>
                  </a:lnTo>
                  <a:lnTo>
                    <a:pt x="4249293" y="147447"/>
                  </a:lnTo>
                  <a:lnTo>
                    <a:pt x="4263390" y="192786"/>
                  </a:lnTo>
                  <a:lnTo>
                    <a:pt x="4268343" y="241426"/>
                  </a:lnTo>
                  <a:lnTo>
                    <a:pt x="4268343" y="433197"/>
                  </a:lnTo>
                  <a:lnTo>
                    <a:pt x="4263390" y="481838"/>
                  </a:lnTo>
                  <a:lnTo>
                    <a:pt x="4249293" y="527176"/>
                  </a:lnTo>
                  <a:lnTo>
                    <a:pt x="4227068" y="568198"/>
                  </a:lnTo>
                  <a:lnTo>
                    <a:pt x="4197604" y="603885"/>
                  </a:lnTo>
                  <a:lnTo>
                    <a:pt x="4161790" y="633349"/>
                  </a:lnTo>
                  <a:lnTo>
                    <a:pt x="4120769" y="655701"/>
                  </a:lnTo>
                  <a:lnTo>
                    <a:pt x="4075429" y="669671"/>
                  </a:lnTo>
                  <a:lnTo>
                    <a:pt x="4026789" y="674624"/>
                  </a:lnTo>
                  <a:lnTo>
                    <a:pt x="241554" y="674624"/>
                  </a:lnTo>
                  <a:lnTo>
                    <a:pt x="192912" y="669671"/>
                  </a:lnTo>
                  <a:lnTo>
                    <a:pt x="147574" y="655701"/>
                  </a:lnTo>
                  <a:lnTo>
                    <a:pt x="106553" y="633349"/>
                  </a:lnTo>
                  <a:lnTo>
                    <a:pt x="70739" y="603885"/>
                  </a:lnTo>
                  <a:lnTo>
                    <a:pt x="41275" y="568198"/>
                  </a:lnTo>
                  <a:lnTo>
                    <a:pt x="19050" y="527176"/>
                  </a:lnTo>
                  <a:lnTo>
                    <a:pt x="4953" y="481838"/>
                  </a:lnTo>
                  <a:lnTo>
                    <a:pt x="0" y="433197"/>
                  </a:lnTo>
                  <a:lnTo>
                    <a:pt x="0" y="241426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70026" y="1638681"/>
            <a:ext cx="83959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84215" algn="l"/>
              </a:tabLst>
            </a:pP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Classic</a:t>
            </a:r>
            <a:r>
              <a:rPr sz="32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Programming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	Deep</a:t>
            </a:r>
            <a:r>
              <a:rPr sz="32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295" rIns="0" bIns="0" rtlCol="0">
            <a:spAutoFit/>
          </a:bodyPr>
          <a:lstStyle/>
          <a:p>
            <a:pPr marL="60134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DEEP</a:t>
            </a:r>
            <a:r>
              <a:rPr b="1" spc="-10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LEARNING</a:t>
            </a:r>
            <a:r>
              <a:rPr b="1" spc="-11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COMPARED</a:t>
            </a:r>
            <a:r>
              <a:rPr b="1" spc="-10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TO</a:t>
            </a:r>
            <a:r>
              <a:rPr b="1" spc="-8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OTHER</a:t>
            </a:r>
            <a:r>
              <a:rPr b="1" spc="-105" dirty="0">
                <a:latin typeface="Trebuchet MS"/>
                <a:cs typeface="Trebuchet MS"/>
              </a:rPr>
              <a:t> </a:t>
            </a:r>
            <a:r>
              <a:rPr b="1" spc="-25" dirty="0">
                <a:latin typeface="Trebuchet MS"/>
                <a:cs typeface="Trebuchet MS"/>
              </a:rPr>
              <a:t>AI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7616" y="1761744"/>
            <a:ext cx="9974580" cy="3754120"/>
            <a:chOff x="487616" y="1761744"/>
            <a:chExt cx="9974580" cy="3754120"/>
          </a:xfrm>
        </p:grpSpPr>
        <p:sp>
          <p:nvSpPr>
            <p:cNvPr id="4" name="object 4"/>
            <p:cNvSpPr/>
            <p:nvPr/>
          </p:nvSpPr>
          <p:spPr>
            <a:xfrm>
              <a:off x="500634" y="2116074"/>
              <a:ext cx="9948545" cy="528955"/>
            </a:xfrm>
            <a:custGeom>
              <a:avLst/>
              <a:gdLst/>
              <a:ahLst/>
              <a:cxnLst/>
              <a:rect l="l" t="t" r="r" b="b"/>
              <a:pathLst>
                <a:path w="9948545" h="528955">
                  <a:moveTo>
                    <a:pt x="0" y="528701"/>
                  </a:moveTo>
                  <a:lnTo>
                    <a:pt x="9948164" y="528701"/>
                  </a:lnTo>
                  <a:lnTo>
                    <a:pt x="9948164" y="0"/>
                  </a:lnTo>
                  <a:lnTo>
                    <a:pt x="0" y="0"/>
                  </a:lnTo>
                  <a:lnTo>
                    <a:pt x="0" y="528701"/>
                  </a:lnTo>
                  <a:close/>
                </a:path>
              </a:pathLst>
            </a:custGeom>
            <a:ln w="25908">
              <a:solidFill>
                <a:srgbClr val="0066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212" y="1761744"/>
              <a:ext cx="7088124" cy="7437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96695" y="1804416"/>
              <a:ext cx="6964680" cy="620395"/>
            </a:xfrm>
            <a:custGeom>
              <a:avLst/>
              <a:gdLst/>
              <a:ahLst/>
              <a:cxnLst/>
              <a:rect l="l" t="t" r="r" b="b"/>
              <a:pathLst>
                <a:path w="6964680" h="620394">
                  <a:moveTo>
                    <a:pt x="6861302" y="0"/>
                  </a:moveTo>
                  <a:lnTo>
                    <a:pt x="103378" y="0"/>
                  </a:lnTo>
                  <a:lnTo>
                    <a:pt x="63144" y="8128"/>
                  </a:lnTo>
                  <a:lnTo>
                    <a:pt x="30276" y="30225"/>
                  </a:lnTo>
                  <a:lnTo>
                    <a:pt x="8128" y="63119"/>
                  </a:lnTo>
                  <a:lnTo>
                    <a:pt x="0" y="103378"/>
                  </a:lnTo>
                  <a:lnTo>
                    <a:pt x="0" y="516763"/>
                  </a:lnTo>
                  <a:lnTo>
                    <a:pt x="8128" y="557022"/>
                  </a:lnTo>
                  <a:lnTo>
                    <a:pt x="30276" y="589914"/>
                  </a:lnTo>
                  <a:lnTo>
                    <a:pt x="63144" y="612013"/>
                  </a:lnTo>
                  <a:lnTo>
                    <a:pt x="103378" y="620141"/>
                  </a:lnTo>
                  <a:lnTo>
                    <a:pt x="6861302" y="620141"/>
                  </a:lnTo>
                  <a:lnTo>
                    <a:pt x="6901560" y="612013"/>
                  </a:lnTo>
                  <a:lnTo>
                    <a:pt x="6934454" y="589914"/>
                  </a:lnTo>
                  <a:lnTo>
                    <a:pt x="6956552" y="557022"/>
                  </a:lnTo>
                  <a:lnTo>
                    <a:pt x="6964680" y="516763"/>
                  </a:lnTo>
                  <a:lnTo>
                    <a:pt x="6964680" y="103378"/>
                  </a:lnTo>
                  <a:lnTo>
                    <a:pt x="6956552" y="63119"/>
                  </a:lnTo>
                  <a:lnTo>
                    <a:pt x="6934454" y="30225"/>
                  </a:lnTo>
                  <a:lnTo>
                    <a:pt x="6901560" y="8128"/>
                  </a:lnTo>
                  <a:lnTo>
                    <a:pt x="6861302" y="0"/>
                  </a:lnTo>
                  <a:close/>
                </a:path>
              </a:pathLst>
            </a:custGeom>
            <a:solidFill>
              <a:srgbClr val="0066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7458" y="1805178"/>
              <a:ext cx="6964680" cy="620395"/>
            </a:xfrm>
            <a:custGeom>
              <a:avLst/>
              <a:gdLst/>
              <a:ahLst/>
              <a:cxnLst/>
              <a:rect l="l" t="t" r="r" b="b"/>
              <a:pathLst>
                <a:path w="6964680" h="620394">
                  <a:moveTo>
                    <a:pt x="0" y="103377"/>
                  </a:moveTo>
                  <a:lnTo>
                    <a:pt x="8128" y="63119"/>
                  </a:lnTo>
                  <a:lnTo>
                    <a:pt x="30276" y="30225"/>
                  </a:lnTo>
                  <a:lnTo>
                    <a:pt x="63144" y="8127"/>
                  </a:lnTo>
                  <a:lnTo>
                    <a:pt x="103378" y="0"/>
                  </a:lnTo>
                  <a:lnTo>
                    <a:pt x="6861302" y="0"/>
                  </a:lnTo>
                  <a:lnTo>
                    <a:pt x="6901561" y="8127"/>
                  </a:lnTo>
                  <a:lnTo>
                    <a:pt x="6934454" y="30225"/>
                  </a:lnTo>
                  <a:lnTo>
                    <a:pt x="6956552" y="63119"/>
                  </a:lnTo>
                  <a:lnTo>
                    <a:pt x="6964680" y="103377"/>
                  </a:lnTo>
                  <a:lnTo>
                    <a:pt x="6964680" y="516763"/>
                  </a:lnTo>
                  <a:lnTo>
                    <a:pt x="6956552" y="557022"/>
                  </a:lnTo>
                  <a:lnTo>
                    <a:pt x="6934454" y="589914"/>
                  </a:lnTo>
                  <a:lnTo>
                    <a:pt x="6901561" y="612013"/>
                  </a:lnTo>
                  <a:lnTo>
                    <a:pt x="6861302" y="620141"/>
                  </a:lnTo>
                  <a:lnTo>
                    <a:pt x="103378" y="620141"/>
                  </a:lnTo>
                  <a:lnTo>
                    <a:pt x="63144" y="612013"/>
                  </a:lnTo>
                  <a:lnTo>
                    <a:pt x="30276" y="589914"/>
                  </a:lnTo>
                  <a:lnTo>
                    <a:pt x="8128" y="557022"/>
                  </a:lnTo>
                  <a:lnTo>
                    <a:pt x="0" y="516763"/>
                  </a:lnTo>
                  <a:lnTo>
                    <a:pt x="0" y="103377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0634" y="3068574"/>
              <a:ext cx="9948545" cy="528955"/>
            </a:xfrm>
            <a:custGeom>
              <a:avLst/>
              <a:gdLst/>
              <a:ahLst/>
              <a:cxnLst/>
              <a:rect l="l" t="t" r="r" b="b"/>
              <a:pathLst>
                <a:path w="9948545" h="528954">
                  <a:moveTo>
                    <a:pt x="0" y="528701"/>
                  </a:moveTo>
                  <a:lnTo>
                    <a:pt x="9948164" y="528701"/>
                  </a:lnTo>
                  <a:lnTo>
                    <a:pt x="9948164" y="0"/>
                  </a:lnTo>
                  <a:lnTo>
                    <a:pt x="0" y="0"/>
                  </a:lnTo>
                  <a:lnTo>
                    <a:pt x="0" y="528701"/>
                  </a:lnTo>
                  <a:close/>
                </a:path>
              </a:pathLst>
            </a:custGeom>
            <a:ln w="25908">
              <a:solidFill>
                <a:srgbClr val="1578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212" y="2714244"/>
              <a:ext cx="7088124" cy="74371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96695" y="2756916"/>
              <a:ext cx="6964680" cy="620395"/>
            </a:xfrm>
            <a:custGeom>
              <a:avLst/>
              <a:gdLst/>
              <a:ahLst/>
              <a:cxnLst/>
              <a:rect l="l" t="t" r="r" b="b"/>
              <a:pathLst>
                <a:path w="6964680" h="620395">
                  <a:moveTo>
                    <a:pt x="6861302" y="0"/>
                  </a:moveTo>
                  <a:lnTo>
                    <a:pt x="103378" y="0"/>
                  </a:lnTo>
                  <a:lnTo>
                    <a:pt x="63144" y="8128"/>
                  </a:lnTo>
                  <a:lnTo>
                    <a:pt x="30276" y="30225"/>
                  </a:lnTo>
                  <a:lnTo>
                    <a:pt x="8128" y="63119"/>
                  </a:lnTo>
                  <a:lnTo>
                    <a:pt x="0" y="103378"/>
                  </a:lnTo>
                  <a:lnTo>
                    <a:pt x="0" y="516763"/>
                  </a:lnTo>
                  <a:lnTo>
                    <a:pt x="8128" y="557022"/>
                  </a:lnTo>
                  <a:lnTo>
                    <a:pt x="30276" y="589915"/>
                  </a:lnTo>
                  <a:lnTo>
                    <a:pt x="63144" y="612013"/>
                  </a:lnTo>
                  <a:lnTo>
                    <a:pt x="103378" y="620141"/>
                  </a:lnTo>
                  <a:lnTo>
                    <a:pt x="6861302" y="620141"/>
                  </a:lnTo>
                  <a:lnTo>
                    <a:pt x="6901560" y="612013"/>
                  </a:lnTo>
                  <a:lnTo>
                    <a:pt x="6934454" y="589915"/>
                  </a:lnTo>
                  <a:lnTo>
                    <a:pt x="6956552" y="557022"/>
                  </a:lnTo>
                  <a:lnTo>
                    <a:pt x="6964680" y="516763"/>
                  </a:lnTo>
                  <a:lnTo>
                    <a:pt x="6964680" y="103378"/>
                  </a:lnTo>
                  <a:lnTo>
                    <a:pt x="6956552" y="63119"/>
                  </a:lnTo>
                  <a:lnTo>
                    <a:pt x="6934454" y="30225"/>
                  </a:lnTo>
                  <a:lnTo>
                    <a:pt x="6901560" y="8128"/>
                  </a:lnTo>
                  <a:lnTo>
                    <a:pt x="6861302" y="0"/>
                  </a:lnTo>
                  <a:close/>
                </a:path>
              </a:pathLst>
            </a:custGeom>
            <a:solidFill>
              <a:srgbClr val="1578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7458" y="2757677"/>
              <a:ext cx="6964680" cy="620395"/>
            </a:xfrm>
            <a:custGeom>
              <a:avLst/>
              <a:gdLst/>
              <a:ahLst/>
              <a:cxnLst/>
              <a:rect l="l" t="t" r="r" b="b"/>
              <a:pathLst>
                <a:path w="6964680" h="620395">
                  <a:moveTo>
                    <a:pt x="0" y="103377"/>
                  </a:moveTo>
                  <a:lnTo>
                    <a:pt x="8128" y="63119"/>
                  </a:lnTo>
                  <a:lnTo>
                    <a:pt x="30276" y="30225"/>
                  </a:lnTo>
                  <a:lnTo>
                    <a:pt x="63144" y="8127"/>
                  </a:lnTo>
                  <a:lnTo>
                    <a:pt x="103378" y="0"/>
                  </a:lnTo>
                  <a:lnTo>
                    <a:pt x="6861302" y="0"/>
                  </a:lnTo>
                  <a:lnTo>
                    <a:pt x="6901561" y="8127"/>
                  </a:lnTo>
                  <a:lnTo>
                    <a:pt x="6934454" y="30225"/>
                  </a:lnTo>
                  <a:lnTo>
                    <a:pt x="6956552" y="63119"/>
                  </a:lnTo>
                  <a:lnTo>
                    <a:pt x="6964680" y="103377"/>
                  </a:lnTo>
                  <a:lnTo>
                    <a:pt x="6964680" y="516763"/>
                  </a:lnTo>
                  <a:lnTo>
                    <a:pt x="6956552" y="557022"/>
                  </a:lnTo>
                  <a:lnTo>
                    <a:pt x="6934454" y="589915"/>
                  </a:lnTo>
                  <a:lnTo>
                    <a:pt x="6901561" y="612013"/>
                  </a:lnTo>
                  <a:lnTo>
                    <a:pt x="6861302" y="620141"/>
                  </a:lnTo>
                  <a:lnTo>
                    <a:pt x="103378" y="620141"/>
                  </a:lnTo>
                  <a:lnTo>
                    <a:pt x="63144" y="612013"/>
                  </a:lnTo>
                  <a:lnTo>
                    <a:pt x="30276" y="589915"/>
                  </a:lnTo>
                  <a:lnTo>
                    <a:pt x="8128" y="557022"/>
                  </a:lnTo>
                  <a:lnTo>
                    <a:pt x="0" y="516763"/>
                  </a:lnTo>
                  <a:lnTo>
                    <a:pt x="0" y="103377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0634" y="4021073"/>
              <a:ext cx="9948545" cy="528955"/>
            </a:xfrm>
            <a:custGeom>
              <a:avLst/>
              <a:gdLst/>
              <a:ahLst/>
              <a:cxnLst/>
              <a:rect l="l" t="t" r="r" b="b"/>
              <a:pathLst>
                <a:path w="9948545" h="528954">
                  <a:moveTo>
                    <a:pt x="0" y="528701"/>
                  </a:moveTo>
                  <a:lnTo>
                    <a:pt x="9948164" y="528701"/>
                  </a:lnTo>
                  <a:lnTo>
                    <a:pt x="9948164" y="0"/>
                  </a:lnTo>
                  <a:lnTo>
                    <a:pt x="0" y="0"/>
                  </a:lnTo>
                  <a:lnTo>
                    <a:pt x="0" y="528701"/>
                  </a:lnTo>
                  <a:close/>
                </a:path>
              </a:pathLst>
            </a:custGeom>
            <a:ln w="25908">
              <a:solidFill>
                <a:srgbClr val="538D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212" y="3666744"/>
              <a:ext cx="7088124" cy="7437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96695" y="3709416"/>
              <a:ext cx="6964680" cy="620395"/>
            </a:xfrm>
            <a:custGeom>
              <a:avLst/>
              <a:gdLst/>
              <a:ahLst/>
              <a:cxnLst/>
              <a:rect l="l" t="t" r="r" b="b"/>
              <a:pathLst>
                <a:path w="6964680" h="620395">
                  <a:moveTo>
                    <a:pt x="6861302" y="0"/>
                  </a:moveTo>
                  <a:lnTo>
                    <a:pt x="103378" y="0"/>
                  </a:lnTo>
                  <a:lnTo>
                    <a:pt x="63144" y="8127"/>
                  </a:lnTo>
                  <a:lnTo>
                    <a:pt x="30276" y="30225"/>
                  </a:lnTo>
                  <a:lnTo>
                    <a:pt x="8128" y="63118"/>
                  </a:lnTo>
                  <a:lnTo>
                    <a:pt x="0" y="103377"/>
                  </a:lnTo>
                  <a:lnTo>
                    <a:pt x="0" y="516762"/>
                  </a:lnTo>
                  <a:lnTo>
                    <a:pt x="8128" y="557021"/>
                  </a:lnTo>
                  <a:lnTo>
                    <a:pt x="30276" y="589914"/>
                  </a:lnTo>
                  <a:lnTo>
                    <a:pt x="63144" y="612012"/>
                  </a:lnTo>
                  <a:lnTo>
                    <a:pt x="103378" y="620140"/>
                  </a:lnTo>
                  <a:lnTo>
                    <a:pt x="6861302" y="620140"/>
                  </a:lnTo>
                  <a:lnTo>
                    <a:pt x="6901560" y="612012"/>
                  </a:lnTo>
                  <a:lnTo>
                    <a:pt x="6934454" y="589914"/>
                  </a:lnTo>
                  <a:lnTo>
                    <a:pt x="6956552" y="557021"/>
                  </a:lnTo>
                  <a:lnTo>
                    <a:pt x="6964680" y="516762"/>
                  </a:lnTo>
                  <a:lnTo>
                    <a:pt x="6964680" y="103377"/>
                  </a:lnTo>
                  <a:lnTo>
                    <a:pt x="6956552" y="63118"/>
                  </a:lnTo>
                  <a:lnTo>
                    <a:pt x="6934454" y="30225"/>
                  </a:lnTo>
                  <a:lnTo>
                    <a:pt x="6901560" y="8127"/>
                  </a:lnTo>
                  <a:lnTo>
                    <a:pt x="6861302" y="0"/>
                  </a:lnTo>
                  <a:close/>
                </a:path>
              </a:pathLst>
            </a:custGeom>
            <a:solidFill>
              <a:srgbClr val="538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97458" y="3710177"/>
              <a:ext cx="6964680" cy="620395"/>
            </a:xfrm>
            <a:custGeom>
              <a:avLst/>
              <a:gdLst/>
              <a:ahLst/>
              <a:cxnLst/>
              <a:rect l="l" t="t" r="r" b="b"/>
              <a:pathLst>
                <a:path w="6964680" h="620395">
                  <a:moveTo>
                    <a:pt x="0" y="103378"/>
                  </a:moveTo>
                  <a:lnTo>
                    <a:pt x="8128" y="63119"/>
                  </a:lnTo>
                  <a:lnTo>
                    <a:pt x="30276" y="30226"/>
                  </a:lnTo>
                  <a:lnTo>
                    <a:pt x="63144" y="8128"/>
                  </a:lnTo>
                  <a:lnTo>
                    <a:pt x="103378" y="0"/>
                  </a:lnTo>
                  <a:lnTo>
                    <a:pt x="6861302" y="0"/>
                  </a:lnTo>
                  <a:lnTo>
                    <a:pt x="6901561" y="8128"/>
                  </a:lnTo>
                  <a:lnTo>
                    <a:pt x="6934454" y="30226"/>
                  </a:lnTo>
                  <a:lnTo>
                    <a:pt x="6956552" y="63119"/>
                  </a:lnTo>
                  <a:lnTo>
                    <a:pt x="6964680" y="103378"/>
                  </a:lnTo>
                  <a:lnTo>
                    <a:pt x="6964680" y="516763"/>
                  </a:lnTo>
                  <a:lnTo>
                    <a:pt x="6956552" y="557022"/>
                  </a:lnTo>
                  <a:lnTo>
                    <a:pt x="6934454" y="589915"/>
                  </a:lnTo>
                  <a:lnTo>
                    <a:pt x="6901561" y="612013"/>
                  </a:lnTo>
                  <a:lnTo>
                    <a:pt x="6861302" y="620141"/>
                  </a:lnTo>
                  <a:lnTo>
                    <a:pt x="103378" y="620141"/>
                  </a:lnTo>
                  <a:lnTo>
                    <a:pt x="63144" y="612013"/>
                  </a:lnTo>
                  <a:lnTo>
                    <a:pt x="30276" y="589915"/>
                  </a:lnTo>
                  <a:lnTo>
                    <a:pt x="8128" y="557022"/>
                  </a:lnTo>
                  <a:lnTo>
                    <a:pt x="0" y="516763"/>
                  </a:lnTo>
                  <a:lnTo>
                    <a:pt x="0" y="10337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0634" y="4973573"/>
              <a:ext cx="9948545" cy="528955"/>
            </a:xfrm>
            <a:custGeom>
              <a:avLst/>
              <a:gdLst/>
              <a:ahLst/>
              <a:cxnLst/>
              <a:rect l="l" t="t" r="r" b="b"/>
              <a:pathLst>
                <a:path w="9948545" h="528954">
                  <a:moveTo>
                    <a:pt x="0" y="528701"/>
                  </a:moveTo>
                  <a:lnTo>
                    <a:pt x="9948164" y="528701"/>
                  </a:lnTo>
                  <a:lnTo>
                    <a:pt x="9948164" y="0"/>
                  </a:lnTo>
                  <a:lnTo>
                    <a:pt x="0" y="0"/>
                  </a:lnTo>
                  <a:lnTo>
                    <a:pt x="0" y="528701"/>
                  </a:lnTo>
                  <a:close/>
                </a:path>
              </a:pathLst>
            </a:custGeom>
            <a:ln w="25908">
              <a:solidFill>
                <a:srgbClr val="93AC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212" y="4619244"/>
              <a:ext cx="7088124" cy="7437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96695" y="4661916"/>
              <a:ext cx="6964680" cy="620395"/>
            </a:xfrm>
            <a:custGeom>
              <a:avLst/>
              <a:gdLst/>
              <a:ahLst/>
              <a:cxnLst/>
              <a:rect l="l" t="t" r="r" b="b"/>
              <a:pathLst>
                <a:path w="6964680" h="620395">
                  <a:moveTo>
                    <a:pt x="6861302" y="0"/>
                  </a:moveTo>
                  <a:lnTo>
                    <a:pt x="103378" y="0"/>
                  </a:lnTo>
                  <a:lnTo>
                    <a:pt x="63144" y="8128"/>
                  </a:lnTo>
                  <a:lnTo>
                    <a:pt x="30276" y="30226"/>
                  </a:lnTo>
                  <a:lnTo>
                    <a:pt x="8128" y="63119"/>
                  </a:lnTo>
                  <a:lnTo>
                    <a:pt x="0" y="103378"/>
                  </a:lnTo>
                  <a:lnTo>
                    <a:pt x="0" y="516788"/>
                  </a:lnTo>
                  <a:lnTo>
                    <a:pt x="8128" y="557009"/>
                  </a:lnTo>
                  <a:lnTo>
                    <a:pt x="30276" y="589864"/>
                  </a:lnTo>
                  <a:lnTo>
                    <a:pt x="63144" y="612013"/>
                  </a:lnTo>
                  <a:lnTo>
                    <a:pt x="103378" y="620141"/>
                  </a:lnTo>
                  <a:lnTo>
                    <a:pt x="6861302" y="620141"/>
                  </a:lnTo>
                  <a:lnTo>
                    <a:pt x="6901560" y="612013"/>
                  </a:lnTo>
                  <a:lnTo>
                    <a:pt x="6934454" y="589864"/>
                  </a:lnTo>
                  <a:lnTo>
                    <a:pt x="6956552" y="557009"/>
                  </a:lnTo>
                  <a:lnTo>
                    <a:pt x="6964680" y="516788"/>
                  </a:lnTo>
                  <a:lnTo>
                    <a:pt x="6964680" y="103378"/>
                  </a:lnTo>
                  <a:lnTo>
                    <a:pt x="6956552" y="63119"/>
                  </a:lnTo>
                  <a:lnTo>
                    <a:pt x="6934454" y="30226"/>
                  </a:lnTo>
                  <a:lnTo>
                    <a:pt x="6901560" y="8128"/>
                  </a:lnTo>
                  <a:lnTo>
                    <a:pt x="6861302" y="0"/>
                  </a:lnTo>
                  <a:close/>
                </a:path>
              </a:pathLst>
            </a:custGeom>
            <a:solidFill>
              <a:srgbClr val="93AC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97458" y="4662677"/>
              <a:ext cx="6964680" cy="620395"/>
            </a:xfrm>
            <a:custGeom>
              <a:avLst/>
              <a:gdLst/>
              <a:ahLst/>
              <a:cxnLst/>
              <a:rect l="l" t="t" r="r" b="b"/>
              <a:pathLst>
                <a:path w="6964680" h="620395">
                  <a:moveTo>
                    <a:pt x="0" y="103378"/>
                  </a:moveTo>
                  <a:lnTo>
                    <a:pt x="8128" y="63119"/>
                  </a:lnTo>
                  <a:lnTo>
                    <a:pt x="30276" y="30226"/>
                  </a:lnTo>
                  <a:lnTo>
                    <a:pt x="63144" y="8128"/>
                  </a:lnTo>
                  <a:lnTo>
                    <a:pt x="103378" y="0"/>
                  </a:lnTo>
                  <a:lnTo>
                    <a:pt x="6861302" y="0"/>
                  </a:lnTo>
                  <a:lnTo>
                    <a:pt x="6901561" y="8128"/>
                  </a:lnTo>
                  <a:lnTo>
                    <a:pt x="6934454" y="30226"/>
                  </a:lnTo>
                  <a:lnTo>
                    <a:pt x="6956552" y="63119"/>
                  </a:lnTo>
                  <a:lnTo>
                    <a:pt x="6964680" y="103378"/>
                  </a:lnTo>
                  <a:lnTo>
                    <a:pt x="6964680" y="516788"/>
                  </a:lnTo>
                  <a:lnTo>
                    <a:pt x="6956552" y="557009"/>
                  </a:lnTo>
                  <a:lnTo>
                    <a:pt x="6934454" y="589864"/>
                  </a:lnTo>
                  <a:lnTo>
                    <a:pt x="6901561" y="612013"/>
                  </a:lnTo>
                  <a:lnTo>
                    <a:pt x="6861302" y="620141"/>
                  </a:lnTo>
                  <a:lnTo>
                    <a:pt x="103378" y="620141"/>
                  </a:lnTo>
                  <a:lnTo>
                    <a:pt x="63144" y="612013"/>
                  </a:lnTo>
                  <a:lnTo>
                    <a:pt x="30276" y="589864"/>
                  </a:lnTo>
                  <a:lnTo>
                    <a:pt x="8128" y="557009"/>
                  </a:lnTo>
                  <a:lnTo>
                    <a:pt x="0" y="516788"/>
                  </a:lnTo>
                  <a:lnTo>
                    <a:pt x="0" y="10337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58722" y="1977593"/>
            <a:ext cx="6845934" cy="327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Depth</a:t>
            </a:r>
            <a:r>
              <a:rPr sz="24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4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complexity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4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networks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400">
              <a:latin typeface="Trebuchet MS"/>
              <a:cs typeface="Trebuchet MS"/>
            </a:endParaRPr>
          </a:p>
          <a:p>
            <a:pPr marL="206375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Up</a:t>
            </a:r>
            <a:r>
              <a:rPr sz="24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4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billions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parameters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(and</a:t>
            </a:r>
            <a:r>
              <a:rPr sz="24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growing)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45"/>
              </a:spcBef>
            </a:pPr>
            <a:endParaRPr sz="2400">
              <a:latin typeface="Trebuchet MS"/>
              <a:cs typeface="Trebuchet MS"/>
            </a:endParaRPr>
          </a:p>
          <a:p>
            <a:pPr marL="206375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Many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layers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4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400">
              <a:latin typeface="Trebuchet MS"/>
              <a:cs typeface="Trebuchet MS"/>
            </a:endParaRPr>
          </a:p>
          <a:p>
            <a:pPr marL="20637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Important</a:t>
            </a:r>
            <a:r>
              <a:rPr sz="24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4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complex</a:t>
            </a:r>
            <a:r>
              <a:rPr sz="24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rules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8348" y="1792223"/>
            <a:ext cx="9948545" cy="3718560"/>
          </a:xfrm>
          <a:custGeom>
            <a:avLst/>
            <a:gdLst/>
            <a:ahLst/>
            <a:cxnLst/>
            <a:rect l="l" t="t" r="r" b="b"/>
            <a:pathLst>
              <a:path w="9948545" h="3718560">
                <a:moveTo>
                  <a:pt x="0" y="3718560"/>
                </a:moveTo>
                <a:lnTo>
                  <a:pt x="9948164" y="3718560"/>
                </a:lnTo>
                <a:lnTo>
                  <a:pt x="9948164" y="0"/>
                </a:lnTo>
                <a:lnTo>
                  <a:pt x="0" y="0"/>
                </a:lnTo>
                <a:lnTo>
                  <a:pt x="0" y="3718560"/>
                </a:lnTo>
                <a:close/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1091" y="4634890"/>
            <a:ext cx="4949190" cy="9296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indent="396240">
              <a:lnSpc>
                <a:spcPts val="3400"/>
              </a:lnSpc>
              <a:spcBef>
                <a:spcPts val="475"/>
              </a:spcBef>
            </a:pPr>
            <a:r>
              <a:rPr sz="3100" dirty="0">
                <a:solidFill>
                  <a:srgbClr val="FFFFFF"/>
                </a:solidFill>
              </a:rPr>
              <a:t>HOW</a:t>
            </a:r>
            <a:r>
              <a:rPr sz="3100" spc="-110" dirty="0">
                <a:solidFill>
                  <a:srgbClr val="FFFFFF"/>
                </a:solidFill>
              </a:rPr>
              <a:t> </a:t>
            </a:r>
            <a:r>
              <a:rPr sz="3100" dirty="0">
                <a:solidFill>
                  <a:srgbClr val="FFFFFF"/>
                </a:solidFill>
              </a:rPr>
              <a:t>DEEP</a:t>
            </a:r>
            <a:r>
              <a:rPr sz="3100" spc="-100" dirty="0">
                <a:solidFill>
                  <a:srgbClr val="FFFFFF"/>
                </a:solidFill>
              </a:rPr>
              <a:t> </a:t>
            </a:r>
            <a:r>
              <a:rPr sz="3100" dirty="0">
                <a:solidFill>
                  <a:srgbClr val="FFFFFF"/>
                </a:solidFill>
              </a:rPr>
              <a:t>LEARNING</a:t>
            </a:r>
            <a:r>
              <a:rPr sz="3100" spc="-120" dirty="0">
                <a:solidFill>
                  <a:srgbClr val="FFFFFF"/>
                </a:solidFill>
              </a:rPr>
              <a:t> </a:t>
            </a:r>
            <a:r>
              <a:rPr sz="3100" spc="-25" dirty="0">
                <a:solidFill>
                  <a:srgbClr val="FFFFFF"/>
                </a:solidFill>
              </a:rPr>
              <a:t>IS </a:t>
            </a:r>
            <a:r>
              <a:rPr sz="3100" spc="-10" dirty="0">
                <a:solidFill>
                  <a:srgbClr val="FFFFFF"/>
                </a:solidFill>
              </a:rPr>
              <a:t>TRANSFORMING</a:t>
            </a:r>
            <a:r>
              <a:rPr sz="3100" spc="-150" dirty="0">
                <a:solidFill>
                  <a:srgbClr val="FFFFFF"/>
                </a:solidFill>
              </a:rPr>
              <a:t> </a:t>
            </a:r>
            <a:r>
              <a:rPr sz="3100" dirty="0">
                <a:solidFill>
                  <a:srgbClr val="FFFFFF"/>
                </a:solidFill>
              </a:rPr>
              <a:t>THE</a:t>
            </a:r>
            <a:r>
              <a:rPr sz="3100" spc="-135" dirty="0">
                <a:solidFill>
                  <a:srgbClr val="FFFFFF"/>
                </a:solidFill>
              </a:rPr>
              <a:t> </a:t>
            </a:r>
            <a:r>
              <a:rPr sz="3100" spc="-10" dirty="0">
                <a:solidFill>
                  <a:srgbClr val="FFFFFF"/>
                </a:solidFill>
              </a:rPr>
              <a:t>WORLD</a:t>
            </a:r>
            <a:endParaRPr sz="3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295" rIns="0" bIns="0" rtlCol="0">
            <a:spAutoFit/>
          </a:bodyPr>
          <a:lstStyle/>
          <a:p>
            <a:pPr marL="3098165">
              <a:lnSpc>
                <a:spcPct val="100000"/>
              </a:lnSpc>
              <a:spcBef>
                <a:spcPts val="100"/>
              </a:spcBef>
            </a:pPr>
            <a:r>
              <a:rPr dirty="0"/>
              <a:t>COMPUTER</a:t>
            </a:r>
            <a:r>
              <a:rPr spc="-130" dirty="0"/>
              <a:t> </a:t>
            </a:r>
            <a:r>
              <a:rPr spc="-10" dirty="0"/>
              <a:t>VISION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62811" y="2014727"/>
            <a:ext cx="1783080" cy="1784350"/>
            <a:chOff x="1162811" y="2014727"/>
            <a:chExt cx="1783080" cy="1784350"/>
          </a:xfrm>
        </p:grpSpPr>
        <p:sp>
          <p:nvSpPr>
            <p:cNvPr id="4" name="object 4"/>
            <p:cNvSpPr/>
            <p:nvPr/>
          </p:nvSpPr>
          <p:spPr>
            <a:xfrm>
              <a:off x="1162811" y="2014727"/>
              <a:ext cx="1783080" cy="1784350"/>
            </a:xfrm>
            <a:custGeom>
              <a:avLst/>
              <a:gdLst/>
              <a:ahLst/>
              <a:cxnLst/>
              <a:rect l="l" t="t" r="r" b="b"/>
              <a:pathLst>
                <a:path w="1783080" h="1784350">
                  <a:moveTo>
                    <a:pt x="891539" y="0"/>
                  </a:moveTo>
                  <a:lnTo>
                    <a:pt x="844169" y="1270"/>
                  </a:lnTo>
                  <a:lnTo>
                    <a:pt x="797432" y="4952"/>
                  </a:lnTo>
                  <a:lnTo>
                    <a:pt x="751458" y="10922"/>
                  </a:lnTo>
                  <a:lnTo>
                    <a:pt x="706246" y="19304"/>
                  </a:lnTo>
                  <a:lnTo>
                    <a:pt x="661796" y="29845"/>
                  </a:lnTo>
                  <a:lnTo>
                    <a:pt x="618363" y="42672"/>
                  </a:lnTo>
                  <a:lnTo>
                    <a:pt x="575818" y="57531"/>
                  </a:lnTo>
                  <a:lnTo>
                    <a:pt x="534162" y="74549"/>
                  </a:lnTo>
                  <a:lnTo>
                    <a:pt x="493775" y="93472"/>
                  </a:lnTo>
                  <a:lnTo>
                    <a:pt x="454406" y="114426"/>
                  </a:lnTo>
                  <a:lnTo>
                    <a:pt x="416306" y="137160"/>
                  </a:lnTo>
                  <a:lnTo>
                    <a:pt x="379349" y="161798"/>
                  </a:lnTo>
                  <a:lnTo>
                    <a:pt x="343788" y="188213"/>
                  </a:lnTo>
                  <a:lnTo>
                    <a:pt x="309625" y="216154"/>
                  </a:lnTo>
                  <a:lnTo>
                    <a:pt x="276987" y="245872"/>
                  </a:lnTo>
                  <a:lnTo>
                    <a:pt x="245744" y="277113"/>
                  </a:lnTo>
                  <a:lnTo>
                    <a:pt x="216026" y="309880"/>
                  </a:lnTo>
                  <a:lnTo>
                    <a:pt x="188087" y="344043"/>
                  </a:lnTo>
                  <a:lnTo>
                    <a:pt x="161671" y="379602"/>
                  </a:lnTo>
                  <a:lnTo>
                    <a:pt x="137159" y="416560"/>
                  </a:lnTo>
                  <a:lnTo>
                    <a:pt x="114300" y="454660"/>
                  </a:lnTo>
                  <a:lnTo>
                    <a:pt x="93446" y="494030"/>
                  </a:lnTo>
                  <a:lnTo>
                    <a:pt x="74485" y="534543"/>
                  </a:lnTo>
                  <a:lnTo>
                    <a:pt x="57531" y="576199"/>
                  </a:lnTo>
                  <a:lnTo>
                    <a:pt x="42633" y="618744"/>
                  </a:lnTo>
                  <a:lnTo>
                    <a:pt x="29870" y="662305"/>
                  </a:lnTo>
                  <a:lnTo>
                    <a:pt x="19278" y="706755"/>
                  </a:lnTo>
                  <a:lnTo>
                    <a:pt x="10934" y="751967"/>
                  </a:lnTo>
                  <a:lnTo>
                    <a:pt x="4902" y="797941"/>
                  </a:lnTo>
                  <a:lnTo>
                    <a:pt x="1231" y="844676"/>
                  </a:lnTo>
                  <a:lnTo>
                    <a:pt x="0" y="892048"/>
                  </a:lnTo>
                  <a:lnTo>
                    <a:pt x="1231" y="939546"/>
                  </a:lnTo>
                  <a:lnTo>
                    <a:pt x="4902" y="986155"/>
                  </a:lnTo>
                  <a:lnTo>
                    <a:pt x="10934" y="1032256"/>
                  </a:lnTo>
                  <a:lnTo>
                    <a:pt x="19278" y="1077468"/>
                  </a:lnTo>
                  <a:lnTo>
                    <a:pt x="29870" y="1121918"/>
                  </a:lnTo>
                  <a:lnTo>
                    <a:pt x="42633" y="1165479"/>
                  </a:lnTo>
                  <a:lnTo>
                    <a:pt x="57531" y="1208024"/>
                  </a:lnTo>
                  <a:lnTo>
                    <a:pt x="74485" y="1249680"/>
                  </a:lnTo>
                  <a:lnTo>
                    <a:pt x="93446" y="1290193"/>
                  </a:lnTo>
                  <a:lnTo>
                    <a:pt x="114300" y="1329436"/>
                  </a:lnTo>
                  <a:lnTo>
                    <a:pt x="137159" y="1367663"/>
                  </a:lnTo>
                  <a:lnTo>
                    <a:pt x="161671" y="1404620"/>
                  </a:lnTo>
                  <a:lnTo>
                    <a:pt x="188087" y="1440180"/>
                  </a:lnTo>
                  <a:lnTo>
                    <a:pt x="216026" y="1474343"/>
                  </a:lnTo>
                  <a:lnTo>
                    <a:pt x="245744" y="1507109"/>
                  </a:lnTo>
                  <a:lnTo>
                    <a:pt x="276987" y="1538351"/>
                  </a:lnTo>
                  <a:lnTo>
                    <a:pt x="309625" y="1568069"/>
                  </a:lnTo>
                  <a:lnTo>
                    <a:pt x="343788" y="1596009"/>
                  </a:lnTo>
                  <a:lnTo>
                    <a:pt x="379349" y="1622425"/>
                  </a:lnTo>
                  <a:lnTo>
                    <a:pt x="416306" y="1647063"/>
                  </a:lnTo>
                  <a:lnTo>
                    <a:pt x="454406" y="1669796"/>
                  </a:lnTo>
                  <a:lnTo>
                    <a:pt x="493775" y="1690751"/>
                  </a:lnTo>
                  <a:lnTo>
                    <a:pt x="534162" y="1709674"/>
                  </a:lnTo>
                  <a:lnTo>
                    <a:pt x="575818" y="1726692"/>
                  </a:lnTo>
                  <a:lnTo>
                    <a:pt x="618363" y="1741551"/>
                  </a:lnTo>
                  <a:lnTo>
                    <a:pt x="661796" y="1754378"/>
                  </a:lnTo>
                  <a:lnTo>
                    <a:pt x="706246" y="1764919"/>
                  </a:lnTo>
                  <a:lnTo>
                    <a:pt x="751458" y="1773301"/>
                  </a:lnTo>
                  <a:lnTo>
                    <a:pt x="797432" y="1779270"/>
                  </a:lnTo>
                  <a:lnTo>
                    <a:pt x="844169" y="1782953"/>
                  </a:lnTo>
                  <a:lnTo>
                    <a:pt x="891539" y="1784223"/>
                  </a:lnTo>
                  <a:lnTo>
                    <a:pt x="938911" y="1782953"/>
                  </a:lnTo>
                  <a:lnTo>
                    <a:pt x="985646" y="1779270"/>
                  </a:lnTo>
                  <a:lnTo>
                    <a:pt x="1031620" y="1773301"/>
                  </a:lnTo>
                  <a:lnTo>
                    <a:pt x="1076833" y="1764919"/>
                  </a:lnTo>
                  <a:lnTo>
                    <a:pt x="1121283" y="1754378"/>
                  </a:lnTo>
                  <a:lnTo>
                    <a:pt x="1164717" y="1741551"/>
                  </a:lnTo>
                  <a:lnTo>
                    <a:pt x="1207262" y="1726692"/>
                  </a:lnTo>
                  <a:lnTo>
                    <a:pt x="1248790" y="1709674"/>
                  </a:lnTo>
                  <a:lnTo>
                    <a:pt x="1289304" y="1690751"/>
                  </a:lnTo>
                  <a:lnTo>
                    <a:pt x="1328674" y="1669796"/>
                  </a:lnTo>
                  <a:lnTo>
                    <a:pt x="1366774" y="1647063"/>
                  </a:lnTo>
                  <a:lnTo>
                    <a:pt x="1403731" y="1622425"/>
                  </a:lnTo>
                  <a:lnTo>
                    <a:pt x="1439290" y="1596009"/>
                  </a:lnTo>
                  <a:lnTo>
                    <a:pt x="1473454" y="1568069"/>
                  </a:lnTo>
                  <a:lnTo>
                    <a:pt x="1506093" y="1538351"/>
                  </a:lnTo>
                  <a:lnTo>
                    <a:pt x="1537335" y="1507109"/>
                  </a:lnTo>
                  <a:lnTo>
                    <a:pt x="1567052" y="1474343"/>
                  </a:lnTo>
                  <a:lnTo>
                    <a:pt x="1594993" y="1440180"/>
                  </a:lnTo>
                  <a:lnTo>
                    <a:pt x="1621408" y="1404620"/>
                  </a:lnTo>
                  <a:lnTo>
                    <a:pt x="1645920" y="1367663"/>
                  </a:lnTo>
                  <a:lnTo>
                    <a:pt x="1668780" y="1329436"/>
                  </a:lnTo>
                  <a:lnTo>
                    <a:pt x="1689608" y="1290193"/>
                  </a:lnTo>
                  <a:lnTo>
                    <a:pt x="1708531" y="1249680"/>
                  </a:lnTo>
                  <a:lnTo>
                    <a:pt x="1725549" y="1208024"/>
                  </a:lnTo>
                  <a:lnTo>
                    <a:pt x="1740408" y="1165479"/>
                  </a:lnTo>
                  <a:lnTo>
                    <a:pt x="1753235" y="1121918"/>
                  </a:lnTo>
                  <a:lnTo>
                    <a:pt x="1763776" y="1077468"/>
                  </a:lnTo>
                  <a:lnTo>
                    <a:pt x="1772158" y="1032256"/>
                  </a:lnTo>
                  <a:lnTo>
                    <a:pt x="1778127" y="986155"/>
                  </a:lnTo>
                  <a:lnTo>
                    <a:pt x="1781810" y="939546"/>
                  </a:lnTo>
                  <a:lnTo>
                    <a:pt x="1783080" y="892048"/>
                  </a:lnTo>
                  <a:lnTo>
                    <a:pt x="1781810" y="844676"/>
                  </a:lnTo>
                  <a:lnTo>
                    <a:pt x="1778127" y="797941"/>
                  </a:lnTo>
                  <a:lnTo>
                    <a:pt x="1772158" y="751967"/>
                  </a:lnTo>
                  <a:lnTo>
                    <a:pt x="1763776" y="706755"/>
                  </a:lnTo>
                  <a:lnTo>
                    <a:pt x="1753235" y="662305"/>
                  </a:lnTo>
                  <a:lnTo>
                    <a:pt x="1740408" y="618744"/>
                  </a:lnTo>
                  <a:lnTo>
                    <a:pt x="1725549" y="576199"/>
                  </a:lnTo>
                  <a:lnTo>
                    <a:pt x="1708531" y="534543"/>
                  </a:lnTo>
                  <a:lnTo>
                    <a:pt x="1689608" y="494030"/>
                  </a:lnTo>
                  <a:lnTo>
                    <a:pt x="1668780" y="454660"/>
                  </a:lnTo>
                  <a:lnTo>
                    <a:pt x="1645920" y="416560"/>
                  </a:lnTo>
                  <a:lnTo>
                    <a:pt x="1621408" y="379602"/>
                  </a:lnTo>
                  <a:lnTo>
                    <a:pt x="1594993" y="344043"/>
                  </a:lnTo>
                  <a:lnTo>
                    <a:pt x="1567052" y="309880"/>
                  </a:lnTo>
                  <a:lnTo>
                    <a:pt x="1537335" y="277113"/>
                  </a:lnTo>
                  <a:lnTo>
                    <a:pt x="1506093" y="245872"/>
                  </a:lnTo>
                  <a:lnTo>
                    <a:pt x="1473454" y="216154"/>
                  </a:lnTo>
                  <a:lnTo>
                    <a:pt x="1439290" y="188213"/>
                  </a:lnTo>
                  <a:lnTo>
                    <a:pt x="1403731" y="161798"/>
                  </a:lnTo>
                  <a:lnTo>
                    <a:pt x="1366774" y="137160"/>
                  </a:lnTo>
                  <a:lnTo>
                    <a:pt x="1328674" y="114426"/>
                  </a:lnTo>
                  <a:lnTo>
                    <a:pt x="1289304" y="93472"/>
                  </a:lnTo>
                  <a:lnTo>
                    <a:pt x="1248790" y="74549"/>
                  </a:lnTo>
                  <a:lnTo>
                    <a:pt x="1207262" y="57531"/>
                  </a:lnTo>
                  <a:lnTo>
                    <a:pt x="1164717" y="42672"/>
                  </a:lnTo>
                  <a:lnTo>
                    <a:pt x="1121283" y="29845"/>
                  </a:lnTo>
                  <a:lnTo>
                    <a:pt x="1076833" y="19304"/>
                  </a:lnTo>
                  <a:lnTo>
                    <a:pt x="1031620" y="10922"/>
                  </a:lnTo>
                  <a:lnTo>
                    <a:pt x="985646" y="4952"/>
                  </a:lnTo>
                  <a:lnTo>
                    <a:pt x="938911" y="1270"/>
                  </a:lnTo>
                  <a:lnTo>
                    <a:pt x="891539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2287" y="2395727"/>
              <a:ext cx="1024127" cy="102260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35888" y="4273753"/>
            <a:ext cx="2596515" cy="79311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185420">
              <a:lnSpc>
                <a:spcPts val="2800"/>
              </a:lnSpc>
              <a:spcBef>
                <a:spcPts val="560"/>
              </a:spcBef>
            </a:pPr>
            <a:r>
              <a:rPr sz="2700" dirty="0">
                <a:latin typeface="Trebuchet MS"/>
                <a:cs typeface="Trebuchet MS"/>
              </a:rPr>
              <a:t>ROBOTICS</a:t>
            </a:r>
            <a:r>
              <a:rPr sz="2700" spc="-210" dirty="0">
                <a:latin typeface="Trebuchet MS"/>
                <a:cs typeface="Trebuchet MS"/>
              </a:rPr>
              <a:t> </a:t>
            </a:r>
            <a:r>
              <a:rPr sz="2700" spc="-25" dirty="0">
                <a:latin typeface="Trebuchet MS"/>
                <a:cs typeface="Trebuchet MS"/>
              </a:rPr>
              <a:t>AND </a:t>
            </a:r>
            <a:r>
              <a:rPr sz="2700" spc="-5" dirty="0">
                <a:latin typeface="Trebuchet MS"/>
                <a:cs typeface="Trebuchet MS"/>
              </a:rPr>
              <a:t>MANU</a:t>
            </a:r>
            <a:r>
              <a:rPr sz="2700" spc="-585" dirty="0">
                <a:latin typeface="Trebuchet MS"/>
                <a:cs typeface="Trebuchet MS"/>
              </a:rPr>
              <a:t>F</a:t>
            </a:r>
            <a:r>
              <a:rPr sz="2700" spc="-15" dirty="0">
                <a:latin typeface="Trebuchet MS"/>
                <a:cs typeface="Trebuchet MS"/>
              </a:rPr>
              <a:t>A</a:t>
            </a:r>
            <a:r>
              <a:rPr sz="2700" dirty="0">
                <a:latin typeface="Trebuchet MS"/>
                <a:cs typeface="Trebuchet MS"/>
              </a:rPr>
              <a:t>C</a:t>
            </a:r>
            <a:r>
              <a:rPr sz="2700" spc="-15" dirty="0">
                <a:latin typeface="Trebuchet MS"/>
                <a:cs typeface="Trebuchet MS"/>
              </a:rPr>
              <a:t>TU</a:t>
            </a:r>
            <a:r>
              <a:rPr sz="2700" spc="-5" dirty="0">
                <a:latin typeface="Trebuchet MS"/>
                <a:cs typeface="Trebuchet MS"/>
              </a:rPr>
              <a:t>RING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99432" y="2014727"/>
            <a:ext cx="1783080" cy="1784350"/>
            <a:chOff x="4599432" y="2014727"/>
            <a:chExt cx="1783080" cy="1784350"/>
          </a:xfrm>
        </p:grpSpPr>
        <p:sp>
          <p:nvSpPr>
            <p:cNvPr id="8" name="object 8"/>
            <p:cNvSpPr/>
            <p:nvPr/>
          </p:nvSpPr>
          <p:spPr>
            <a:xfrm>
              <a:off x="4599432" y="2014727"/>
              <a:ext cx="1783080" cy="1784350"/>
            </a:xfrm>
            <a:custGeom>
              <a:avLst/>
              <a:gdLst/>
              <a:ahLst/>
              <a:cxnLst/>
              <a:rect l="l" t="t" r="r" b="b"/>
              <a:pathLst>
                <a:path w="1783079" h="1784350">
                  <a:moveTo>
                    <a:pt x="891539" y="0"/>
                  </a:moveTo>
                  <a:lnTo>
                    <a:pt x="844168" y="1270"/>
                  </a:lnTo>
                  <a:lnTo>
                    <a:pt x="797432" y="4952"/>
                  </a:lnTo>
                  <a:lnTo>
                    <a:pt x="751458" y="10922"/>
                  </a:lnTo>
                  <a:lnTo>
                    <a:pt x="706246" y="19304"/>
                  </a:lnTo>
                  <a:lnTo>
                    <a:pt x="661796" y="29845"/>
                  </a:lnTo>
                  <a:lnTo>
                    <a:pt x="618363" y="42672"/>
                  </a:lnTo>
                  <a:lnTo>
                    <a:pt x="575817" y="57531"/>
                  </a:lnTo>
                  <a:lnTo>
                    <a:pt x="534162" y="74549"/>
                  </a:lnTo>
                  <a:lnTo>
                    <a:pt x="493775" y="93472"/>
                  </a:lnTo>
                  <a:lnTo>
                    <a:pt x="454405" y="114426"/>
                  </a:lnTo>
                  <a:lnTo>
                    <a:pt x="416305" y="137160"/>
                  </a:lnTo>
                  <a:lnTo>
                    <a:pt x="379348" y="161798"/>
                  </a:lnTo>
                  <a:lnTo>
                    <a:pt x="343788" y="188213"/>
                  </a:lnTo>
                  <a:lnTo>
                    <a:pt x="309625" y="216154"/>
                  </a:lnTo>
                  <a:lnTo>
                    <a:pt x="276987" y="245872"/>
                  </a:lnTo>
                  <a:lnTo>
                    <a:pt x="245744" y="277113"/>
                  </a:lnTo>
                  <a:lnTo>
                    <a:pt x="216026" y="309880"/>
                  </a:lnTo>
                  <a:lnTo>
                    <a:pt x="188087" y="344043"/>
                  </a:lnTo>
                  <a:lnTo>
                    <a:pt x="161670" y="379602"/>
                  </a:lnTo>
                  <a:lnTo>
                    <a:pt x="137159" y="416560"/>
                  </a:lnTo>
                  <a:lnTo>
                    <a:pt x="114300" y="454660"/>
                  </a:lnTo>
                  <a:lnTo>
                    <a:pt x="93471" y="494030"/>
                  </a:lnTo>
                  <a:lnTo>
                    <a:pt x="74548" y="534543"/>
                  </a:lnTo>
                  <a:lnTo>
                    <a:pt x="57530" y="576199"/>
                  </a:lnTo>
                  <a:lnTo>
                    <a:pt x="42671" y="618744"/>
                  </a:lnTo>
                  <a:lnTo>
                    <a:pt x="29844" y="662305"/>
                  </a:lnTo>
                  <a:lnTo>
                    <a:pt x="19303" y="706755"/>
                  </a:lnTo>
                  <a:lnTo>
                    <a:pt x="10921" y="751967"/>
                  </a:lnTo>
                  <a:lnTo>
                    <a:pt x="4952" y="797941"/>
                  </a:lnTo>
                  <a:lnTo>
                    <a:pt x="1269" y="844676"/>
                  </a:lnTo>
                  <a:lnTo>
                    <a:pt x="0" y="892048"/>
                  </a:lnTo>
                  <a:lnTo>
                    <a:pt x="1269" y="939546"/>
                  </a:lnTo>
                  <a:lnTo>
                    <a:pt x="4952" y="986155"/>
                  </a:lnTo>
                  <a:lnTo>
                    <a:pt x="10921" y="1032256"/>
                  </a:lnTo>
                  <a:lnTo>
                    <a:pt x="19303" y="1077468"/>
                  </a:lnTo>
                  <a:lnTo>
                    <a:pt x="29844" y="1121918"/>
                  </a:lnTo>
                  <a:lnTo>
                    <a:pt x="42671" y="1165479"/>
                  </a:lnTo>
                  <a:lnTo>
                    <a:pt x="57530" y="1208024"/>
                  </a:lnTo>
                  <a:lnTo>
                    <a:pt x="74548" y="1249680"/>
                  </a:lnTo>
                  <a:lnTo>
                    <a:pt x="93471" y="1290193"/>
                  </a:lnTo>
                  <a:lnTo>
                    <a:pt x="114300" y="1329436"/>
                  </a:lnTo>
                  <a:lnTo>
                    <a:pt x="137159" y="1367663"/>
                  </a:lnTo>
                  <a:lnTo>
                    <a:pt x="161670" y="1404620"/>
                  </a:lnTo>
                  <a:lnTo>
                    <a:pt x="188087" y="1440180"/>
                  </a:lnTo>
                  <a:lnTo>
                    <a:pt x="216026" y="1474343"/>
                  </a:lnTo>
                  <a:lnTo>
                    <a:pt x="245744" y="1507109"/>
                  </a:lnTo>
                  <a:lnTo>
                    <a:pt x="276987" y="1538351"/>
                  </a:lnTo>
                  <a:lnTo>
                    <a:pt x="309625" y="1568069"/>
                  </a:lnTo>
                  <a:lnTo>
                    <a:pt x="343788" y="1596009"/>
                  </a:lnTo>
                  <a:lnTo>
                    <a:pt x="379348" y="1622425"/>
                  </a:lnTo>
                  <a:lnTo>
                    <a:pt x="416305" y="1647063"/>
                  </a:lnTo>
                  <a:lnTo>
                    <a:pt x="454405" y="1669796"/>
                  </a:lnTo>
                  <a:lnTo>
                    <a:pt x="493775" y="1690751"/>
                  </a:lnTo>
                  <a:lnTo>
                    <a:pt x="534162" y="1709674"/>
                  </a:lnTo>
                  <a:lnTo>
                    <a:pt x="575817" y="1726692"/>
                  </a:lnTo>
                  <a:lnTo>
                    <a:pt x="618363" y="1741551"/>
                  </a:lnTo>
                  <a:lnTo>
                    <a:pt x="661796" y="1754378"/>
                  </a:lnTo>
                  <a:lnTo>
                    <a:pt x="706246" y="1764919"/>
                  </a:lnTo>
                  <a:lnTo>
                    <a:pt x="751458" y="1773301"/>
                  </a:lnTo>
                  <a:lnTo>
                    <a:pt x="797432" y="1779270"/>
                  </a:lnTo>
                  <a:lnTo>
                    <a:pt x="844168" y="1782953"/>
                  </a:lnTo>
                  <a:lnTo>
                    <a:pt x="891539" y="1784223"/>
                  </a:lnTo>
                  <a:lnTo>
                    <a:pt x="938910" y="1782953"/>
                  </a:lnTo>
                  <a:lnTo>
                    <a:pt x="985646" y="1779270"/>
                  </a:lnTo>
                  <a:lnTo>
                    <a:pt x="1031620" y="1773301"/>
                  </a:lnTo>
                  <a:lnTo>
                    <a:pt x="1076832" y="1764919"/>
                  </a:lnTo>
                  <a:lnTo>
                    <a:pt x="1121282" y="1754378"/>
                  </a:lnTo>
                  <a:lnTo>
                    <a:pt x="1164716" y="1741551"/>
                  </a:lnTo>
                  <a:lnTo>
                    <a:pt x="1207262" y="1726692"/>
                  </a:lnTo>
                  <a:lnTo>
                    <a:pt x="1248917" y="1709674"/>
                  </a:lnTo>
                  <a:lnTo>
                    <a:pt x="1289303" y="1690751"/>
                  </a:lnTo>
                  <a:lnTo>
                    <a:pt x="1328673" y="1669796"/>
                  </a:lnTo>
                  <a:lnTo>
                    <a:pt x="1366773" y="1647063"/>
                  </a:lnTo>
                  <a:lnTo>
                    <a:pt x="1403730" y="1622425"/>
                  </a:lnTo>
                  <a:lnTo>
                    <a:pt x="1439290" y="1596009"/>
                  </a:lnTo>
                  <a:lnTo>
                    <a:pt x="1473453" y="1568069"/>
                  </a:lnTo>
                  <a:lnTo>
                    <a:pt x="1506092" y="1538351"/>
                  </a:lnTo>
                  <a:lnTo>
                    <a:pt x="1537334" y="1507109"/>
                  </a:lnTo>
                  <a:lnTo>
                    <a:pt x="1567052" y="1474343"/>
                  </a:lnTo>
                  <a:lnTo>
                    <a:pt x="1594992" y="1440180"/>
                  </a:lnTo>
                  <a:lnTo>
                    <a:pt x="1621408" y="1404620"/>
                  </a:lnTo>
                  <a:lnTo>
                    <a:pt x="1645919" y="1367663"/>
                  </a:lnTo>
                  <a:lnTo>
                    <a:pt x="1668779" y="1329436"/>
                  </a:lnTo>
                  <a:lnTo>
                    <a:pt x="1689607" y="1290193"/>
                  </a:lnTo>
                  <a:lnTo>
                    <a:pt x="1708530" y="1249680"/>
                  </a:lnTo>
                  <a:lnTo>
                    <a:pt x="1725548" y="1208024"/>
                  </a:lnTo>
                  <a:lnTo>
                    <a:pt x="1740407" y="1165479"/>
                  </a:lnTo>
                  <a:lnTo>
                    <a:pt x="1753234" y="1121918"/>
                  </a:lnTo>
                  <a:lnTo>
                    <a:pt x="1763776" y="1077468"/>
                  </a:lnTo>
                  <a:lnTo>
                    <a:pt x="1772157" y="1032256"/>
                  </a:lnTo>
                  <a:lnTo>
                    <a:pt x="1778127" y="986155"/>
                  </a:lnTo>
                  <a:lnTo>
                    <a:pt x="1781809" y="939546"/>
                  </a:lnTo>
                  <a:lnTo>
                    <a:pt x="1783079" y="892048"/>
                  </a:lnTo>
                  <a:lnTo>
                    <a:pt x="1781809" y="844676"/>
                  </a:lnTo>
                  <a:lnTo>
                    <a:pt x="1778127" y="797941"/>
                  </a:lnTo>
                  <a:lnTo>
                    <a:pt x="1772157" y="751967"/>
                  </a:lnTo>
                  <a:lnTo>
                    <a:pt x="1763776" y="706755"/>
                  </a:lnTo>
                  <a:lnTo>
                    <a:pt x="1753234" y="662305"/>
                  </a:lnTo>
                  <a:lnTo>
                    <a:pt x="1740407" y="618744"/>
                  </a:lnTo>
                  <a:lnTo>
                    <a:pt x="1725548" y="576199"/>
                  </a:lnTo>
                  <a:lnTo>
                    <a:pt x="1708530" y="534543"/>
                  </a:lnTo>
                  <a:lnTo>
                    <a:pt x="1689607" y="494030"/>
                  </a:lnTo>
                  <a:lnTo>
                    <a:pt x="1668779" y="454660"/>
                  </a:lnTo>
                  <a:lnTo>
                    <a:pt x="1645919" y="416560"/>
                  </a:lnTo>
                  <a:lnTo>
                    <a:pt x="1621408" y="379602"/>
                  </a:lnTo>
                  <a:lnTo>
                    <a:pt x="1594992" y="344043"/>
                  </a:lnTo>
                  <a:lnTo>
                    <a:pt x="1567052" y="309880"/>
                  </a:lnTo>
                  <a:lnTo>
                    <a:pt x="1537334" y="277113"/>
                  </a:lnTo>
                  <a:lnTo>
                    <a:pt x="1506092" y="245872"/>
                  </a:lnTo>
                  <a:lnTo>
                    <a:pt x="1473453" y="216154"/>
                  </a:lnTo>
                  <a:lnTo>
                    <a:pt x="1439290" y="188213"/>
                  </a:lnTo>
                  <a:lnTo>
                    <a:pt x="1403730" y="161798"/>
                  </a:lnTo>
                  <a:lnTo>
                    <a:pt x="1366773" y="137160"/>
                  </a:lnTo>
                  <a:lnTo>
                    <a:pt x="1328673" y="114426"/>
                  </a:lnTo>
                  <a:lnTo>
                    <a:pt x="1289303" y="93472"/>
                  </a:lnTo>
                  <a:lnTo>
                    <a:pt x="1248917" y="74549"/>
                  </a:lnTo>
                  <a:lnTo>
                    <a:pt x="1207262" y="57531"/>
                  </a:lnTo>
                  <a:lnTo>
                    <a:pt x="1164716" y="42672"/>
                  </a:lnTo>
                  <a:lnTo>
                    <a:pt x="1121282" y="29845"/>
                  </a:lnTo>
                  <a:lnTo>
                    <a:pt x="1076832" y="19304"/>
                  </a:lnTo>
                  <a:lnTo>
                    <a:pt x="1031620" y="10922"/>
                  </a:lnTo>
                  <a:lnTo>
                    <a:pt x="985646" y="4952"/>
                  </a:lnTo>
                  <a:lnTo>
                    <a:pt x="938910" y="1270"/>
                  </a:lnTo>
                  <a:lnTo>
                    <a:pt x="891539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8908" y="2395727"/>
              <a:ext cx="1024127" cy="102260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612640" y="4273753"/>
            <a:ext cx="1755139" cy="79311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280035">
              <a:lnSpc>
                <a:spcPts val="2800"/>
              </a:lnSpc>
              <a:spcBef>
                <a:spcPts val="560"/>
              </a:spcBef>
            </a:pPr>
            <a:r>
              <a:rPr sz="2700" spc="-10" dirty="0">
                <a:latin typeface="Trebuchet MS"/>
                <a:cs typeface="Trebuchet MS"/>
              </a:rPr>
              <a:t>OBJECT DETECTION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36052" y="2014727"/>
            <a:ext cx="1784350" cy="1784350"/>
            <a:chOff x="8036052" y="2014727"/>
            <a:chExt cx="1784350" cy="1784350"/>
          </a:xfrm>
        </p:grpSpPr>
        <p:sp>
          <p:nvSpPr>
            <p:cNvPr id="12" name="object 12"/>
            <p:cNvSpPr/>
            <p:nvPr/>
          </p:nvSpPr>
          <p:spPr>
            <a:xfrm>
              <a:off x="8036052" y="2014727"/>
              <a:ext cx="1784350" cy="1784350"/>
            </a:xfrm>
            <a:custGeom>
              <a:avLst/>
              <a:gdLst/>
              <a:ahLst/>
              <a:cxnLst/>
              <a:rect l="l" t="t" r="r" b="b"/>
              <a:pathLst>
                <a:path w="1784350" h="1784350">
                  <a:moveTo>
                    <a:pt x="892048" y="0"/>
                  </a:moveTo>
                  <a:lnTo>
                    <a:pt x="844676" y="1270"/>
                  </a:lnTo>
                  <a:lnTo>
                    <a:pt x="797941" y="4952"/>
                  </a:lnTo>
                  <a:lnTo>
                    <a:pt x="751967" y="10922"/>
                  </a:lnTo>
                  <a:lnTo>
                    <a:pt x="706754" y="19304"/>
                  </a:lnTo>
                  <a:lnTo>
                    <a:pt x="662304" y="29845"/>
                  </a:lnTo>
                  <a:lnTo>
                    <a:pt x="618744" y="42672"/>
                  </a:lnTo>
                  <a:lnTo>
                    <a:pt x="576199" y="57531"/>
                  </a:lnTo>
                  <a:lnTo>
                    <a:pt x="534543" y="74549"/>
                  </a:lnTo>
                  <a:lnTo>
                    <a:pt x="494029" y="93472"/>
                  </a:lnTo>
                  <a:lnTo>
                    <a:pt x="454659" y="114426"/>
                  </a:lnTo>
                  <a:lnTo>
                    <a:pt x="416559" y="137160"/>
                  </a:lnTo>
                  <a:lnTo>
                    <a:pt x="379602" y="161798"/>
                  </a:lnTo>
                  <a:lnTo>
                    <a:pt x="344043" y="188213"/>
                  </a:lnTo>
                  <a:lnTo>
                    <a:pt x="309879" y="216154"/>
                  </a:lnTo>
                  <a:lnTo>
                    <a:pt x="277114" y="245872"/>
                  </a:lnTo>
                  <a:lnTo>
                    <a:pt x="245872" y="277113"/>
                  </a:lnTo>
                  <a:lnTo>
                    <a:pt x="216153" y="309880"/>
                  </a:lnTo>
                  <a:lnTo>
                    <a:pt x="188214" y="344043"/>
                  </a:lnTo>
                  <a:lnTo>
                    <a:pt x="161798" y="379602"/>
                  </a:lnTo>
                  <a:lnTo>
                    <a:pt x="137159" y="416560"/>
                  </a:lnTo>
                  <a:lnTo>
                    <a:pt x="114426" y="454660"/>
                  </a:lnTo>
                  <a:lnTo>
                    <a:pt x="93472" y="494030"/>
                  </a:lnTo>
                  <a:lnTo>
                    <a:pt x="74549" y="534543"/>
                  </a:lnTo>
                  <a:lnTo>
                    <a:pt x="57530" y="576199"/>
                  </a:lnTo>
                  <a:lnTo>
                    <a:pt x="42672" y="618744"/>
                  </a:lnTo>
                  <a:lnTo>
                    <a:pt x="29845" y="662305"/>
                  </a:lnTo>
                  <a:lnTo>
                    <a:pt x="19303" y="706755"/>
                  </a:lnTo>
                  <a:lnTo>
                    <a:pt x="10922" y="751967"/>
                  </a:lnTo>
                  <a:lnTo>
                    <a:pt x="4952" y="797941"/>
                  </a:lnTo>
                  <a:lnTo>
                    <a:pt x="1270" y="844676"/>
                  </a:lnTo>
                  <a:lnTo>
                    <a:pt x="0" y="892048"/>
                  </a:lnTo>
                  <a:lnTo>
                    <a:pt x="1270" y="939546"/>
                  </a:lnTo>
                  <a:lnTo>
                    <a:pt x="4952" y="986155"/>
                  </a:lnTo>
                  <a:lnTo>
                    <a:pt x="10922" y="1032256"/>
                  </a:lnTo>
                  <a:lnTo>
                    <a:pt x="19303" y="1077468"/>
                  </a:lnTo>
                  <a:lnTo>
                    <a:pt x="29845" y="1121918"/>
                  </a:lnTo>
                  <a:lnTo>
                    <a:pt x="42672" y="1165479"/>
                  </a:lnTo>
                  <a:lnTo>
                    <a:pt x="57530" y="1208024"/>
                  </a:lnTo>
                  <a:lnTo>
                    <a:pt x="74549" y="1249680"/>
                  </a:lnTo>
                  <a:lnTo>
                    <a:pt x="93472" y="1290193"/>
                  </a:lnTo>
                  <a:lnTo>
                    <a:pt x="114426" y="1329436"/>
                  </a:lnTo>
                  <a:lnTo>
                    <a:pt x="137159" y="1367663"/>
                  </a:lnTo>
                  <a:lnTo>
                    <a:pt x="161798" y="1404620"/>
                  </a:lnTo>
                  <a:lnTo>
                    <a:pt x="188214" y="1440180"/>
                  </a:lnTo>
                  <a:lnTo>
                    <a:pt x="216153" y="1474343"/>
                  </a:lnTo>
                  <a:lnTo>
                    <a:pt x="245872" y="1507109"/>
                  </a:lnTo>
                  <a:lnTo>
                    <a:pt x="277114" y="1538351"/>
                  </a:lnTo>
                  <a:lnTo>
                    <a:pt x="309879" y="1568069"/>
                  </a:lnTo>
                  <a:lnTo>
                    <a:pt x="344043" y="1596009"/>
                  </a:lnTo>
                  <a:lnTo>
                    <a:pt x="379602" y="1622425"/>
                  </a:lnTo>
                  <a:lnTo>
                    <a:pt x="416559" y="1647063"/>
                  </a:lnTo>
                  <a:lnTo>
                    <a:pt x="454659" y="1669796"/>
                  </a:lnTo>
                  <a:lnTo>
                    <a:pt x="494029" y="1690751"/>
                  </a:lnTo>
                  <a:lnTo>
                    <a:pt x="534543" y="1709674"/>
                  </a:lnTo>
                  <a:lnTo>
                    <a:pt x="576199" y="1726692"/>
                  </a:lnTo>
                  <a:lnTo>
                    <a:pt x="618744" y="1741551"/>
                  </a:lnTo>
                  <a:lnTo>
                    <a:pt x="662304" y="1754378"/>
                  </a:lnTo>
                  <a:lnTo>
                    <a:pt x="706754" y="1764919"/>
                  </a:lnTo>
                  <a:lnTo>
                    <a:pt x="751967" y="1773301"/>
                  </a:lnTo>
                  <a:lnTo>
                    <a:pt x="797941" y="1779270"/>
                  </a:lnTo>
                  <a:lnTo>
                    <a:pt x="844676" y="1782953"/>
                  </a:lnTo>
                  <a:lnTo>
                    <a:pt x="892048" y="1784223"/>
                  </a:lnTo>
                  <a:lnTo>
                    <a:pt x="939546" y="1782953"/>
                  </a:lnTo>
                  <a:lnTo>
                    <a:pt x="986154" y="1779270"/>
                  </a:lnTo>
                  <a:lnTo>
                    <a:pt x="1032255" y="1773301"/>
                  </a:lnTo>
                  <a:lnTo>
                    <a:pt x="1077468" y="1764919"/>
                  </a:lnTo>
                  <a:lnTo>
                    <a:pt x="1121918" y="1754378"/>
                  </a:lnTo>
                  <a:lnTo>
                    <a:pt x="1165478" y="1741551"/>
                  </a:lnTo>
                  <a:lnTo>
                    <a:pt x="1208024" y="1726692"/>
                  </a:lnTo>
                  <a:lnTo>
                    <a:pt x="1249679" y="1709674"/>
                  </a:lnTo>
                  <a:lnTo>
                    <a:pt x="1290193" y="1690751"/>
                  </a:lnTo>
                  <a:lnTo>
                    <a:pt x="1329436" y="1669796"/>
                  </a:lnTo>
                  <a:lnTo>
                    <a:pt x="1367663" y="1647063"/>
                  </a:lnTo>
                  <a:lnTo>
                    <a:pt x="1404620" y="1622425"/>
                  </a:lnTo>
                  <a:lnTo>
                    <a:pt x="1440179" y="1596009"/>
                  </a:lnTo>
                  <a:lnTo>
                    <a:pt x="1474343" y="1568069"/>
                  </a:lnTo>
                  <a:lnTo>
                    <a:pt x="1507108" y="1538351"/>
                  </a:lnTo>
                  <a:lnTo>
                    <a:pt x="1538351" y="1507109"/>
                  </a:lnTo>
                  <a:lnTo>
                    <a:pt x="1568069" y="1474343"/>
                  </a:lnTo>
                  <a:lnTo>
                    <a:pt x="1596008" y="1440180"/>
                  </a:lnTo>
                  <a:lnTo>
                    <a:pt x="1622425" y="1404620"/>
                  </a:lnTo>
                  <a:lnTo>
                    <a:pt x="1647063" y="1367663"/>
                  </a:lnTo>
                  <a:lnTo>
                    <a:pt x="1669796" y="1329436"/>
                  </a:lnTo>
                  <a:lnTo>
                    <a:pt x="1690751" y="1290193"/>
                  </a:lnTo>
                  <a:lnTo>
                    <a:pt x="1709674" y="1249680"/>
                  </a:lnTo>
                  <a:lnTo>
                    <a:pt x="1726692" y="1208024"/>
                  </a:lnTo>
                  <a:lnTo>
                    <a:pt x="1741551" y="1165479"/>
                  </a:lnTo>
                  <a:lnTo>
                    <a:pt x="1754377" y="1121918"/>
                  </a:lnTo>
                  <a:lnTo>
                    <a:pt x="1764919" y="1077468"/>
                  </a:lnTo>
                  <a:lnTo>
                    <a:pt x="1773301" y="1032256"/>
                  </a:lnTo>
                  <a:lnTo>
                    <a:pt x="1779270" y="986155"/>
                  </a:lnTo>
                  <a:lnTo>
                    <a:pt x="1782952" y="939546"/>
                  </a:lnTo>
                  <a:lnTo>
                    <a:pt x="1784223" y="892048"/>
                  </a:lnTo>
                  <a:lnTo>
                    <a:pt x="1782952" y="844676"/>
                  </a:lnTo>
                  <a:lnTo>
                    <a:pt x="1779270" y="797941"/>
                  </a:lnTo>
                  <a:lnTo>
                    <a:pt x="1773301" y="751967"/>
                  </a:lnTo>
                  <a:lnTo>
                    <a:pt x="1764919" y="706755"/>
                  </a:lnTo>
                  <a:lnTo>
                    <a:pt x="1754377" y="662305"/>
                  </a:lnTo>
                  <a:lnTo>
                    <a:pt x="1741551" y="618744"/>
                  </a:lnTo>
                  <a:lnTo>
                    <a:pt x="1726692" y="576199"/>
                  </a:lnTo>
                  <a:lnTo>
                    <a:pt x="1709674" y="534543"/>
                  </a:lnTo>
                  <a:lnTo>
                    <a:pt x="1690751" y="494030"/>
                  </a:lnTo>
                  <a:lnTo>
                    <a:pt x="1669796" y="454660"/>
                  </a:lnTo>
                  <a:lnTo>
                    <a:pt x="1647063" y="416560"/>
                  </a:lnTo>
                  <a:lnTo>
                    <a:pt x="1622425" y="379602"/>
                  </a:lnTo>
                  <a:lnTo>
                    <a:pt x="1596008" y="344043"/>
                  </a:lnTo>
                  <a:lnTo>
                    <a:pt x="1568069" y="309880"/>
                  </a:lnTo>
                  <a:lnTo>
                    <a:pt x="1538351" y="277113"/>
                  </a:lnTo>
                  <a:lnTo>
                    <a:pt x="1507108" y="245872"/>
                  </a:lnTo>
                  <a:lnTo>
                    <a:pt x="1474343" y="216154"/>
                  </a:lnTo>
                  <a:lnTo>
                    <a:pt x="1440179" y="188213"/>
                  </a:lnTo>
                  <a:lnTo>
                    <a:pt x="1404620" y="161798"/>
                  </a:lnTo>
                  <a:lnTo>
                    <a:pt x="1367663" y="137160"/>
                  </a:lnTo>
                  <a:lnTo>
                    <a:pt x="1329436" y="114426"/>
                  </a:lnTo>
                  <a:lnTo>
                    <a:pt x="1290193" y="93472"/>
                  </a:lnTo>
                  <a:lnTo>
                    <a:pt x="1249679" y="74549"/>
                  </a:lnTo>
                  <a:lnTo>
                    <a:pt x="1208024" y="57531"/>
                  </a:lnTo>
                  <a:lnTo>
                    <a:pt x="1165478" y="42672"/>
                  </a:lnTo>
                  <a:lnTo>
                    <a:pt x="1121918" y="29845"/>
                  </a:lnTo>
                  <a:lnTo>
                    <a:pt x="1077468" y="19304"/>
                  </a:lnTo>
                  <a:lnTo>
                    <a:pt x="1032255" y="10922"/>
                  </a:lnTo>
                  <a:lnTo>
                    <a:pt x="986154" y="4952"/>
                  </a:lnTo>
                  <a:lnTo>
                    <a:pt x="939546" y="1270"/>
                  </a:lnTo>
                  <a:lnTo>
                    <a:pt x="892048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5528" y="2395727"/>
              <a:ext cx="1024127" cy="102260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887461" y="4273753"/>
            <a:ext cx="2073275" cy="79311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55320" marR="5080" indent="-643255">
              <a:lnSpc>
                <a:spcPts val="2800"/>
              </a:lnSpc>
              <a:spcBef>
                <a:spcPts val="560"/>
              </a:spcBef>
            </a:pPr>
            <a:r>
              <a:rPr sz="2700" dirty="0">
                <a:latin typeface="Trebuchet MS"/>
                <a:cs typeface="Trebuchet MS"/>
              </a:rPr>
              <a:t>SELF</a:t>
            </a:r>
            <a:r>
              <a:rPr sz="2700" spc="-10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DRIVING </a:t>
            </a:r>
            <a:r>
              <a:rPr sz="2700" spc="-20" dirty="0">
                <a:latin typeface="Trebuchet MS"/>
                <a:cs typeface="Trebuchet MS"/>
              </a:rPr>
              <a:t>CARS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295" rIns="0" bIns="0" rtlCol="0">
            <a:spAutoFit/>
          </a:bodyPr>
          <a:lstStyle/>
          <a:p>
            <a:pPr marL="1500505">
              <a:lnSpc>
                <a:spcPct val="100000"/>
              </a:lnSpc>
              <a:spcBef>
                <a:spcPts val="100"/>
              </a:spcBef>
            </a:pPr>
            <a:r>
              <a:rPr dirty="0"/>
              <a:t>NATURAL</a:t>
            </a:r>
            <a:r>
              <a:rPr spc="-225" dirty="0"/>
              <a:t> </a:t>
            </a:r>
            <a:r>
              <a:rPr dirty="0"/>
              <a:t>LANGUAGE</a:t>
            </a:r>
            <a:r>
              <a:rPr spc="-225" dirty="0"/>
              <a:t> </a:t>
            </a:r>
            <a:r>
              <a:rPr spc="-10" dirty="0"/>
              <a:t>PROCESSING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62811" y="2014727"/>
            <a:ext cx="1783080" cy="1784350"/>
            <a:chOff x="1162811" y="2014727"/>
            <a:chExt cx="1783080" cy="1784350"/>
          </a:xfrm>
        </p:grpSpPr>
        <p:sp>
          <p:nvSpPr>
            <p:cNvPr id="4" name="object 4"/>
            <p:cNvSpPr/>
            <p:nvPr/>
          </p:nvSpPr>
          <p:spPr>
            <a:xfrm>
              <a:off x="1162811" y="2014727"/>
              <a:ext cx="1783080" cy="1784350"/>
            </a:xfrm>
            <a:custGeom>
              <a:avLst/>
              <a:gdLst/>
              <a:ahLst/>
              <a:cxnLst/>
              <a:rect l="l" t="t" r="r" b="b"/>
              <a:pathLst>
                <a:path w="1783080" h="1784350">
                  <a:moveTo>
                    <a:pt x="891539" y="0"/>
                  </a:moveTo>
                  <a:lnTo>
                    <a:pt x="844169" y="1270"/>
                  </a:lnTo>
                  <a:lnTo>
                    <a:pt x="797432" y="4952"/>
                  </a:lnTo>
                  <a:lnTo>
                    <a:pt x="751458" y="10922"/>
                  </a:lnTo>
                  <a:lnTo>
                    <a:pt x="706246" y="19304"/>
                  </a:lnTo>
                  <a:lnTo>
                    <a:pt x="661796" y="29845"/>
                  </a:lnTo>
                  <a:lnTo>
                    <a:pt x="618363" y="42672"/>
                  </a:lnTo>
                  <a:lnTo>
                    <a:pt x="575818" y="57531"/>
                  </a:lnTo>
                  <a:lnTo>
                    <a:pt x="534162" y="74549"/>
                  </a:lnTo>
                  <a:lnTo>
                    <a:pt x="493775" y="93472"/>
                  </a:lnTo>
                  <a:lnTo>
                    <a:pt x="454406" y="114426"/>
                  </a:lnTo>
                  <a:lnTo>
                    <a:pt x="416306" y="137160"/>
                  </a:lnTo>
                  <a:lnTo>
                    <a:pt x="379349" y="161798"/>
                  </a:lnTo>
                  <a:lnTo>
                    <a:pt x="343788" y="188213"/>
                  </a:lnTo>
                  <a:lnTo>
                    <a:pt x="309625" y="216154"/>
                  </a:lnTo>
                  <a:lnTo>
                    <a:pt x="276987" y="245872"/>
                  </a:lnTo>
                  <a:lnTo>
                    <a:pt x="245744" y="277113"/>
                  </a:lnTo>
                  <a:lnTo>
                    <a:pt x="216026" y="309880"/>
                  </a:lnTo>
                  <a:lnTo>
                    <a:pt x="188087" y="344043"/>
                  </a:lnTo>
                  <a:lnTo>
                    <a:pt x="161671" y="379602"/>
                  </a:lnTo>
                  <a:lnTo>
                    <a:pt x="137159" y="416560"/>
                  </a:lnTo>
                  <a:lnTo>
                    <a:pt x="114300" y="454660"/>
                  </a:lnTo>
                  <a:lnTo>
                    <a:pt x="93446" y="494030"/>
                  </a:lnTo>
                  <a:lnTo>
                    <a:pt x="74485" y="534543"/>
                  </a:lnTo>
                  <a:lnTo>
                    <a:pt x="57531" y="576199"/>
                  </a:lnTo>
                  <a:lnTo>
                    <a:pt x="42633" y="618744"/>
                  </a:lnTo>
                  <a:lnTo>
                    <a:pt x="29870" y="662305"/>
                  </a:lnTo>
                  <a:lnTo>
                    <a:pt x="19278" y="706755"/>
                  </a:lnTo>
                  <a:lnTo>
                    <a:pt x="10934" y="751967"/>
                  </a:lnTo>
                  <a:lnTo>
                    <a:pt x="4902" y="797941"/>
                  </a:lnTo>
                  <a:lnTo>
                    <a:pt x="1231" y="844676"/>
                  </a:lnTo>
                  <a:lnTo>
                    <a:pt x="0" y="892048"/>
                  </a:lnTo>
                  <a:lnTo>
                    <a:pt x="1231" y="939546"/>
                  </a:lnTo>
                  <a:lnTo>
                    <a:pt x="4902" y="986155"/>
                  </a:lnTo>
                  <a:lnTo>
                    <a:pt x="10934" y="1032256"/>
                  </a:lnTo>
                  <a:lnTo>
                    <a:pt x="19278" y="1077468"/>
                  </a:lnTo>
                  <a:lnTo>
                    <a:pt x="29870" y="1121918"/>
                  </a:lnTo>
                  <a:lnTo>
                    <a:pt x="42633" y="1165479"/>
                  </a:lnTo>
                  <a:lnTo>
                    <a:pt x="57531" y="1208024"/>
                  </a:lnTo>
                  <a:lnTo>
                    <a:pt x="74485" y="1249680"/>
                  </a:lnTo>
                  <a:lnTo>
                    <a:pt x="93446" y="1290193"/>
                  </a:lnTo>
                  <a:lnTo>
                    <a:pt x="114300" y="1329436"/>
                  </a:lnTo>
                  <a:lnTo>
                    <a:pt x="137159" y="1367663"/>
                  </a:lnTo>
                  <a:lnTo>
                    <a:pt x="161671" y="1404620"/>
                  </a:lnTo>
                  <a:lnTo>
                    <a:pt x="188087" y="1440180"/>
                  </a:lnTo>
                  <a:lnTo>
                    <a:pt x="216026" y="1474343"/>
                  </a:lnTo>
                  <a:lnTo>
                    <a:pt x="245744" y="1507109"/>
                  </a:lnTo>
                  <a:lnTo>
                    <a:pt x="276987" y="1538351"/>
                  </a:lnTo>
                  <a:lnTo>
                    <a:pt x="309625" y="1568069"/>
                  </a:lnTo>
                  <a:lnTo>
                    <a:pt x="343788" y="1596009"/>
                  </a:lnTo>
                  <a:lnTo>
                    <a:pt x="379349" y="1622425"/>
                  </a:lnTo>
                  <a:lnTo>
                    <a:pt x="416306" y="1647063"/>
                  </a:lnTo>
                  <a:lnTo>
                    <a:pt x="454406" y="1669796"/>
                  </a:lnTo>
                  <a:lnTo>
                    <a:pt x="493775" y="1690751"/>
                  </a:lnTo>
                  <a:lnTo>
                    <a:pt x="534162" y="1709674"/>
                  </a:lnTo>
                  <a:lnTo>
                    <a:pt x="575818" y="1726692"/>
                  </a:lnTo>
                  <a:lnTo>
                    <a:pt x="618363" y="1741551"/>
                  </a:lnTo>
                  <a:lnTo>
                    <a:pt x="661796" y="1754378"/>
                  </a:lnTo>
                  <a:lnTo>
                    <a:pt x="706246" y="1764919"/>
                  </a:lnTo>
                  <a:lnTo>
                    <a:pt x="751458" y="1773301"/>
                  </a:lnTo>
                  <a:lnTo>
                    <a:pt x="797432" y="1779270"/>
                  </a:lnTo>
                  <a:lnTo>
                    <a:pt x="844169" y="1782953"/>
                  </a:lnTo>
                  <a:lnTo>
                    <a:pt x="891539" y="1784223"/>
                  </a:lnTo>
                  <a:lnTo>
                    <a:pt x="938911" y="1782953"/>
                  </a:lnTo>
                  <a:lnTo>
                    <a:pt x="985646" y="1779270"/>
                  </a:lnTo>
                  <a:lnTo>
                    <a:pt x="1031620" y="1773301"/>
                  </a:lnTo>
                  <a:lnTo>
                    <a:pt x="1076833" y="1764919"/>
                  </a:lnTo>
                  <a:lnTo>
                    <a:pt x="1121283" y="1754378"/>
                  </a:lnTo>
                  <a:lnTo>
                    <a:pt x="1164717" y="1741551"/>
                  </a:lnTo>
                  <a:lnTo>
                    <a:pt x="1207262" y="1726692"/>
                  </a:lnTo>
                  <a:lnTo>
                    <a:pt x="1248790" y="1709674"/>
                  </a:lnTo>
                  <a:lnTo>
                    <a:pt x="1289304" y="1690751"/>
                  </a:lnTo>
                  <a:lnTo>
                    <a:pt x="1328674" y="1669796"/>
                  </a:lnTo>
                  <a:lnTo>
                    <a:pt x="1366774" y="1647063"/>
                  </a:lnTo>
                  <a:lnTo>
                    <a:pt x="1403731" y="1622425"/>
                  </a:lnTo>
                  <a:lnTo>
                    <a:pt x="1439290" y="1596009"/>
                  </a:lnTo>
                  <a:lnTo>
                    <a:pt x="1473454" y="1568069"/>
                  </a:lnTo>
                  <a:lnTo>
                    <a:pt x="1506093" y="1538351"/>
                  </a:lnTo>
                  <a:lnTo>
                    <a:pt x="1537335" y="1507109"/>
                  </a:lnTo>
                  <a:lnTo>
                    <a:pt x="1567052" y="1474343"/>
                  </a:lnTo>
                  <a:lnTo>
                    <a:pt x="1594993" y="1440180"/>
                  </a:lnTo>
                  <a:lnTo>
                    <a:pt x="1621408" y="1404620"/>
                  </a:lnTo>
                  <a:lnTo>
                    <a:pt x="1645920" y="1367663"/>
                  </a:lnTo>
                  <a:lnTo>
                    <a:pt x="1668780" y="1329436"/>
                  </a:lnTo>
                  <a:lnTo>
                    <a:pt x="1689608" y="1290193"/>
                  </a:lnTo>
                  <a:lnTo>
                    <a:pt x="1708531" y="1249680"/>
                  </a:lnTo>
                  <a:lnTo>
                    <a:pt x="1725549" y="1208024"/>
                  </a:lnTo>
                  <a:lnTo>
                    <a:pt x="1740408" y="1165479"/>
                  </a:lnTo>
                  <a:lnTo>
                    <a:pt x="1753235" y="1121918"/>
                  </a:lnTo>
                  <a:lnTo>
                    <a:pt x="1763776" y="1077468"/>
                  </a:lnTo>
                  <a:lnTo>
                    <a:pt x="1772158" y="1032256"/>
                  </a:lnTo>
                  <a:lnTo>
                    <a:pt x="1778127" y="986155"/>
                  </a:lnTo>
                  <a:lnTo>
                    <a:pt x="1781810" y="939546"/>
                  </a:lnTo>
                  <a:lnTo>
                    <a:pt x="1783080" y="892048"/>
                  </a:lnTo>
                  <a:lnTo>
                    <a:pt x="1781810" y="844676"/>
                  </a:lnTo>
                  <a:lnTo>
                    <a:pt x="1778127" y="797941"/>
                  </a:lnTo>
                  <a:lnTo>
                    <a:pt x="1772158" y="751967"/>
                  </a:lnTo>
                  <a:lnTo>
                    <a:pt x="1763776" y="706755"/>
                  </a:lnTo>
                  <a:lnTo>
                    <a:pt x="1753235" y="662305"/>
                  </a:lnTo>
                  <a:lnTo>
                    <a:pt x="1740408" y="618744"/>
                  </a:lnTo>
                  <a:lnTo>
                    <a:pt x="1725549" y="576199"/>
                  </a:lnTo>
                  <a:lnTo>
                    <a:pt x="1708531" y="534543"/>
                  </a:lnTo>
                  <a:lnTo>
                    <a:pt x="1689608" y="494030"/>
                  </a:lnTo>
                  <a:lnTo>
                    <a:pt x="1668780" y="454660"/>
                  </a:lnTo>
                  <a:lnTo>
                    <a:pt x="1645920" y="416560"/>
                  </a:lnTo>
                  <a:lnTo>
                    <a:pt x="1621408" y="379602"/>
                  </a:lnTo>
                  <a:lnTo>
                    <a:pt x="1594993" y="344043"/>
                  </a:lnTo>
                  <a:lnTo>
                    <a:pt x="1567052" y="309880"/>
                  </a:lnTo>
                  <a:lnTo>
                    <a:pt x="1537335" y="277113"/>
                  </a:lnTo>
                  <a:lnTo>
                    <a:pt x="1506093" y="245872"/>
                  </a:lnTo>
                  <a:lnTo>
                    <a:pt x="1473454" y="216154"/>
                  </a:lnTo>
                  <a:lnTo>
                    <a:pt x="1439290" y="188213"/>
                  </a:lnTo>
                  <a:lnTo>
                    <a:pt x="1403731" y="161798"/>
                  </a:lnTo>
                  <a:lnTo>
                    <a:pt x="1366774" y="137160"/>
                  </a:lnTo>
                  <a:lnTo>
                    <a:pt x="1328674" y="114426"/>
                  </a:lnTo>
                  <a:lnTo>
                    <a:pt x="1289304" y="93472"/>
                  </a:lnTo>
                  <a:lnTo>
                    <a:pt x="1248790" y="74549"/>
                  </a:lnTo>
                  <a:lnTo>
                    <a:pt x="1207262" y="57531"/>
                  </a:lnTo>
                  <a:lnTo>
                    <a:pt x="1164717" y="42672"/>
                  </a:lnTo>
                  <a:lnTo>
                    <a:pt x="1121283" y="29845"/>
                  </a:lnTo>
                  <a:lnTo>
                    <a:pt x="1076833" y="19304"/>
                  </a:lnTo>
                  <a:lnTo>
                    <a:pt x="1031620" y="10922"/>
                  </a:lnTo>
                  <a:lnTo>
                    <a:pt x="985646" y="4952"/>
                  </a:lnTo>
                  <a:lnTo>
                    <a:pt x="938911" y="1270"/>
                  </a:lnTo>
                  <a:lnTo>
                    <a:pt x="891539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2287" y="2395727"/>
              <a:ext cx="1024127" cy="102260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02588" y="4273753"/>
            <a:ext cx="2069464" cy="79311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254000">
              <a:lnSpc>
                <a:spcPts val="2800"/>
              </a:lnSpc>
              <a:spcBef>
                <a:spcPts val="560"/>
              </a:spcBef>
            </a:pPr>
            <a:r>
              <a:rPr sz="2700" spc="-10" dirty="0">
                <a:latin typeface="Trebuchet MS"/>
                <a:cs typeface="Trebuchet MS"/>
              </a:rPr>
              <a:t>REAL</a:t>
            </a:r>
            <a:r>
              <a:rPr sz="2700" spc="-175" dirty="0">
                <a:latin typeface="Trebuchet MS"/>
                <a:cs typeface="Trebuchet MS"/>
              </a:rPr>
              <a:t> </a:t>
            </a:r>
            <a:r>
              <a:rPr sz="2700" spc="-20" dirty="0">
                <a:latin typeface="Trebuchet MS"/>
                <a:cs typeface="Trebuchet MS"/>
              </a:rPr>
              <a:t>TIME </a:t>
            </a:r>
            <a:r>
              <a:rPr sz="2700" spc="-10" dirty="0">
                <a:latin typeface="Trebuchet MS"/>
                <a:cs typeface="Trebuchet MS"/>
              </a:rPr>
              <a:t>TR</a:t>
            </a:r>
            <a:r>
              <a:rPr sz="2700" spc="-5" dirty="0">
                <a:latin typeface="Trebuchet MS"/>
                <a:cs typeface="Trebuchet MS"/>
              </a:rPr>
              <a:t>A</a:t>
            </a:r>
            <a:r>
              <a:rPr sz="2700" spc="5" dirty="0">
                <a:latin typeface="Trebuchet MS"/>
                <a:cs typeface="Trebuchet MS"/>
              </a:rPr>
              <a:t>N</a:t>
            </a:r>
            <a:r>
              <a:rPr sz="2700" spc="-15" dirty="0">
                <a:latin typeface="Trebuchet MS"/>
                <a:cs typeface="Trebuchet MS"/>
              </a:rPr>
              <a:t>S</a:t>
            </a:r>
            <a:r>
              <a:rPr sz="2700" spc="-10" dirty="0">
                <a:latin typeface="Trebuchet MS"/>
                <a:cs typeface="Trebuchet MS"/>
              </a:rPr>
              <a:t>L</a:t>
            </a:r>
            <a:r>
              <a:rPr sz="2700" spc="-535" dirty="0">
                <a:latin typeface="Trebuchet MS"/>
                <a:cs typeface="Trebuchet MS"/>
              </a:rPr>
              <a:t>A</a:t>
            </a:r>
            <a:r>
              <a:rPr sz="2700" spc="-10" dirty="0">
                <a:latin typeface="Trebuchet MS"/>
                <a:cs typeface="Trebuchet MS"/>
              </a:rPr>
              <a:t>T</a:t>
            </a:r>
            <a:r>
              <a:rPr sz="2700" spc="-5" dirty="0">
                <a:latin typeface="Trebuchet MS"/>
                <a:cs typeface="Trebuchet MS"/>
              </a:rPr>
              <a:t>I</a:t>
            </a:r>
            <a:r>
              <a:rPr sz="2700" spc="-10" dirty="0">
                <a:latin typeface="Trebuchet MS"/>
                <a:cs typeface="Trebuchet MS"/>
              </a:rPr>
              <a:t>ON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99432" y="2014727"/>
            <a:ext cx="1783080" cy="1784350"/>
            <a:chOff x="4599432" y="2014727"/>
            <a:chExt cx="1783080" cy="1784350"/>
          </a:xfrm>
        </p:grpSpPr>
        <p:sp>
          <p:nvSpPr>
            <p:cNvPr id="8" name="object 8"/>
            <p:cNvSpPr/>
            <p:nvPr/>
          </p:nvSpPr>
          <p:spPr>
            <a:xfrm>
              <a:off x="4599432" y="2014727"/>
              <a:ext cx="1783080" cy="1784350"/>
            </a:xfrm>
            <a:custGeom>
              <a:avLst/>
              <a:gdLst/>
              <a:ahLst/>
              <a:cxnLst/>
              <a:rect l="l" t="t" r="r" b="b"/>
              <a:pathLst>
                <a:path w="1783079" h="1784350">
                  <a:moveTo>
                    <a:pt x="891539" y="0"/>
                  </a:moveTo>
                  <a:lnTo>
                    <a:pt x="844168" y="1270"/>
                  </a:lnTo>
                  <a:lnTo>
                    <a:pt x="797432" y="4952"/>
                  </a:lnTo>
                  <a:lnTo>
                    <a:pt x="751458" y="10922"/>
                  </a:lnTo>
                  <a:lnTo>
                    <a:pt x="706246" y="19304"/>
                  </a:lnTo>
                  <a:lnTo>
                    <a:pt x="661796" y="29845"/>
                  </a:lnTo>
                  <a:lnTo>
                    <a:pt x="618363" y="42672"/>
                  </a:lnTo>
                  <a:lnTo>
                    <a:pt x="575817" y="57531"/>
                  </a:lnTo>
                  <a:lnTo>
                    <a:pt x="534162" y="74549"/>
                  </a:lnTo>
                  <a:lnTo>
                    <a:pt x="493775" y="93472"/>
                  </a:lnTo>
                  <a:lnTo>
                    <a:pt x="454405" y="114426"/>
                  </a:lnTo>
                  <a:lnTo>
                    <a:pt x="416305" y="137160"/>
                  </a:lnTo>
                  <a:lnTo>
                    <a:pt x="379348" y="161798"/>
                  </a:lnTo>
                  <a:lnTo>
                    <a:pt x="343788" y="188213"/>
                  </a:lnTo>
                  <a:lnTo>
                    <a:pt x="309625" y="216154"/>
                  </a:lnTo>
                  <a:lnTo>
                    <a:pt x="276987" y="245872"/>
                  </a:lnTo>
                  <a:lnTo>
                    <a:pt x="245744" y="277113"/>
                  </a:lnTo>
                  <a:lnTo>
                    <a:pt x="216026" y="309880"/>
                  </a:lnTo>
                  <a:lnTo>
                    <a:pt x="188087" y="344043"/>
                  </a:lnTo>
                  <a:lnTo>
                    <a:pt x="161670" y="379602"/>
                  </a:lnTo>
                  <a:lnTo>
                    <a:pt x="137159" y="416560"/>
                  </a:lnTo>
                  <a:lnTo>
                    <a:pt x="114300" y="454660"/>
                  </a:lnTo>
                  <a:lnTo>
                    <a:pt x="93471" y="494030"/>
                  </a:lnTo>
                  <a:lnTo>
                    <a:pt x="74548" y="534543"/>
                  </a:lnTo>
                  <a:lnTo>
                    <a:pt x="57530" y="576199"/>
                  </a:lnTo>
                  <a:lnTo>
                    <a:pt x="42671" y="618744"/>
                  </a:lnTo>
                  <a:lnTo>
                    <a:pt x="29844" y="662305"/>
                  </a:lnTo>
                  <a:lnTo>
                    <a:pt x="19303" y="706755"/>
                  </a:lnTo>
                  <a:lnTo>
                    <a:pt x="10921" y="751967"/>
                  </a:lnTo>
                  <a:lnTo>
                    <a:pt x="4952" y="797941"/>
                  </a:lnTo>
                  <a:lnTo>
                    <a:pt x="1269" y="844676"/>
                  </a:lnTo>
                  <a:lnTo>
                    <a:pt x="0" y="892048"/>
                  </a:lnTo>
                  <a:lnTo>
                    <a:pt x="1269" y="939546"/>
                  </a:lnTo>
                  <a:lnTo>
                    <a:pt x="4952" y="986155"/>
                  </a:lnTo>
                  <a:lnTo>
                    <a:pt x="10921" y="1032256"/>
                  </a:lnTo>
                  <a:lnTo>
                    <a:pt x="19303" y="1077468"/>
                  </a:lnTo>
                  <a:lnTo>
                    <a:pt x="29844" y="1121918"/>
                  </a:lnTo>
                  <a:lnTo>
                    <a:pt x="42671" y="1165479"/>
                  </a:lnTo>
                  <a:lnTo>
                    <a:pt x="57530" y="1208024"/>
                  </a:lnTo>
                  <a:lnTo>
                    <a:pt x="74548" y="1249680"/>
                  </a:lnTo>
                  <a:lnTo>
                    <a:pt x="93471" y="1290193"/>
                  </a:lnTo>
                  <a:lnTo>
                    <a:pt x="114300" y="1329436"/>
                  </a:lnTo>
                  <a:lnTo>
                    <a:pt x="137159" y="1367663"/>
                  </a:lnTo>
                  <a:lnTo>
                    <a:pt x="161670" y="1404620"/>
                  </a:lnTo>
                  <a:lnTo>
                    <a:pt x="188087" y="1440180"/>
                  </a:lnTo>
                  <a:lnTo>
                    <a:pt x="216026" y="1474343"/>
                  </a:lnTo>
                  <a:lnTo>
                    <a:pt x="245744" y="1507109"/>
                  </a:lnTo>
                  <a:lnTo>
                    <a:pt x="276987" y="1538351"/>
                  </a:lnTo>
                  <a:lnTo>
                    <a:pt x="309625" y="1568069"/>
                  </a:lnTo>
                  <a:lnTo>
                    <a:pt x="343788" y="1596009"/>
                  </a:lnTo>
                  <a:lnTo>
                    <a:pt x="379348" y="1622425"/>
                  </a:lnTo>
                  <a:lnTo>
                    <a:pt x="416305" y="1647063"/>
                  </a:lnTo>
                  <a:lnTo>
                    <a:pt x="454405" y="1669796"/>
                  </a:lnTo>
                  <a:lnTo>
                    <a:pt x="493775" y="1690751"/>
                  </a:lnTo>
                  <a:lnTo>
                    <a:pt x="534162" y="1709674"/>
                  </a:lnTo>
                  <a:lnTo>
                    <a:pt x="575817" y="1726692"/>
                  </a:lnTo>
                  <a:lnTo>
                    <a:pt x="618363" y="1741551"/>
                  </a:lnTo>
                  <a:lnTo>
                    <a:pt x="661796" y="1754378"/>
                  </a:lnTo>
                  <a:lnTo>
                    <a:pt x="706246" y="1764919"/>
                  </a:lnTo>
                  <a:lnTo>
                    <a:pt x="751458" y="1773301"/>
                  </a:lnTo>
                  <a:lnTo>
                    <a:pt x="797432" y="1779270"/>
                  </a:lnTo>
                  <a:lnTo>
                    <a:pt x="844168" y="1782953"/>
                  </a:lnTo>
                  <a:lnTo>
                    <a:pt x="891539" y="1784223"/>
                  </a:lnTo>
                  <a:lnTo>
                    <a:pt x="938910" y="1782953"/>
                  </a:lnTo>
                  <a:lnTo>
                    <a:pt x="985646" y="1779270"/>
                  </a:lnTo>
                  <a:lnTo>
                    <a:pt x="1031620" y="1773301"/>
                  </a:lnTo>
                  <a:lnTo>
                    <a:pt x="1076832" y="1764919"/>
                  </a:lnTo>
                  <a:lnTo>
                    <a:pt x="1121282" y="1754378"/>
                  </a:lnTo>
                  <a:lnTo>
                    <a:pt x="1164716" y="1741551"/>
                  </a:lnTo>
                  <a:lnTo>
                    <a:pt x="1207262" y="1726692"/>
                  </a:lnTo>
                  <a:lnTo>
                    <a:pt x="1248917" y="1709674"/>
                  </a:lnTo>
                  <a:lnTo>
                    <a:pt x="1289303" y="1690751"/>
                  </a:lnTo>
                  <a:lnTo>
                    <a:pt x="1328673" y="1669796"/>
                  </a:lnTo>
                  <a:lnTo>
                    <a:pt x="1366773" y="1647063"/>
                  </a:lnTo>
                  <a:lnTo>
                    <a:pt x="1403730" y="1622425"/>
                  </a:lnTo>
                  <a:lnTo>
                    <a:pt x="1439290" y="1596009"/>
                  </a:lnTo>
                  <a:lnTo>
                    <a:pt x="1473453" y="1568069"/>
                  </a:lnTo>
                  <a:lnTo>
                    <a:pt x="1506092" y="1538351"/>
                  </a:lnTo>
                  <a:lnTo>
                    <a:pt x="1537334" y="1507109"/>
                  </a:lnTo>
                  <a:lnTo>
                    <a:pt x="1567052" y="1474343"/>
                  </a:lnTo>
                  <a:lnTo>
                    <a:pt x="1594992" y="1440180"/>
                  </a:lnTo>
                  <a:lnTo>
                    <a:pt x="1621408" y="1404620"/>
                  </a:lnTo>
                  <a:lnTo>
                    <a:pt x="1645919" y="1367663"/>
                  </a:lnTo>
                  <a:lnTo>
                    <a:pt x="1668779" y="1329436"/>
                  </a:lnTo>
                  <a:lnTo>
                    <a:pt x="1689607" y="1290193"/>
                  </a:lnTo>
                  <a:lnTo>
                    <a:pt x="1708530" y="1249680"/>
                  </a:lnTo>
                  <a:lnTo>
                    <a:pt x="1725548" y="1208024"/>
                  </a:lnTo>
                  <a:lnTo>
                    <a:pt x="1740407" y="1165479"/>
                  </a:lnTo>
                  <a:lnTo>
                    <a:pt x="1753234" y="1121918"/>
                  </a:lnTo>
                  <a:lnTo>
                    <a:pt x="1763776" y="1077468"/>
                  </a:lnTo>
                  <a:lnTo>
                    <a:pt x="1772157" y="1032256"/>
                  </a:lnTo>
                  <a:lnTo>
                    <a:pt x="1778127" y="986155"/>
                  </a:lnTo>
                  <a:lnTo>
                    <a:pt x="1781809" y="939546"/>
                  </a:lnTo>
                  <a:lnTo>
                    <a:pt x="1783079" y="892048"/>
                  </a:lnTo>
                  <a:lnTo>
                    <a:pt x="1781809" y="844676"/>
                  </a:lnTo>
                  <a:lnTo>
                    <a:pt x="1778127" y="797941"/>
                  </a:lnTo>
                  <a:lnTo>
                    <a:pt x="1772157" y="751967"/>
                  </a:lnTo>
                  <a:lnTo>
                    <a:pt x="1763776" y="706755"/>
                  </a:lnTo>
                  <a:lnTo>
                    <a:pt x="1753234" y="662305"/>
                  </a:lnTo>
                  <a:lnTo>
                    <a:pt x="1740407" y="618744"/>
                  </a:lnTo>
                  <a:lnTo>
                    <a:pt x="1725548" y="576199"/>
                  </a:lnTo>
                  <a:lnTo>
                    <a:pt x="1708530" y="534543"/>
                  </a:lnTo>
                  <a:lnTo>
                    <a:pt x="1689607" y="494030"/>
                  </a:lnTo>
                  <a:lnTo>
                    <a:pt x="1668779" y="454660"/>
                  </a:lnTo>
                  <a:lnTo>
                    <a:pt x="1645919" y="416560"/>
                  </a:lnTo>
                  <a:lnTo>
                    <a:pt x="1621408" y="379602"/>
                  </a:lnTo>
                  <a:lnTo>
                    <a:pt x="1594992" y="344043"/>
                  </a:lnTo>
                  <a:lnTo>
                    <a:pt x="1567052" y="309880"/>
                  </a:lnTo>
                  <a:lnTo>
                    <a:pt x="1537334" y="277113"/>
                  </a:lnTo>
                  <a:lnTo>
                    <a:pt x="1506092" y="245872"/>
                  </a:lnTo>
                  <a:lnTo>
                    <a:pt x="1473453" y="216154"/>
                  </a:lnTo>
                  <a:lnTo>
                    <a:pt x="1439290" y="188213"/>
                  </a:lnTo>
                  <a:lnTo>
                    <a:pt x="1403730" y="161798"/>
                  </a:lnTo>
                  <a:lnTo>
                    <a:pt x="1366773" y="137160"/>
                  </a:lnTo>
                  <a:lnTo>
                    <a:pt x="1328673" y="114426"/>
                  </a:lnTo>
                  <a:lnTo>
                    <a:pt x="1289303" y="93472"/>
                  </a:lnTo>
                  <a:lnTo>
                    <a:pt x="1248917" y="74549"/>
                  </a:lnTo>
                  <a:lnTo>
                    <a:pt x="1207262" y="57531"/>
                  </a:lnTo>
                  <a:lnTo>
                    <a:pt x="1164716" y="42672"/>
                  </a:lnTo>
                  <a:lnTo>
                    <a:pt x="1121282" y="29845"/>
                  </a:lnTo>
                  <a:lnTo>
                    <a:pt x="1076832" y="19304"/>
                  </a:lnTo>
                  <a:lnTo>
                    <a:pt x="1031620" y="10922"/>
                  </a:lnTo>
                  <a:lnTo>
                    <a:pt x="985646" y="4952"/>
                  </a:lnTo>
                  <a:lnTo>
                    <a:pt x="938910" y="1270"/>
                  </a:lnTo>
                  <a:lnTo>
                    <a:pt x="891539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8908" y="2395727"/>
              <a:ext cx="1024127" cy="102260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420361" y="4273753"/>
            <a:ext cx="2140585" cy="79311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598805">
              <a:lnSpc>
                <a:spcPts val="2800"/>
              </a:lnSpc>
              <a:spcBef>
                <a:spcPts val="560"/>
              </a:spcBef>
            </a:pPr>
            <a:r>
              <a:rPr sz="2700" spc="-10" dirty="0">
                <a:latin typeface="Trebuchet MS"/>
                <a:cs typeface="Trebuchet MS"/>
              </a:rPr>
              <a:t>VOICE RECOGNITION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36052" y="2014727"/>
            <a:ext cx="1784350" cy="1784350"/>
            <a:chOff x="8036052" y="2014727"/>
            <a:chExt cx="1784350" cy="1784350"/>
          </a:xfrm>
        </p:grpSpPr>
        <p:sp>
          <p:nvSpPr>
            <p:cNvPr id="12" name="object 12"/>
            <p:cNvSpPr/>
            <p:nvPr/>
          </p:nvSpPr>
          <p:spPr>
            <a:xfrm>
              <a:off x="8036052" y="2014727"/>
              <a:ext cx="1784350" cy="1784350"/>
            </a:xfrm>
            <a:custGeom>
              <a:avLst/>
              <a:gdLst/>
              <a:ahLst/>
              <a:cxnLst/>
              <a:rect l="l" t="t" r="r" b="b"/>
              <a:pathLst>
                <a:path w="1784350" h="1784350">
                  <a:moveTo>
                    <a:pt x="892048" y="0"/>
                  </a:moveTo>
                  <a:lnTo>
                    <a:pt x="844676" y="1270"/>
                  </a:lnTo>
                  <a:lnTo>
                    <a:pt x="797941" y="4952"/>
                  </a:lnTo>
                  <a:lnTo>
                    <a:pt x="751967" y="10922"/>
                  </a:lnTo>
                  <a:lnTo>
                    <a:pt x="706754" y="19304"/>
                  </a:lnTo>
                  <a:lnTo>
                    <a:pt x="662304" y="29845"/>
                  </a:lnTo>
                  <a:lnTo>
                    <a:pt x="618744" y="42672"/>
                  </a:lnTo>
                  <a:lnTo>
                    <a:pt x="576199" y="57531"/>
                  </a:lnTo>
                  <a:lnTo>
                    <a:pt x="534543" y="74549"/>
                  </a:lnTo>
                  <a:lnTo>
                    <a:pt x="494029" y="93472"/>
                  </a:lnTo>
                  <a:lnTo>
                    <a:pt x="454659" y="114426"/>
                  </a:lnTo>
                  <a:lnTo>
                    <a:pt x="416559" y="137160"/>
                  </a:lnTo>
                  <a:lnTo>
                    <a:pt x="379602" y="161798"/>
                  </a:lnTo>
                  <a:lnTo>
                    <a:pt x="344043" y="188213"/>
                  </a:lnTo>
                  <a:lnTo>
                    <a:pt x="309879" y="216154"/>
                  </a:lnTo>
                  <a:lnTo>
                    <a:pt x="277114" y="245872"/>
                  </a:lnTo>
                  <a:lnTo>
                    <a:pt x="245872" y="277113"/>
                  </a:lnTo>
                  <a:lnTo>
                    <a:pt x="216153" y="309880"/>
                  </a:lnTo>
                  <a:lnTo>
                    <a:pt x="188214" y="344043"/>
                  </a:lnTo>
                  <a:lnTo>
                    <a:pt x="161798" y="379602"/>
                  </a:lnTo>
                  <a:lnTo>
                    <a:pt x="137159" y="416560"/>
                  </a:lnTo>
                  <a:lnTo>
                    <a:pt x="114426" y="454660"/>
                  </a:lnTo>
                  <a:lnTo>
                    <a:pt x="93472" y="494030"/>
                  </a:lnTo>
                  <a:lnTo>
                    <a:pt x="74549" y="534543"/>
                  </a:lnTo>
                  <a:lnTo>
                    <a:pt x="57530" y="576199"/>
                  </a:lnTo>
                  <a:lnTo>
                    <a:pt x="42672" y="618744"/>
                  </a:lnTo>
                  <a:lnTo>
                    <a:pt x="29845" y="662305"/>
                  </a:lnTo>
                  <a:lnTo>
                    <a:pt x="19303" y="706755"/>
                  </a:lnTo>
                  <a:lnTo>
                    <a:pt x="10922" y="751967"/>
                  </a:lnTo>
                  <a:lnTo>
                    <a:pt x="4952" y="797941"/>
                  </a:lnTo>
                  <a:lnTo>
                    <a:pt x="1270" y="844676"/>
                  </a:lnTo>
                  <a:lnTo>
                    <a:pt x="0" y="892048"/>
                  </a:lnTo>
                  <a:lnTo>
                    <a:pt x="1270" y="939546"/>
                  </a:lnTo>
                  <a:lnTo>
                    <a:pt x="4952" y="986155"/>
                  </a:lnTo>
                  <a:lnTo>
                    <a:pt x="10922" y="1032256"/>
                  </a:lnTo>
                  <a:lnTo>
                    <a:pt x="19303" y="1077468"/>
                  </a:lnTo>
                  <a:lnTo>
                    <a:pt x="29845" y="1121918"/>
                  </a:lnTo>
                  <a:lnTo>
                    <a:pt x="42672" y="1165479"/>
                  </a:lnTo>
                  <a:lnTo>
                    <a:pt x="57530" y="1208024"/>
                  </a:lnTo>
                  <a:lnTo>
                    <a:pt x="74549" y="1249680"/>
                  </a:lnTo>
                  <a:lnTo>
                    <a:pt x="93472" y="1290193"/>
                  </a:lnTo>
                  <a:lnTo>
                    <a:pt x="114426" y="1329436"/>
                  </a:lnTo>
                  <a:lnTo>
                    <a:pt x="137159" y="1367663"/>
                  </a:lnTo>
                  <a:lnTo>
                    <a:pt x="161798" y="1404620"/>
                  </a:lnTo>
                  <a:lnTo>
                    <a:pt x="188214" y="1440180"/>
                  </a:lnTo>
                  <a:lnTo>
                    <a:pt x="216153" y="1474343"/>
                  </a:lnTo>
                  <a:lnTo>
                    <a:pt x="245872" y="1507109"/>
                  </a:lnTo>
                  <a:lnTo>
                    <a:pt x="277114" y="1538351"/>
                  </a:lnTo>
                  <a:lnTo>
                    <a:pt x="309879" y="1568069"/>
                  </a:lnTo>
                  <a:lnTo>
                    <a:pt x="344043" y="1596009"/>
                  </a:lnTo>
                  <a:lnTo>
                    <a:pt x="379602" y="1622425"/>
                  </a:lnTo>
                  <a:lnTo>
                    <a:pt x="416559" y="1647063"/>
                  </a:lnTo>
                  <a:lnTo>
                    <a:pt x="454659" y="1669796"/>
                  </a:lnTo>
                  <a:lnTo>
                    <a:pt x="494029" y="1690751"/>
                  </a:lnTo>
                  <a:lnTo>
                    <a:pt x="534543" y="1709674"/>
                  </a:lnTo>
                  <a:lnTo>
                    <a:pt x="576199" y="1726692"/>
                  </a:lnTo>
                  <a:lnTo>
                    <a:pt x="618744" y="1741551"/>
                  </a:lnTo>
                  <a:lnTo>
                    <a:pt x="662304" y="1754378"/>
                  </a:lnTo>
                  <a:lnTo>
                    <a:pt x="706754" y="1764919"/>
                  </a:lnTo>
                  <a:lnTo>
                    <a:pt x="751967" y="1773301"/>
                  </a:lnTo>
                  <a:lnTo>
                    <a:pt x="797941" y="1779270"/>
                  </a:lnTo>
                  <a:lnTo>
                    <a:pt x="844676" y="1782953"/>
                  </a:lnTo>
                  <a:lnTo>
                    <a:pt x="892048" y="1784223"/>
                  </a:lnTo>
                  <a:lnTo>
                    <a:pt x="939546" y="1782953"/>
                  </a:lnTo>
                  <a:lnTo>
                    <a:pt x="986154" y="1779270"/>
                  </a:lnTo>
                  <a:lnTo>
                    <a:pt x="1032255" y="1773301"/>
                  </a:lnTo>
                  <a:lnTo>
                    <a:pt x="1077468" y="1764919"/>
                  </a:lnTo>
                  <a:lnTo>
                    <a:pt x="1121918" y="1754378"/>
                  </a:lnTo>
                  <a:lnTo>
                    <a:pt x="1165478" y="1741551"/>
                  </a:lnTo>
                  <a:lnTo>
                    <a:pt x="1208024" y="1726692"/>
                  </a:lnTo>
                  <a:lnTo>
                    <a:pt x="1249679" y="1709674"/>
                  </a:lnTo>
                  <a:lnTo>
                    <a:pt x="1290193" y="1690751"/>
                  </a:lnTo>
                  <a:lnTo>
                    <a:pt x="1329436" y="1669796"/>
                  </a:lnTo>
                  <a:lnTo>
                    <a:pt x="1367663" y="1647063"/>
                  </a:lnTo>
                  <a:lnTo>
                    <a:pt x="1404620" y="1622425"/>
                  </a:lnTo>
                  <a:lnTo>
                    <a:pt x="1440179" y="1596009"/>
                  </a:lnTo>
                  <a:lnTo>
                    <a:pt x="1474343" y="1568069"/>
                  </a:lnTo>
                  <a:lnTo>
                    <a:pt x="1507108" y="1538351"/>
                  </a:lnTo>
                  <a:lnTo>
                    <a:pt x="1538351" y="1507109"/>
                  </a:lnTo>
                  <a:lnTo>
                    <a:pt x="1568069" y="1474343"/>
                  </a:lnTo>
                  <a:lnTo>
                    <a:pt x="1596008" y="1440180"/>
                  </a:lnTo>
                  <a:lnTo>
                    <a:pt x="1622425" y="1404620"/>
                  </a:lnTo>
                  <a:lnTo>
                    <a:pt x="1647063" y="1367663"/>
                  </a:lnTo>
                  <a:lnTo>
                    <a:pt x="1669796" y="1329436"/>
                  </a:lnTo>
                  <a:lnTo>
                    <a:pt x="1690751" y="1290193"/>
                  </a:lnTo>
                  <a:lnTo>
                    <a:pt x="1709674" y="1249680"/>
                  </a:lnTo>
                  <a:lnTo>
                    <a:pt x="1726692" y="1208024"/>
                  </a:lnTo>
                  <a:lnTo>
                    <a:pt x="1741551" y="1165479"/>
                  </a:lnTo>
                  <a:lnTo>
                    <a:pt x="1754377" y="1121918"/>
                  </a:lnTo>
                  <a:lnTo>
                    <a:pt x="1764919" y="1077468"/>
                  </a:lnTo>
                  <a:lnTo>
                    <a:pt x="1773301" y="1032256"/>
                  </a:lnTo>
                  <a:lnTo>
                    <a:pt x="1779270" y="986155"/>
                  </a:lnTo>
                  <a:lnTo>
                    <a:pt x="1782952" y="939546"/>
                  </a:lnTo>
                  <a:lnTo>
                    <a:pt x="1784223" y="892048"/>
                  </a:lnTo>
                  <a:lnTo>
                    <a:pt x="1782952" y="844676"/>
                  </a:lnTo>
                  <a:lnTo>
                    <a:pt x="1779270" y="797941"/>
                  </a:lnTo>
                  <a:lnTo>
                    <a:pt x="1773301" y="751967"/>
                  </a:lnTo>
                  <a:lnTo>
                    <a:pt x="1764919" y="706755"/>
                  </a:lnTo>
                  <a:lnTo>
                    <a:pt x="1754377" y="662305"/>
                  </a:lnTo>
                  <a:lnTo>
                    <a:pt x="1741551" y="618744"/>
                  </a:lnTo>
                  <a:lnTo>
                    <a:pt x="1726692" y="576199"/>
                  </a:lnTo>
                  <a:lnTo>
                    <a:pt x="1709674" y="534543"/>
                  </a:lnTo>
                  <a:lnTo>
                    <a:pt x="1690751" y="494030"/>
                  </a:lnTo>
                  <a:lnTo>
                    <a:pt x="1669796" y="454660"/>
                  </a:lnTo>
                  <a:lnTo>
                    <a:pt x="1647063" y="416560"/>
                  </a:lnTo>
                  <a:lnTo>
                    <a:pt x="1622425" y="379602"/>
                  </a:lnTo>
                  <a:lnTo>
                    <a:pt x="1596008" y="344043"/>
                  </a:lnTo>
                  <a:lnTo>
                    <a:pt x="1568069" y="309880"/>
                  </a:lnTo>
                  <a:lnTo>
                    <a:pt x="1538351" y="277113"/>
                  </a:lnTo>
                  <a:lnTo>
                    <a:pt x="1507108" y="245872"/>
                  </a:lnTo>
                  <a:lnTo>
                    <a:pt x="1474343" y="216154"/>
                  </a:lnTo>
                  <a:lnTo>
                    <a:pt x="1440179" y="188213"/>
                  </a:lnTo>
                  <a:lnTo>
                    <a:pt x="1404620" y="161798"/>
                  </a:lnTo>
                  <a:lnTo>
                    <a:pt x="1367663" y="137160"/>
                  </a:lnTo>
                  <a:lnTo>
                    <a:pt x="1329436" y="114426"/>
                  </a:lnTo>
                  <a:lnTo>
                    <a:pt x="1290193" y="93472"/>
                  </a:lnTo>
                  <a:lnTo>
                    <a:pt x="1249679" y="74549"/>
                  </a:lnTo>
                  <a:lnTo>
                    <a:pt x="1208024" y="57531"/>
                  </a:lnTo>
                  <a:lnTo>
                    <a:pt x="1165478" y="42672"/>
                  </a:lnTo>
                  <a:lnTo>
                    <a:pt x="1121918" y="29845"/>
                  </a:lnTo>
                  <a:lnTo>
                    <a:pt x="1077468" y="19304"/>
                  </a:lnTo>
                  <a:lnTo>
                    <a:pt x="1032255" y="10922"/>
                  </a:lnTo>
                  <a:lnTo>
                    <a:pt x="986154" y="4952"/>
                  </a:lnTo>
                  <a:lnTo>
                    <a:pt x="939546" y="1270"/>
                  </a:lnTo>
                  <a:lnTo>
                    <a:pt x="892048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5528" y="2395727"/>
              <a:ext cx="1024127" cy="102260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044433" y="4273753"/>
            <a:ext cx="1737995" cy="79311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237490">
              <a:lnSpc>
                <a:spcPts val="2800"/>
              </a:lnSpc>
              <a:spcBef>
                <a:spcPts val="560"/>
              </a:spcBef>
            </a:pPr>
            <a:r>
              <a:rPr sz="2700" spc="-10" dirty="0">
                <a:latin typeface="Trebuchet MS"/>
                <a:cs typeface="Trebuchet MS"/>
              </a:rPr>
              <a:t>VIRTUAL ASSI</a:t>
            </a:r>
            <a:r>
              <a:rPr sz="2700" spc="-15" dirty="0">
                <a:latin typeface="Trebuchet MS"/>
                <a:cs typeface="Trebuchet MS"/>
              </a:rPr>
              <a:t>S</a:t>
            </a:r>
            <a:r>
              <a:rPr sz="2700" spc="-535" dirty="0">
                <a:latin typeface="Trebuchet MS"/>
                <a:cs typeface="Trebuchet MS"/>
              </a:rPr>
              <a:t>T</a:t>
            </a:r>
            <a:r>
              <a:rPr sz="2700" spc="-5" dirty="0">
                <a:latin typeface="Trebuchet MS"/>
                <a:cs typeface="Trebuchet MS"/>
              </a:rPr>
              <a:t>A</a:t>
            </a:r>
            <a:r>
              <a:rPr sz="2700" spc="-10" dirty="0">
                <a:latin typeface="Trebuchet MS"/>
                <a:cs typeface="Trebuchet MS"/>
              </a:rPr>
              <a:t>NTS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295" rIns="0" bIns="0" rtlCol="0">
            <a:spAutoFit/>
          </a:bodyPr>
          <a:lstStyle/>
          <a:p>
            <a:pPr marL="2473325">
              <a:lnSpc>
                <a:spcPct val="100000"/>
              </a:lnSpc>
              <a:spcBef>
                <a:spcPts val="100"/>
              </a:spcBef>
            </a:pPr>
            <a:r>
              <a:rPr dirty="0"/>
              <a:t>RECOMMENDER</a:t>
            </a:r>
            <a:r>
              <a:rPr spc="-240" dirty="0"/>
              <a:t> </a:t>
            </a:r>
            <a:r>
              <a:rPr spc="-10" dirty="0"/>
              <a:t>SYSTEMS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62811" y="2014727"/>
            <a:ext cx="1783080" cy="1784350"/>
            <a:chOff x="1162811" y="2014727"/>
            <a:chExt cx="1783080" cy="1784350"/>
          </a:xfrm>
        </p:grpSpPr>
        <p:sp>
          <p:nvSpPr>
            <p:cNvPr id="4" name="object 4"/>
            <p:cNvSpPr/>
            <p:nvPr/>
          </p:nvSpPr>
          <p:spPr>
            <a:xfrm>
              <a:off x="1162811" y="2014727"/>
              <a:ext cx="1783080" cy="1784350"/>
            </a:xfrm>
            <a:custGeom>
              <a:avLst/>
              <a:gdLst/>
              <a:ahLst/>
              <a:cxnLst/>
              <a:rect l="l" t="t" r="r" b="b"/>
              <a:pathLst>
                <a:path w="1783080" h="1784350">
                  <a:moveTo>
                    <a:pt x="891539" y="0"/>
                  </a:moveTo>
                  <a:lnTo>
                    <a:pt x="844169" y="1270"/>
                  </a:lnTo>
                  <a:lnTo>
                    <a:pt x="797432" y="4952"/>
                  </a:lnTo>
                  <a:lnTo>
                    <a:pt x="751458" y="10922"/>
                  </a:lnTo>
                  <a:lnTo>
                    <a:pt x="706246" y="19304"/>
                  </a:lnTo>
                  <a:lnTo>
                    <a:pt x="661796" y="29845"/>
                  </a:lnTo>
                  <a:lnTo>
                    <a:pt x="618363" y="42672"/>
                  </a:lnTo>
                  <a:lnTo>
                    <a:pt x="575818" y="57531"/>
                  </a:lnTo>
                  <a:lnTo>
                    <a:pt x="534162" y="74549"/>
                  </a:lnTo>
                  <a:lnTo>
                    <a:pt x="493775" y="93472"/>
                  </a:lnTo>
                  <a:lnTo>
                    <a:pt x="454406" y="114426"/>
                  </a:lnTo>
                  <a:lnTo>
                    <a:pt x="416306" y="137160"/>
                  </a:lnTo>
                  <a:lnTo>
                    <a:pt x="379349" y="161798"/>
                  </a:lnTo>
                  <a:lnTo>
                    <a:pt x="343788" y="188213"/>
                  </a:lnTo>
                  <a:lnTo>
                    <a:pt x="309625" y="216154"/>
                  </a:lnTo>
                  <a:lnTo>
                    <a:pt x="276987" y="245872"/>
                  </a:lnTo>
                  <a:lnTo>
                    <a:pt x="245744" y="277113"/>
                  </a:lnTo>
                  <a:lnTo>
                    <a:pt x="216026" y="309880"/>
                  </a:lnTo>
                  <a:lnTo>
                    <a:pt x="188087" y="344043"/>
                  </a:lnTo>
                  <a:lnTo>
                    <a:pt x="161671" y="379602"/>
                  </a:lnTo>
                  <a:lnTo>
                    <a:pt x="137159" y="416560"/>
                  </a:lnTo>
                  <a:lnTo>
                    <a:pt x="114300" y="454660"/>
                  </a:lnTo>
                  <a:lnTo>
                    <a:pt x="93446" y="494030"/>
                  </a:lnTo>
                  <a:lnTo>
                    <a:pt x="74485" y="534543"/>
                  </a:lnTo>
                  <a:lnTo>
                    <a:pt x="57531" y="576199"/>
                  </a:lnTo>
                  <a:lnTo>
                    <a:pt x="42633" y="618744"/>
                  </a:lnTo>
                  <a:lnTo>
                    <a:pt x="29870" y="662305"/>
                  </a:lnTo>
                  <a:lnTo>
                    <a:pt x="19278" y="706755"/>
                  </a:lnTo>
                  <a:lnTo>
                    <a:pt x="10934" y="751967"/>
                  </a:lnTo>
                  <a:lnTo>
                    <a:pt x="4902" y="797941"/>
                  </a:lnTo>
                  <a:lnTo>
                    <a:pt x="1231" y="844676"/>
                  </a:lnTo>
                  <a:lnTo>
                    <a:pt x="0" y="892048"/>
                  </a:lnTo>
                  <a:lnTo>
                    <a:pt x="1231" y="939546"/>
                  </a:lnTo>
                  <a:lnTo>
                    <a:pt x="4902" y="986155"/>
                  </a:lnTo>
                  <a:lnTo>
                    <a:pt x="10934" y="1032256"/>
                  </a:lnTo>
                  <a:lnTo>
                    <a:pt x="19278" y="1077468"/>
                  </a:lnTo>
                  <a:lnTo>
                    <a:pt x="29870" y="1121918"/>
                  </a:lnTo>
                  <a:lnTo>
                    <a:pt x="42633" y="1165479"/>
                  </a:lnTo>
                  <a:lnTo>
                    <a:pt x="57531" y="1208024"/>
                  </a:lnTo>
                  <a:lnTo>
                    <a:pt x="74485" y="1249680"/>
                  </a:lnTo>
                  <a:lnTo>
                    <a:pt x="93446" y="1290193"/>
                  </a:lnTo>
                  <a:lnTo>
                    <a:pt x="114300" y="1329436"/>
                  </a:lnTo>
                  <a:lnTo>
                    <a:pt x="137159" y="1367663"/>
                  </a:lnTo>
                  <a:lnTo>
                    <a:pt x="161671" y="1404620"/>
                  </a:lnTo>
                  <a:lnTo>
                    <a:pt x="188087" y="1440180"/>
                  </a:lnTo>
                  <a:lnTo>
                    <a:pt x="216026" y="1474343"/>
                  </a:lnTo>
                  <a:lnTo>
                    <a:pt x="245744" y="1507109"/>
                  </a:lnTo>
                  <a:lnTo>
                    <a:pt x="276987" y="1538351"/>
                  </a:lnTo>
                  <a:lnTo>
                    <a:pt x="309625" y="1568069"/>
                  </a:lnTo>
                  <a:lnTo>
                    <a:pt x="343788" y="1596009"/>
                  </a:lnTo>
                  <a:lnTo>
                    <a:pt x="379349" y="1622425"/>
                  </a:lnTo>
                  <a:lnTo>
                    <a:pt x="416306" y="1647063"/>
                  </a:lnTo>
                  <a:lnTo>
                    <a:pt x="454406" y="1669796"/>
                  </a:lnTo>
                  <a:lnTo>
                    <a:pt x="493775" y="1690751"/>
                  </a:lnTo>
                  <a:lnTo>
                    <a:pt x="534162" y="1709674"/>
                  </a:lnTo>
                  <a:lnTo>
                    <a:pt x="575818" y="1726692"/>
                  </a:lnTo>
                  <a:lnTo>
                    <a:pt x="618363" y="1741551"/>
                  </a:lnTo>
                  <a:lnTo>
                    <a:pt x="661796" y="1754378"/>
                  </a:lnTo>
                  <a:lnTo>
                    <a:pt x="706246" y="1764919"/>
                  </a:lnTo>
                  <a:lnTo>
                    <a:pt x="751458" y="1773301"/>
                  </a:lnTo>
                  <a:lnTo>
                    <a:pt x="797432" y="1779270"/>
                  </a:lnTo>
                  <a:lnTo>
                    <a:pt x="844169" y="1782953"/>
                  </a:lnTo>
                  <a:lnTo>
                    <a:pt x="891539" y="1784223"/>
                  </a:lnTo>
                  <a:lnTo>
                    <a:pt x="938911" y="1782953"/>
                  </a:lnTo>
                  <a:lnTo>
                    <a:pt x="985646" y="1779270"/>
                  </a:lnTo>
                  <a:lnTo>
                    <a:pt x="1031620" y="1773301"/>
                  </a:lnTo>
                  <a:lnTo>
                    <a:pt x="1076833" y="1764919"/>
                  </a:lnTo>
                  <a:lnTo>
                    <a:pt x="1121283" y="1754378"/>
                  </a:lnTo>
                  <a:lnTo>
                    <a:pt x="1164717" y="1741551"/>
                  </a:lnTo>
                  <a:lnTo>
                    <a:pt x="1207262" y="1726692"/>
                  </a:lnTo>
                  <a:lnTo>
                    <a:pt x="1248790" y="1709674"/>
                  </a:lnTo>
                  <a:lnTo>
                    <a:pt x="1289304" y="1690751"/>
                  </a:lnTo>
                  <a:lnTo>
                    <a:pt x="1328674" y="1669796"/>
                  </a:lnTo>
                  <a:lnTo>
                    <a:pt x="1366774" y="1647063"/>
                  </a:lnTo>
                  <a:lnTo>
                    <a:pt x="1403731" y="1622425"/>
                  </a:lnTo>
                  <a:lnTo>
                    <a:pt x="1439290" y="1596009"/>
                  </a:lnTo>
                  <a:lnTo>
                    <a:pt x="1473454" y="1568069"/>
                  </a:lnTo>
                  <a:lnTo>
                    <a:pt x="1506093" y="1538351"/>
                  </a:lnTo>
                  <a:lnTo>
                    <a:pt x="1537335" y="1507109"/>
                  </a:lnTo>
                  <a:lnTo>
                    <a:pt x="1567052" y="1474343"/>
                  </a:lnTo>
                  <a:lnTo>
                    <a:pt x="1594993" y="1440180"/>
                  </a:lnTo>
                  <a:lnTo>
                    <a:pt x="1621408" y="1404620"/>
                  </a:lnTo>
                  <a:lnTo>
                    <a:pt x="1645920" y="1367663"/>
                  </a:lnTo>
                  <a:lnTo>
                    <a:pt x="1668780" y="1329436"/>
                  </a:lnTo>
                  <a:lnTo>
                    <a:pt x="1689608" y="1290193"/>
                  </a:lnTo>
                  <a:lnTo>
                    <a:pt x="1708531" y="1249680"/>
                  </a:lnTo>
                  <a:lnTo>
                    <a:pt x="1725549" y="1208024"/>
                  </a:lnTo>
                  <a:lnTo>
                    <a:pt x="1740408" y="1165479"/>
                  </a:lnTo>
                  <a:lnTo>
                    <a:pt x="1753235" y="1121918"/>
                  </a:lnTo>
                  <a:lnTo>
                    <a:pt x="1763776" y="1077468"/>
                  </a:lnTo>
                  <a:lnTo>
                    <a:pt x="1772158" y="1032256"/>
                  </a:lnTo>
                  <a:lnTo>
                    <a:pt x="1778127" y="986155"/>
                  </a:lnTo>
                  <a:lnTo>
                    <a:pt x="1781810" y="939546"/>
                  </a:lnTo>
                  <a:lnTo>
                    <a:pt x="1783080" y="892048"/>
                  </a:lnTo>
                  <a:lnTo>
                    <a:pt x="1781810" y="844676"/>
                  </a:lnTo>
                  <a:lnTo>
                    <a:pt x="1778127" y="797941"/>
                  </a:lnTo>
                  <a:lnTo>
                    <a:pt x="1772158" y="751967"/>
                  </a:lnTo>
                  <a:lnTo>
                    <a:pt x="1763776" y="706755"/>
                  </a:lnTo>
                  <a:lnTo>
                    <a:pt x="1753235" y="662305"/>
                  </a:lnTo>
                  <a:lnTo>
                    <a:pt x="1740408" y="618744"/>
                  </a:lnTo>
                  <a:lnTo>
                    <a:pt x="1725549" y="576199"/>
                  </a:lnTo>
                  <a:lnTo>
                    <a:pt x="1708531" y="534543"/>
                  </a:lnTo>
                  <a:lnTo>
                    <a:pt x="1689608" y="494030"/>
                  </a:lnTo>
                  <a:lnTo>
                    <a:pt x="1668780" y="454660"/>
                  </a:lnTo>
                  <a:lnTo>
                    <a:pt x="1645920" y="416560"/>
                  </a:lnTo>
                  <a:lnTo>
                    <a:pt x="1621408" y="379602"/>
                  </a:lnTo>
                  <a:lnTo>
                    <a:pt x="1594993" y="344043"/>
                  </a:lnTo>
                  <a:lnTo>
                    <a:pt x="1567052" y="309880"/>
                  </a:lnTo>
                  <a:lnTo>
                    <a:pt x="1537335" y="277113"/>
                  </a:lnTo>
                  <a:lnTo>
                    <a:pt x="1506093" y="245872"/>
                  </a:lnTo>
                  <a:lnTo>
                    <a:pt x="1473454" y="216154"/>
                  </a:lnTo>
                  <a:lnTo>
                    <a:pt x="1439290" y="188213"/>
                  </a:lnTo>
                  <a:lnTo>
                    <a:pt x="1403731" y="161798"/>
                  </a:lnTo>
                  <a:lnTo>
                    <a:pt x="1366774" y="137160"/>
                  </a:lnTo>
                  <a:lnTo>
                    <a:pt x="1328674" y="114426"/>
                  </a:lnTo>
                  <a:lnTo>
                    <a:pt x="1289304" y="93472"/>
                  </a:lnTo>
                  <a:lnTo>
                    <a:pt x="1248790" y="74549"/>
                  </a:lnTo>
                  <a:lnTo>
                    <a:pt x="1207262" y="57531"/>
                  </a:lnTo>
                  <a:lnTo>
                    <a:pt x="1164717" y="42672"/>
                  </a:lnTo>
                  <a:lnTo>
                    <a:pt x="1121283" y="29845"/>
                  </a:lnTo>
                  <a:lnTo>
                    <a:pt x="1076833" y="19304"/>
                  </a:lnTo>
                  <a:lnTo>
                    <a:pt x="1031620" y="10922"/>
                  </a:lnTo>
                  <a:lnTo>
                    <a:pt x="985646" y="4952"/>
                  </a:lnTo>
                  <a:lnTo>
                    <a:pt x="938911" y="1270"/>
                  </a:lnTo>
                  <a:lnTo>
                    <a:pt x="891539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2287" y="2395727"/>
              <a:ext cx="1024127" cy="102260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98194" y="4274566"/>
            <a:ext cx="1477645" cy="7658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indent="43815">
              <a:lnSpc>
                <a:spcPts val="2700"/>
              </a:lnSpc>
              <a:spcBef>
                <a:spcPts val="540"/>
              </a:spcBef>
            </a:pPr>
            <a:r>
              <a:rPr sz="2600" spc="-10" dirty="0">
                <a:latin typeface="Trebuchet MS"/>
                <a:cs typeface="Trebuchet MS"/>
              </a:rPr>
              <a:t>CONTENT CR</a:t>
            </a:r>
            <a:r>
              <a:rPr lang="en-US" sz="2600" spc="-10" dirty="0">
                <a:latin typeface="Trebuchet MS"/>
                <a:cs typeface="Trebuchet MS"/>
              </a:rPr>
              <a:t>E</a:t>
            </a:r>
            <a:r>
              <a:rPr sz="2600" spc="-525" dirty="0">
                <a:latin typeface="Trebuchet MS"/>
                <a:cs typeface="Trebuchet MS"/>
              </a:rPr>
              <a:t>A</a:t>
            </a:r>
            <a:r>
              <a:rPr sz="2600" spc="-10" dirty="0">
                <a:latin typeface="Trebuchet MS"/>
                <a:cs typeface="Trebuchet MS"/>
              </a:rPr>
              <a:t>TI</a:t>
            </a:r>
            <a:r>
              <a:rPr sz="2600" spc="-20" dirty="0">
                <a:latin typeface="Trebuchet MS"/>
                <a:cs typeface="Trebuchet MS"/>
              </a:rPr>
              <a:t>O</a:t>
            </a:r>
            <a:r>
              <a:rPr sz="2600" spc="-5" dirty="0">
                <a:latin typeface="Trebuchet MS"/>
                <a:cs typeface="Trebuchet MS"/>
              </a:rPr>
              <a:t>N</a:t>
            </a:r>
            <a:endParaRPr sz="2600" dirty="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99432" y="2014727"/>
            <a:ext cx="1783080" cy="1784350"/>
            <a:chOff x="4599432" y="2014727"/>
            <a:chExt cx="1783080" cy="1784350"/>
          </a:xfrm>
        </p:grpSpPr>
        <p:sp>
          <p:nvSpPr>
            <p:cNvPr id="8" name="object 8"/>
            <p:cNvSpPr/>
            <p:nvPr/>
          </p:nvSpPr>
          <p:spPr>
            <a:xfrm>
              <a:off x="4599432" y="2014727"/>
              <a:ext cx="1783080" cy="1784350"/>
            </a:xfrm>
            <a:custGeom>
              <a:avLst/>
              <a:gdLst/>
              <a:ahLst/>
              <a:cxnLst/>
              <a:rect l="l" t="t" r="r" b="b"/>
              <a:pathLst>
                <a:path w="1783079" h="1784350">
                  <a:moveTo>
                    <a:pt x="891539" y="0"/>
                  </a:moveTo>
                  <a:lnTo>
                    <a:pt x="844168" y="1270"/>
                  </a:lnTo>
                  <a:lnTo>
                    <a:pt x="797432" y="4952"/>
                  </a:lnTo>
                  <a:lnTo>
                    <a:pt x="751458" y="10922"/>
                  </a:lnTo>
                  <a:lnTo>
                    <a:pt x="706246" y="19304"/>
                  </a:lnTo>
                  <a:lnTo>
                    <a:pt x="661796" y="29845"/>
                  </a:lnTo>
                  <a:lnTo>
                    <a:pt x="618363" y="42672"/>
                  </a:lnTo>
                  <a:lnTo>
                    <a:pt x="575817" y="57531"/>
                  </a:lnTo>
                  <a:lnTo>
                    <a:pt x="534162" y="74549"/>
                  </a:lnTo>
                  <a:lnTo>
                    <a:pt x="493775" y="93472"/>
                  </a:lnTo>
                  <a:lnTo>
                    <a:pt x="454405" y="114426"/>
                  </a:lnTo>
                  <a:lnTo>
                    <a:pt x="416305" y="137160"/>
                  </a:lnTo>
                  <a:lnTo>
                    <a:pt x="379348" y="161798"/>
                  </a:lnTo>
                  <a:lnTo>
                    <a:pt x="343788" y="188213"/>
                  </a:lnTo>
                  <a:lnTo>
                    <a:pt x="309625" y="216154"/>
                  </a:lnTo>
                  <a:lnTo>
                    <a:pt x="276987" y="245872"/>
                  </a:lnTo>
                  <a:lnTo>
                    <a:pt x="245744" y="277113"/>
                  </a:lnTo>
                  <a:lnTo>
                    <a:pt x="216026" y="309880"/>
                  </a:lnTo>
                  <a:lnTo>
                    <a:pt x="188087" y="344043"/>
                  </a:lnTo>
                  <a:lnTo>
                    <a:pt x="161670" y="379602"/>
                  </a:lnTo>
                  <a:lnTo>
                    <a:pt x="137159" y="416560"/>
                  </a:lnTo>
                  <a:lnTo>
                    <a:pt x="114300" y="454660"/>
                  </a:lnTo>
                  <a:lnTo>
                    <a:pt x="93471" y="494030"/>
                  </a:lnTo>
                  <a:lnTo>
                    <a:pt x="74548" y="534543"/>
                  </a:lnTo>
                  <a:lnTo>
                    <a:pt x="57530" y="576199"/>
                  </a:lnTo>
                  <a:lnTo>
                    <a:pt x="42671" y="618744"/>
                  </a:lnTo>
                  <a:lnTo>
                    <a:pt x="29844" y="662305"/>
                  </a:lnTo>
                  <a:lnTo>
                    <a:pt x="19303" y="706755"/>
                  </a:lnTo>
                  <a:lnTo>
                    <a:pt x="10921" y="751967"/>
                  </a:lnTo>
                  <a:lnTo>
                    <a:pt x="4952" y="797941"/>
                  </a:lnTo>
                  <a:lnTo>
                    <a:pt x="1269" y="844676"/>
                  </a:lnTo>
                  <a:lnTo>
                    <a:pt x="0" y="892048"/>
                  </a:lnTo>
                  <a:lnTo>
                    <a:pt x="1269" y="939546"/>
                  </a:lnTo>
                  <a:lnTo>
                    <a:pt x="4952" y="986155"/>
                  </a:lnTo>
                  <a:lnTo>
                    <a:pt x="10921" y="1032256"/>
                  </a:lnTo>
                  <a:lnTo>
                    <a:pt x="19303" y="1077468"/>
                  </a:lnTo>
                  <a:lnTo>
                    <a:pt x="29844" y="1121918"/>
                  </a:lnTo>
                  <a:lnTo>
                    <a:pt x="42671" y="1165479"/>
                  </a:lnTo>
                  <a:lnTo>
                    <a:pt x="57530" y="1208024"/>
                  </a:lnTo>
                  <a:lnTo>
                    <a:pt x="74548" y="1249680"/>
                  </a:lnTo>
                  <a:lnTo>
                    <a:pt x="93471" y="1290193"/>
                  </a:lnTo>
                  <a:lnTo>
                    <a:pt x="114300" y="1329436"/>
                  </a:lnTo>
                  <a:lnTo>
                    <a:pt x="137159" y="1367663"/>
                  </a:lnTo>
                  <a:lnTo>
                    <a:pt x="161670" y="1404620"/>
                  </a:lnTo>
                  <a:lnTo>
                    <a:pt x="188087" y="1440180"/>
                  </a:lnTo>
                  <a:lnTo>
                    <a:pt x="216026" y="1474343"/>
                  </a:lnTo>
                  <a:lnTo>
                    <a:pt x="245744" y="1507109"/>
                  </a:lnTo>
                  <a:lnTo>
                    <a:pt x="276987" y="1538351"/>
                  </a:lnTo>
                  <a:lnTo>
                    <a:pt x="309625" y="1568069"/>
                  </a:lnTo>
                  <a:lnTo>
                    <a:pt x="343788" y="1596009"/>
                  </a:lnTo>
                  <a:lnTo>
                    <a:pt x="379348" y="1622425"/>
                  </a:lnTo>
                  <a:lnTo>
                    <a:pt x="416305" y="1647063"/>
                  </a:lnTo>
                  <a:lnTo>
                    <a:pt x="454405" y="1669796"/>
                  </a:lnTo>
                  <a:lnTo>
                    <a:pt x="493775" y="1690751"/>
                  </a:lnTo>
                  <a:lnTo>
                    <a:pt x="534162" y="1709674"/>
                  </a:lnTo>
                  <a:lnTo>
                    <a:pt x="575817" y="1726692"/>
                  </a:lnTo>
                  <a:lnTo>
                    <a:pt x="618363" y="1741551"/>
                  </a:lnTo>
                  <a:lnTo>
                    <a:pt x="661796" y="1754378"/>
                  </a:lnTo>
                  <a:lnTo>
                    <a:pt x="706246" y="1764919"/>
                  </a:lnTo>
                  <a:lnTo>
                    <a:pt x="751458" y="1773301"/>
                  </a:lnTo>
                  <a:lnTo>
                    <a:pt x="797432" y="1779270"/>
                  </a:lnTo>
                  <a:lnTo>
                    <a:pt x="844168" y="1782953"/>
                  </a:lnTo>
                  <a:lnTo>
                    <a:pt x="891539" y="1784223"/>
                  </a:lnTo>
                  <a:lnTo>
                    <a:pt x="938910" y="1782953"/>
                  </a:lnTo>
                  <a:lnTo>
                    <a:pt x="985646" y="1779270"/>
                  </a:lnTo>
                  <a:lnTo>
                    <a:pt x="1031620" y="1773301"/>
                  </a:lnTo>
                  <a:lnTo>
                    <a:pt x="1076832" y="1764919"/>
                  </a:lnTo>
                  <a:lnTo>
                    <a:pt x="1121282" y="1754378"/>
                  </a:lnTo>
                  <a:lnTo>
                    <a:pt x="1164716" y="1741551"/>
                  </a:lnTo>
                  <a:lnTo>
                    <a:pt x="1207262" y="1726692"/>
                  </a:lnTo>
                  <a:lnTo>
                    <a:pt x="1248917" y="1709674"/>
                  </a:lnTo>
                  <a:lnTo>
                    <a:pt x="1289303" y="1690751"/>
                  </a:lnTo>
                  <a:lnTo>
                    <a:pt x="1328673" y="1669796"/>
                  </a:lnTo>
                  <a:lnTo>
                    <a:pt x="1366773" y="1647063"/>
                  </a:lnTo>
                  <a:lnTo>
                    <a:pt x="1403730" y="1622425"/>
                  </a:lnTo>
                  <a:lnTo>
                    <a:pt x="1439290" y="1596009"/>
                  </a:lnTo>
                  <a:lnTo>
                    <a:pt x="1473453" y="1568069"/>
                  </a:lnTo>
                  <a:lnTo>
                    <a:pt x="1506092" y="1538351"/>
                  </a:lnTo>
                  <a:lnTo>
                    <a:pt x="1537334" y="1507109"/>
                  </a:lnTo>
                  <a:lnTo>
                    <a:pt x="1567052" y="1474343"/>
                  </a:lnTo>
                  <a:lnTo>
                    <a:pt x="1594992" y="1440180"/>
                  </a:lnTo>
                  <a:lnTo>
                    <a:pt x="1621408" y="1404620"/>
                  </a:lnTo>
                  <a:lnTo>
                    <a:pt x="1645919" y="1367663"/>
                  </a:lnTo>
                  <a:lnTo>
                    <a:pt x="1668779" y="1329436"/>
                  </a:lnTo>
                  <a:lnTo>
                    <a:pt x="1689607" y="1290193"/>
                  </a:lnTo>
                  <a:lnTo>
                    <a:pt x="1708530" y="1249680"/>
                  </a:lnTo>
                  <a:lnTo>
                    <a:pt x="1725548" y="1208024"/>
                  </a:lnTo>
                  <a:lnTo>
                    <a:pt x="1740407" y="1165479"/>
                  </a:lnTo>
                  <a:lnTo>
                    <a:pt x="1753234" y="1121918"/>
                  </a:lnTo>
                  <a:lnTo>
                    <a:pt x="1763776" y="1077468"/>
                  </a:lnTo>
                  <a:lnTo>
                    <a:pt x="1772157" y="1032256"/>
                  </a:lnTo>
                  <a:lnTo>
                    <a:pt x="1778127" y="986155"/>
                  </a:lnTo>
                  <a:lnTo>
                    <a:pt x="1781809" y="939546"/>
                  </a:lnTo>
                  <a:lnTo>
                    <a:pt x="1783079" y="892048"/>
                  </a:lnTo>
                  <a:lnTo>
                    <a:pt x="1781809" y="844676"/>
                  </a:lnTo>
                  <a:lnTo>
                    <a:pt x="1778127" y="797941"/>
                  </a:lnTo>
                  <a:lnTo>
                    <a:pt x="1772157" y="751967"/>
                  </a:lnTo>
                  <a:lnTo>
                    <a:pt x="1763776" y="706755"/>
                  </a:lnTo>
                  <a:lnTo>
                    <a:pt x="1753234" y="662305"/>
                  </a:lnTo>
                  <a:lnTo>
                    <a:pt x="1740407" y="618744"/>
                  </a:lnTo>
                  <a:lnTo>
                    <a:pt x="1725548" y="576199"/>
                  </a:lnTo>
                  <a:lnTo>
                    <a:pt x="1708530" y="534543"/>
                  </a:lnTo>
                  <a:lnTo>
                    <a:pt x="1689607" y="494030"/>
                  </a:lnTo>
                  <a:lnTo>
                    <a:pt x="1668779" y="454660"/>
                  </a:lnTo>
                  <a:lnTo>
                    <a:pt x="1645919" y="416560"/>
                  </a:lnTo>
                  <a:lnTo>
                    <a:pt x="1621408" y="379602"/>
                  </a:lnTo>
                  <a:lnTo>
                    <a:pt x="1594992" y="344043"/>
                  </a:lnTo>
                  <a:lnTo>
                    <a:pt x="1567052" y="309880"/>
                  </a:lnTo>
                  <a:lnTo>
                    <a:pt x="1537334" y="277113"/>
                  </a:lnTo>
                  <a:lnTo>
                    <a:pt x="1506092" y="245872"/>
                  </a:lnTo>
                  <a:lnTo>
                    <a:pt x="1473453" y="216154"/>
                  </a:lnTo>
                  <a:lnTo>
                    <a:pt x="1439290" y="188213"/>
                  </a:lnTo>
                  <a:lnTo>
                    <a:pt x="1403730" y="161798"/>
                  </a:lnTo>
                  <a:lnTo>
                    <a:pt x="1366773" y="137160"/>
                  </a:lnTo>
                  <a:lnTo>
                    <a:pt x="1328673" y="114426"/>
                  </a:lnTo>
                  <a:lnTo>
                    <a:pt x="1289303" y="93472"/>
                  </a:lnTo>
                  <a:lnTo>
                    <a:pt x="1248917" y="74549"/>
                  </a:lnTo>
                  <a:lnTo>
                    <a:pt x="1207262" y="57531"/>
                  </a:lnTo>
                  <a:lnTo>
                    <a:pt x="1164716" y="42672"/>
                  </a:lnTo>
                  <a:lnTo>
                    <a:pt x="1121282" y="29845"/>
                  </a:lnTo>
                  <a:lnTo>
                    <a:pt x="1076832" y="19304"/>
                  </a:lnTo>
                  <a:lnTo>
                    <a:pt x="1031620" y="10922"/>
                  </a:lnTo>
                  <a:lnTo>
                    <a:pt x="985646" y="4952"/>
                  </a:lnTo>
                  <a:lnTo>
                    <a:pt x="938910" y="1270"/>
                  </a:lnTo>
                  <a:lnTo>
                    <a:pt x="891539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8908" y="2395727"/>
              <a:ext cx="1024127" cy="102260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521200" y="4274566"/>
            <a:ext cx="1919605" cy="7658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indent="198120">
              <a:lnSpc>
                <a:spcPts val="2700"/>
              </a:lnSpc>
              <a:spcBef>
                <a:spcPts val="540"/>
              </a:spcBef>
            </a:pPr>
            <a:r>
              <a:rPr sz="2600" spc="-10" dirty="0">
                <a:latin typeface="Trebuchet MS"/>
                <a:cs typeface="Trebuchet MS"/>
              </a:rPr>
              <a:t>TARGETED </a:t>
            </a:r>
            <a:r>
              <a:rPr sz="2600" spc="-35" dirty="0">
                <a:latin typeface="Trebuchet MS"/>
                <a:cs typeface="Trebuchet MS"/>
              </a:rPr>
              <a:t>ADVERTISING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36052" y="2014727"/>
            <a:ext cx="1784350" cy="1784350"/>
            <a:chOff x="8036052" y="2014727"/>
            <a:chExt cx="1784350" cy="1784350"/>
          </a:xfrm>
        </p:grpSpPr>
        <p:sp>
          <p:nvSpPr>
            <p:cNvPr id="12" name="object 12"/>
            <p:cNvSpPr/>
            <p:nvPr/>
          </p:nvSpPr>
          <p:spPr>
            <a:xfrm>
              <a:off x="8036052" y="2014727"/>
              <a:ext cx="1784350" cy="1784350"/>
            </a:xfrm>
            <a:custGeom>
              <a:avLst/>
              <a:gdLst/>
              <a:ahLst/>
              <a:cxnLst/>
              <a:rect l="l" t="t" r="r" b="b"/>
              <a:pathLst>
                <a:path w="1784350" h="1784350">
                  <a:moveTo>
                    <a:pt x="892048" y="0"/>
                  </a:moveTo>
                  <a:lnTo>
                    <a:pt x="844676" y="1270"/>
                  </a:lnTo>
                  <a:lnTo>
                    <a:pt x="797941" y="4952"/>
                  </a:lnTo>
                  <a:lnTo>
                    <a:pt x="751967" y="10922"/>
                  </a:lnTo>
                  <a:lnTo>
                    <a:pt x="706754" y="19304"/>
                  </a:lnTo>
                  <a:lnTo>
                    <a:pt x="662304" y="29845"/>
                  </a:lnTo>
                  <a:lnTo>
                    <a:pt x="618744" y="42672"/>
                  </a:lnTo>
                  <a:lnTo>
                    <a:pt x="576199" y="57531"/>
                  </a:lnTo>
                  <a:lnTo>
                    <a:pt x="534543" y="74549"/>
                  </a:lnTo>
                  <a:lnTo>
                    <a:pt x="494029" y="93472"/>
                  </a:lnTo>
                  <a:lnTo>
                    <a:pt x="454659" y="114426"/>
                  </a:lnTo>
                  <a:lnTo>
                    <a:pt x="416559" y="137160"/>
                  </a:lnTo>
                  <a:lnTo>
                    <a:pt x="379602" y="161798"/>
                  </a:lnTo>
                  <a:lnTo>
                    <a:pt x="344043" y="188213"/>
                  </a:lnTo>
                  <a:lnTo>
                    <a:pt x="309879" y="216154"/>
                  </a:lnTo>
                  <a:lnTo>
                    <a:pt x="277114" y="245872"/>
                  </a:lnTo>
                  <a:lnTo>
                    <a:pt x="245872" y="277113"/>
                  </a:lnTo>
                  <a:lnTo>
                    <a:pt x="216153" y="309880"/>
                  </a:lnTo>
                  <a:lnTo>
                    <a:pt x="188214" y="344043"/>
                  </a:lnTo>
                  <a:lnTo>
                    <a:pt x="161798" y="379602"/>
                  </a:lnTo>
                  <a:lnTo>
                    <a:pt x="137159" y="416560"/>
                  </a:lnTo>
                  <a:lnTo>
                    <a:pt x="114426" y="454660"/>
                  </a:lnTo>
                  <a:lnTo>
                    <a:pt x="93472" y="494030"/>
                  </a:lnTo>
                  <a:lnTo>
                    <a:pt x="74549" y="534543"/>
                  </a:lnTo>
                  <a:lnTo>
                    <a:pt x="57530" y="576199"/>
                  </a:lnTo>
                  <a:lnTo>
                    <a:pt x="42672" y="618744"/>
                  </a:lnTo>
                  <a:lnTo>
                    <a:pt x="29845" y="662305"/>
                  </a:lnTo>
                  <a:lnTo>
                    <a:pt x="19303" y="706755"/>
                  </a:lnTo>
                  <a:lnTo>
                    <a:pt x="10922" y="751967"/>
                  </a:lnTo>
                  <a:lnTo>
                    <a:pt x="4952" y="797941"/>
                  </a:lnTo>
                  <a:lnTo>
                    <a:pt x="1270" y="844676"/>
                  </a:lnTo>
                  <a:lnTo>
                    <a:pt x="0" y="892048"/>
                  </a:lnTo>
                  <a:lnTo>
                    <a:pt x="1270" y="939546"/>
                  </a:lnTo>
                  <a:lnTo>
                    <a:pt x="4952" y="986155"/>
                  </a:lnTo>
                  <a:lnTo>
                    <a:pt x="10922" y="1032256"/>
                  </a:lnTo>
                  <a:lnTo>
                    <a:pt x="19303" y="1077468"/>
                  </a:lnTo>
                  <a:lnTo>
                    <a:pt x="29845" y="1121918"/>
                  </a:lnTo>
                  <a:lnTo>
                    <a:pt x="42672" y="1165479"/>
                  </a:lnTo>
                  <a:lnTo>
                    <a:pt x="57530" y="1208024"/>
                  </a:lnTo>
                  <a:lnTo>
                    <a:pt x="74549" y="1249680"/>
                  </a:lnTo>
                  <a:lnTo>
                    <a:pt x="93472" y="1290193"/>
                  </a:lnTo>
                  <a:lnTo>
                    <a:pt x="114426" y="1329436"/>
                  </a:lnTo>
                  <a:lnTo>
                    <a:pt x="137159" y="1367663"/>
                  </a:lnTo>
                  <a:lnTo>
                    <a:pt x="161798" y="1404620"/>
                  </a:lnTo>
                  <a:lnTo>
                    <a:pt x="188214" y="1440180"/>
                  </a:lnTo>
                  <a:lnTo>
                    <a:pt x="216153" y="1474343"/>
                  </a:lnTo>
                  <a:lnTo>
                    <a:pt x="245872" y="1507109"/>
                  </a:lnTo>
                  <a:lnTo>
                    <a:pt x="277114" y="1538351"/>
                  </a:lnTo>
                  <a:lnTo>
                    <a:pt x="309879" y="1568069"/>
                  </a:lnTo>
                  <a:lnTo>
                    <a:pt x="344043" y="1596009"/>
                  </a:lnTo>
                  <a:lnTo>
                    <a:pt x="379602" y="1622425"/>
                  </a:lnTo>
                  <a:lnTo>
                    <a:pt x="416559" y="1647063"/>
                  </a:lnTo>
                  <a:lnTo>
                    <a:pt x="454659" y="1669796"/>
                  </a:lnTo>
                  <a:lnTo>
                    <a:pt x="494029" y="1690751"/>
                  </a:lnTo>
                  <a:lnTo>
                    <a:pt x="534543" y="1709674"/>
                  </a:lnTo>
                  <a:lnTo>
                    <a:pt x="576199" y="1726692"/>
                  </a:lnTo>
                  <a:lnTo>
                    <a:pt x="618744" y="1741551"/>
                  </a:lnTo>
                  <a:lnTo>
                    <a:pt x="662304" y="1754378"/>
                  </a:lnTo>
                  <a:lnTo>
                    <a:pt x="706754" y="1764919"/>
                  </a:lnTo>
                  <a:lnTo>
                    <a:pt x="751967" y="1773301"/>
                  </a:lnTo>
                  <a:lnTo>
                    <a:pt x="797941" y="1779270"/>
                  </a:lnTo>
                  <a:lnTo>
                    <a:pt x="844676" y="1782953"/>
                  </a:lnTo>
                  <a:lnTo>
                    <a:pt x="892048" y="1784223"/>
                  </a:lnTo>
                  <a:lnTo>
                    <a:pt x="939546" y="1782953"/>
                  </a:lnTo>
                  <a:lnTo>
                    <a:pt x="986154" y="1779270"/>
                  </a:lnTo>
                  <a:lnTo>
                    <a:pt x="1032255" y="1773301"/>
                  </a:lnTo>
                  <a:lnTo>
                    <a:pt x="1077468" y="1764919"/>
                  </a:lnTo>
                  <a:lnTo>
                    <a:pt x="1121918" y="1754378"/>
                  </a:lnTo>
                  <a:lnTo>
                    <a:pt x="1165478" y="1741551"/>
                  </a:lnTo>
                  <a:lnTo>
                    <a:pt x="1208024" y="1726692"/>
                  </a:lnTo>
                  <a:lnTo>
                    <a:pt x="1249679" y="1709674"/>
                  </a:lnTo>
                  <a:lnTo>
                    <a:pt x="1290193" y="1690751"/>
                  </a:lnTo>
                  <a:lnTo>
                    <a:pt x="1329436" y="1669796"/>
                  </a:lnTo>
                  <a:lnTo>
                    <a:pt x="1367663" y="1647063"/>
                  </a:lnTo>
                  <a:lnTo>
                    <a:pt x="1404620" y="1622425"/>
                  </a:lnTo>
                  <a:lnTo>
                    <a:pt x="1440179" y="1596009"/>
                  </a:lnTo>
                  <a:lnTo>
                    <a:pt x="1474343" y="1568069"/>
                  </a:lnTo>
                  <a:lnTo>
                    <a:pt x="1507108" y="1538351"/>
                  </a:lnTo>
                  <a:lnTo>
                    <a:pt x="1538351" y="1507109"/>
                  </a:lnTo>
                  <a:lnTo>
                    <a:pt x="1568069" y="1474343"/>
                  </a:lnTo>
                  <a:lnTo>
                    <a:pt x="1596008" y="1440180"/>
                  </a:lnTo>
                  <a:lnTo>
                    <a:pt x="1622425" y="1404620"/>
                  </a:lnTo>
                  <a:lnTo>
                    <a:pt x="1647063" y="1367663"/>
                  </a:lnTo>
                  <a:lnTo>
                    <a:pt x="1669796" y="1329436"/>
                  </a:lnTo>
                  <a:lnTo>
                    <a:pt x="1690751" y="1290193"/>
                  </a:lnTo>
                  <a:lnTo>
                    <a:pt x="1709674" y="1249680"/>
                  </a:lnTo>
                  <a:lnTo>
                    <a:pt x="1726692" y="1208024"/>
                  </a:lnTo>
                  <a:lnTo>
                    <a:pt x="1741551" y="1165479"/>
                  </a:lnTo>
                  <a:lnTo>
                    <a:pt x="1754377" y="1121918"/>
                  </a:lnTo>
                  <a:lnTo>
                    <a:pt x="1764919" y="1077468"/>
                  </a:lnTo>
                  <a:lnTo>
                    <a:pt x="1773301" y="1032256"/>
                  </a:lnTo>
                  <a:lnTo>
                    <a:pt x="1779270" y="986155"/>
                  </a:lnTo>
                  <a:lnTo>
                    <a:pt x="1782952" y="939546"/>
                  </a:lnTo>
                  <a:lnTo>
                    <a:pt x="1784223" y="892048"/>
                  </a:lnTo>
                  <a:lnTo>
                    <a:pt x="1782952" y="844676"/>
                  </a:lnTo>
                  <a:lnTo>
                    <a:pt x="1779270" y="797941"/>
                  </a:lnTo>
                  <a:lnTo>
                    <a:pt x="1773301" y="751967"/>
                  </a:lnTo>
                  <a:lnTo>
                    <a:pt x="1764919" y="706755"/>
                  </a:lnTo>
                  <a:lnTo>
                    <a:pt x="1754377" y="662305"/>
                  </a:lnTo>
                  <a:lnTo>
                    <a:pt x="1741551" y="618744"/>
                  </a:lnTo>
                  <a:lnTo>
                    <a:pt x="1726692" y="576199"/>
                  </a:lnTo>
                  <a:lnTo>
                    <a:pt x="1709674" y="534543"/>
                  </a:lnTo>
                  <a:lnTo>
                    <a:pt x="1690751" y="494030"/>
                  </a:lnTo>
                  <a:lnTo>
                    <a:pt x="1669796" y="454660"/>
                  </a:lnTo>
                  <a:lnTo>
                    <a:pt x="1647063" y="416560"/>
                  </a:lnTo>
                  <a:lnTo>
                    <a:pt x="1622425" y="379602"/>
                  </a:lnTo>
                  <a:lnTo>
                    <a:pt x="1596008" y="344043"/>
                  </a:lnTo>
                  <a:lnTo>
                    <a:pt x="1568069" y="309880"/>
                  </a:lnTo>
                  <a:lnTo>
                    <a:pt x="1538351" y="277113"/>
                  </a:lnTo>
                  <a:lnTo>
                    <a:pt x="1507108" y="245872"/>
                  </a:lnTo>
                  <a:lnTo>
                    <a:pt x="1474343" y="216154"/>
                  </a:lnTo>
                  <a:lnTo>
                    <a:pt x="1440179" y="188213"/>
                  </a:lnTo>
                  <a:lnTo>
                    <a:pt x="1404620" y="161798"/>
                  </a:lnTo>
                  <a:lnTo>
                    <a:pt x="1367663" y="137160"/>
                  </a:lnTo>
                  <a:lnTo>
                    <a:pt x="1329436" y="114426"/>
                  </a:lnTo>
                  <a:lnTo>
                    <a:pt x="1290193" y="93472"/>
                  </a:lnTo>
                  <a:lnTo>
                    <a:pt x="1249679" y="74549"/>
                  </a:lnTo>
                  <a:lnTo>
                    <a:pt x="1208024" y="57531"/>
                  </a:lnTo>
                  <a:lnTo>
                    <a:pt x="1165478" y="42672"/>
                  </a:lnTo>
                  <a:lnTo>
                    <a:pt x="1121918" y="29845"/>
                  </a:lnTo>
                  <a:lnTo>
                    <a:pt x="1077468" y="19304"/>
                  </a:lnTo>
                  <a:lnTo>
                    <a:pt x="1032255" y="10922"/>
                  </a:lnTo>
                  <a:lnTo>
                    <a:pt x="986154" y="4952"/>
                  </a:lnTo>
                  <a:lnTo>
                    <a:pt x="939546" y="1270"/>
                  </a:lnTo>
                  <a:lnTo>
                    <a:pt x="892048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5528" y="2395727"/>
              <a:ext cx="1024127" cy="102260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472553" y="4274566"/>
            <a:ext cx="2875915" cy="7658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indent="697865">
              <a:lnSpc>
                <a:spcPts val="2700"/>
              </a:lnSpc>
              <a:spcBef>
                <a:spcPts val="540"/>
              </a:spcBef>
            </a:pPr>
            <a:r>
              <a:rPr sz="2600" spc="-10" dirty="0">
                <a:latin typeface="Trebuchet MS"/>
                <a:cs typeface="Trebuchet MS"/>
              </a:rPr>
              <a:t>SHOPPING </a:t>
            </a:r>
            <a:r>
              <a:rPr sz="2600" spc="-5" dirty="0">
                <a:latin typeface="Trebuchet MS"/>
                <a:cs typeface="Trebuchet MS"/>
              </a:rPr>
              <a:t>R</a:t>
            </a:r>
            <a:r>
              <a:rPr sz="2600" spc="-15" dirty="0">
                <a:latin typeface="Trebuchet MS"/>
                <a:cs typeface="Trebuchet MS"/>
              </a:rPr>
              <a:t>E</a:t>
            </a:r>
            <a:r>
              <a:rPr sz="2600" spc="-10" dirty="0">
                <a:latin typeface="Trebuchet MS"/>
                <a:cs typeface="Trebuchet MS"/>
              </a:rPr>
              <a:t>COM</a:t>
            </a:r>
            <a:r>
              <a:rPr sz="2600" spc="-25" dirty="0">
                <a:latin typeface="Trebuchet MS"/>
                <a:cs typeface="Trebuchet MS"/>
              </a:rPr>
              <a:t>M</a:t>
            </a:r>
            <a:r>
              <a:rPr sz="2600" spc="-10" dirty="0">
                <a:latin typeface="Trebuchet MS"/>
                <a:cs typeface="Trebuchet MS"/>
              </a:rPr>
              <a:t>E</a:t>
            </a:r>
            <a:r>
              <a:rPr sz="2600" spc="-25" dirty="0">
                <a:latin typeface="Trebuchet MS"/>
                <a:cs typeface="Trebuchet MS"/>
              </a:rPr>
              <a:t>N</a:t>
            </a:r>
            <a:r>
              <a:rPr sz="2600" spc="-15" dirty="0">
                <a:latin typeface="Trebuchet MS"/>
                <a:cs typeface="Trebuchet MS"/>
              </a:rPr>
              <a:t>D</a:t>
            </a:r>
            <a:r>
              <a:rPr sz="2600" spc="-525" dirty="0">
                <a:latin typeface="Trebuchet MS"/>
                <a:cs typeface="Trebuchet MS"/>
              </a:rPr>
              <a:t>A</a:t>
            </a:r>
            <a:r>
              <a:rPr sz="2600" spc="-10" dirty="0">
                <a:latin typeface="Trebuchet MS"/>
                <a:cs typeface="Trebuchet MS"/>
              </a:rPr>
              <a:t>TI</a:t>
            </a:r>
            <a:r>
              <a:rPr sz="2600" spc="-25" dirty="0">
                <a:latin typeface="Trebuchet MS"/>
                <a:cs typeface="Trebuchet MS"/>
              </a:rPr>
              <a:t>O</a:t>
            </a:r>
            <a:r>
              <a:rPr sz="2600" spc="-15" dirty="0">
                <a:latin typeface="Trebuchet MS"/>
                <a:cs typeface="Trebuchet MS"/>
              </a:rPr>
              <a:t>NS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295" rIns="0" bIns="0" rtlCol="0">
            <a:spAutoFit/>
          </a:bodyPr>
          <a:lstStyle/>
          <a:p>
            <a:pPr marL="21748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REINFORCEMENT</a:t>
            </a:r>
            <a:r>
              <a:rPr spc="-195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62811" y="2013204"/>
            <a:ext cx="1783080" cy="1784350"/>
            <a:chOff x="1162811" y="2013204"/>
            <a:chExt cx="1783080" cy="1784350"/>
          </a:xfrm>
        </p:grpSpPr>
        <p:sp>
          <p:nvSpPr>
            <p:cNvPr id="4" name="object 4"/>
            <p:cNvSpPr/>
            <p:nvPr/>
          </p:nvSpPr>
          <p:spPr>
            <a:xfrm>
              <a:off x="1162811" y="2013204"/>
              <a:ext cx="1783080" cy="1784350"/>
            </a:xfrm>
            <a:custGeom>
              <a:avLst/>
              <a:gdLst/>
              <a:ahLst/>
              <a:cxnLst/>
              <a:rect l="l" t="t" r="r" b="b"/>
              <a:pathLst>
                <a:path w="1783080" h="1784350">
                  <a:moveTo>
                    <a:pt x="891539" y="0"/>
                  </a:moveTo>
                  <a:lnTo>
                    <a:pt x="844169" y="1270"/>
                  </a:lnTo>
                  <a:lnTo>
                    <a:pt x="797432" y="4953"/>
                  </a:lnTo>
                  <a:lnTo>
                    <a:pt x="751458" y="10922"/>
                  </a:lnTo>
                  <a:lnTo>
                    <a:pt x="706246" y="19304"/>
                  </a:lnTo>
                  <a:lnTo>
                    <a:pt x="661796" y="29845"/>
                  </a:lnTo>
                  <a:lnTo>
                    <a:pt x="618363" y="42672"/>
                  </a:lnTo>
                  <a:lnTo>
                    <a:pt x="575818" y="57531"/>
                  </a:lnTo>
                  <a:lnTo>
                    <a:pt x="534162" y="74549"/>
                  </a:lnTo>
                  <a:lnTo>
                    <a:pt x="493775" y="93472"/>
                  </a:lnTo>
                  <a:lnTo>
                    <a:pt x="454406" y="114426"/>
                  </a:lnTo>
                  <a:lnTo>
                    <a:pt x="416306" y="137160"/>
                  </a:lnTo>
                  <a:lnTo>
                    <a:pt x="379349" y="161798"/>
                  </a:lnTo>
                  <a:lnTo>
                    <a:pt x="343788" y="188213"/>
                  </a:lnTo>
                  <a:lnTo>
                    <a:pt x="309625" y="216154"/>
                  </a:lnTo>
                  <a:lnTo>
                    <a:pt x="276987" y="245872"/>
                  </a:lnTo>
                  <a:lnTo>
                    <a:pt x="245744" y="277113"/>
                  </a:lnTo>
                  <a:lnTo>
                    <a:pt x="216026" y="309880"/>
                  </a:lnTo>
                  <a:lnTo>
                    <a:pt x="188087" y="344043"/>
                  </a:lnTo>
                  <a:lnTo>
                    <a:pt x="161671" y="379603"/>
                  </a:lnTo>
                  <a:lnTo>
                    <a:pt x="137159" y="416560"/>
                  </a:lnTo>
                  <a:lnTo>
                    <a:pt x="114300" y="454660"/>
                  </a:lnTo>
                  <a:lnTo>
                    <a:pt x="93446" y="494030"/>
                  </a:lnTo>
                  <a:lnTo>
                    <a:pt x="74485" y="534543"/>
                  </a:lnTo>
                  <a:lnTo>
                    <a:pt x="57531" y="576199"/>
                  </a:lnTo>
                  <a:lnTo>
                    <a:pt x="42633" y="618744"/>
                  </a:lnTo>
                  <a:lnTo>
                    <a:pt x="29870" y="662305"/>
                  </a:lnTo>
                  <a:lnTo>
                    <a:pt x="19278" y="706755"/>
                  </a:lnTo>
                  <a:lnTo>
                    <a:pt x="10934" y="751967"/>
                  </a:lnTo>
                  <a:lnTo>
                    <a:pt x="4902" y="797941"/>
                  </a:lnTo>
                  <a:lnTo>
                    <a:pt x="1231" y="844676"/>
                  </a:lnTo>
                  <a:lnTo>
                    <a:pt x="0" y="892048"/>
                  </a:lnTo>
                  <a:lnTo>
                    <a:pt x="1231" y="939546"/>
                  </a:lnTo>
                  <a:lnTo>
                    <a:pt x="4902" y="986155"/>
                  </a:lnTo>
                  <a:lnTo>
                    <a:pt x="10934" y="1032256"/>
                  </a:lnTo>
                  <a:lnTo>
                    <a:pt x="19278" y="1077468"/>
                  </a:lnTo>
                  <a:lnTo>
                    <a:pt x="29870" y="1121918"/>
                  </a:lnTo>
                  <a:lnTo>
                    <a:pt x="42633" y="1165479"/>
                  </a:lnTo>
                  <a:lnTo>
                    <a:pt x="57531" y="1208024"/>
                  </a:lnTo>
                  <a:lnTo>
                    <a:pt x="74485" y="1249680"/>
                  </a:lnTo>
                  <a:lnTo>
                    <a:pt x="93446" y="1290193"/>
                  </a:lnTo>
                  <a:lnTo>
                    <a:pt x="114300" y="1329436"/>
                  </a:lnTo>
                  <a:lnTo>
                    <a:pt x="137159" y="1367663"/>
                  </a:lnTo>
                  <a:lnTo>
                    <a:pt x="161671" y="1404620"/>
                  </a:lnTo>
                  <a:lnTo>
                    <a:pt x="188087" y="1440180"/>
                  </a:lnTo>
                  <a:lnTo>
                    <a:pt x="216026" y="1474343"/>
                  </a:lnTo>
                  <a:lnTo>
                    <a:pt x="245744" y="1507109"/>
                  </a:lnTo>
                  <a:lnTo>
                    <a:pt x="276987" y="1538351"/>
                  </a:lnTo>
                  <a:lnTo>
                    <a:pt x="309625" y="1568069"/>
                  </a:lnTo>
                  <a:lnTo>
                    <a:pt x="343788" y="1596009"/>
                  </a:lnTo>
                  <a:lnTo>
                    <a:pt x="379349" y="1622425"/>
                  </a:lnTo>
                  <a:lnTo>
                    <a:pt x="416306" y="1647063"/>
                  </a:lnTo>
                  <a:lnTo>
                    <a:pt x="454406" y="1669796"/>
                  </a:lnTo>
                  <a:lnTo>
                    <a:pt x="493775" y="1690751"/>
                  </a:lnTo>
                  <a:lnTo>
                    <a:pt x="534162" y="1709674"/>
                  </a:lnTo>
                  <a:lnTo>
                    <a:pt x="575818" y="1726692"/>
                  </a:lnTo>
                  <a:lnTo>
                    <a:pt x="618363" y="1741551"/>
                  </a:lnTo>
                  <a:lnTo>
                    <a:pt x="661796" y="1754378"/>
                  </a:lnTo>
                  <a:lnTo>
                    <a:pt x="706246" y="1764919"/>
                  </a:lnTo>
                  <a:lnTo>
                    <a:pt x="751458" y="1773301"/>
                  </a:lnTo>
                  <a:lnTo>
                    <a:pt x="797432" y="1779270"/>
                  </a:lnTo>
                  <a:lnTo>
                    <a:pt x="844169" y="1782953"/>
                  </a:lnTo>
                  <a:lnTo>
                    <a:pt x="891539" y="1784223"/>
                  </a:lnTo>
                  <a:lnTo>
                    <a:pt x="938911" y="1782953"/>
                  </a:lnTo>
                  <a:lnTo>
                    <a:pt x="985646" y="1779270"/>
                  </a:lnTo>
                  <a:lnTo>
                    <a:pt x="1031620" y="1773301"/>
                  </a:lnTo>
                  <a:lnTo>
                    <a:pt x="1076833" y="1764919"/>
                  </a:lnTo>
                  <a:lnTo>
                    <a:pt x="1121283" y="1754378"/>
                  </a:lnTo>
                  <a:lnTo>
                    <a:pt x="1164717" y="1741551"/>
                  </a:lnTo>
                  <a:lnTo>
                    <a:pt x="1207262" y="1726692"/>
                  </a:lnTo>
                  <a:lnTo>
                    <a:pt x="1248790" y="1709674"/>
                  </a:lnTo>
                  <a:lnTo>
                    <a:pt x="1289304" y="1690751"/>
                  </a:lnTo>
                  <a:lnTo>
                    <a:pt x="1328674" y="1669796"/>
                  </a:lnTo>
                  <a:lnTo>
                    <a:pt x="1366774" y="1647063"/>
                  </a:lnTo>
                  <a:lnTo>
                    <a:pt x="1403731" y="1622425"/>
                  </a:lnTo>
                  <a:lnTo>
                    <a:pt x="1439290" y="1596009"/>
                  </a:lnTo>
                  <a:lnTo>
                    <a:pt x="1473454" y="1568069"/>
                  </a:lnTo>
                  <a:lnTo>
                    <a:pt x="1506093" y="1538351"/>
                  </a:lnTo>
                  <a:lnTo>
                    <a:pt x="1537335" y="1507109"/>
                  </a:lnTo>
                  <a:lnTo>
                    <a:pt x="1567052" y="1474343"/>
                  </a:lnTo>
                  <a:lnTo>
                    <a:pt x="1594993" y="1440180"/>
                  </a:lnTo>
                  <a:lnTo>
                    <a:pt x="1621408" y="1404620"/>
                  </a:lnTo>
                  <a:lnTo>
                    <a:pt x="1645920" y="1367663"/>
                  </a:lnTo>
                  <a:lnTo>
                    <a:pt x="1668780" y="1329436"/>
                  </a:lnTo>
                  <a:lnTo>
                    <a:pt x="1689608" y="1290193"/>
                  </a:lnTo>
                  <a:lnTo>
                    <a:pt x="1708531" y="1249680"/>
                  </a:lnTo>
                  <a:lnTo>
                    <a:pt x="1725549" y="1208024"/>
                  </a:lnTo>
                  <a:lnTo>
                    <a:pt x="1740408" y="1165479"/>
                  </a:lnTo>
                  <a:lnTo>
                    <a:pt x="1753235" y="1121918"/>
                  </a:lnTo>
                  <a:lnTo>
                    <a:pt x="1763776" y="1077468"/>
                  </a:lnTo>
                  <a:lnTo>
                    <a:pt x="1772158" y="1032256"/>
                  </a:lnTo>
                  <a:lnTo>
                    <a:pt x="1778127" y="986155"/>
                  </a:lnTo>
                  <a:lnTo>
                    <a:pt x="1781810" y="939546"/>
                  </a:lnTo>
                  <a:lnTo>
                    <a:pt x="1783080" y="892048"/>
                  </a:lnTo>
                  <a:lnTo>
                    <a:pt x="1781810" y="844676"/>
                  </a:lnTo>
                  <a:lnTo>
                    <a:pt x="1778127" y="797941"/>
                  </a:lnTo>
                  <a:lnTo>
                    <a:pt x="1772158" y="751967"/>
                  </a:lnTo>
                  <a:lnTo>
                    <a:pt x="1763776" y="706755"/>
                  </a:lnTo>
                  <a:lnTo>
                    <a:pt x="1753235" y="662305"/>
                  </a:lnTo>
                  <a:lnTo>
                    <a:pt x="1740408" y="618744"/>
                  </a:lnTo>
                  <a:lnTo>
                    <a:pt x="1725549" y="576199"/>
                  </a:lnTo>
                  <a:lnTo>
                    <a:pt x="1708531" y="534543"/>
                  </a:lnTo>
                  <a:lnTo>
                    <a:pt x="1689608" y="494030"/>
                  </a:lnTo>
                  <a:lnTo>
                    <a:pt x="1668780" y="454660"/>
                  </a:lnTo>
                  <a:lnTo>
                    <a:pt x="1645920" y="416560"/>
                  </a:lnTo>
                  <a:lnTo>
                    <a:pt x="1621408" y="379603"/>
                  </a:lnTo>
                  <a:lnTo>
                    <a:pt x="1594993" y="344043"/>
                  </a:lnTo>
                  <a:lnTo>
                    <a:pt x="1567052" y="309880"/>
                  </a:lnTo>
                  <a:lnTo>
                    <a:pt x="1537335" y="277113"/>
                  </a:lnTo>
                  <a:lnTo>
                    <a:pt x="1506093" y="245872"/>
                  </a:lnTo>
                  <a:lnTo>
                    <a:pt x="1473454" y="216154"/>
                  </a:lnTo>
                  <a:lnTo>
                    <a:pt x="1439290" y="188213"/>
                  </a:lnTo>
                  <a:lnTo>
                    <a:pt x="1403731" y="161798"/>
                  </a:lnTo>
                  <a:lnTo>
                    <a:pt x="1366774" y="137160"/>
                  </a:lnTo>
                  <a:lnTo>
                    <a:pt x="1328674" y="114426"/>
                  </a:lnTo>
                  <a:lnTo>
                    <a:pt x="1289304" y="93472"/>
                  </a:lnTo>
                  <a:lnTo>
                    <a:pt x="1248790" y="74549"/>
                  </a:lnTo>
                  <a:lnTo>
                    <a:pt x="1207262" y="57531"/>
                  </a:lnTo>
                  <a:lnTo>
                    <a:pt x="1164717" y="42672"/>
                  </a:lnTo>
                  <a:lnTo>
                    <a:pt x="1121283" y="29845"/>
                  </a:lnTo>
                  <a:lnTo>
                    <a:pt x="1076833" y="19304"/>
                  </a:lnTo>
                  <a:lnTo>
                    <a:pt x="1031620" y="10922"/>
                  </a:lnTo>
                  <a:lnTo>
                    <a:pt x="985646" y="4953"/>
                  </a:lnTo>
                  <a:lnTo>
                    <a:pt x="938911" y="1270"/>
                  </a:lnTo>
                  <a:lnTo>
                    <a:pt x="891539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2287" y="2394204"/>
              <a:ext cx="1024127" cy="102412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39876" y="4272737"/>
            <a:ext cx="2832735" cy="114808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 indent="10160" algn="ctr">
              <a:lnSpc>
                <a:spcPct val="86300"/>
              </a:lnSpc>
              <a:spcBef>
                <a:spcPts val="545"/>
              </a:spcBef>
            </a:pPr>
            <a:r>
              <a:rPr sz="2700" dirty="0">
                <a:latin typeface="Trebuchet MS"/>
                <a:cs typeface="Trebuchet MS"/>
              </a:rPr>
              <a:t>ALPHAGO</a:t>
            </a:r>
            <a:r>
              <a:rPr sz="2700" spc="-45" dirty="0">
                <a:latin typeface="Trebuchet MS"/>
                <a:cs typeface="Trebuchet MS"/>
              </a:rPr>
              <a:t> </a:t>
            </a:r>
            <a:r>
              <a:rPr sz="2700" spc="-20" dirty="0">
                <a:latin typeface="Trebuchet MS"/>
                <a:cs typeface="Trebuchet MS"/>
              </a:rPr>
              <a:t>BEATS </a:t>
            </a:r>
            <a:r>
              <a:rPr sz="2700" dirty="0">
                <a:latin typeface="Trebuchet MS"/>
                <a:cs typeface="Trebuchet MS"/>
              </a:rPr>
              <a:t>WORLD</a:t>
            </a:r>
            <a:r>
              <a:rPr sz="2700" spc="-17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CHAMPION </a:t>
            </a:r>
            <a:r>
              <a:rPr sz="2700" dirty="0">
                <a:latin typeface="Trebuchet MS"/>
                <a:cs typeface="Trebuchet MS"/>
              </a:rPr>
              <a:t>IN</a:t>
            </a:r>
            <a:r>
              <a:rPr sz="2700" spc="-55" dirty="0">
                <a:latin typeface="Trebuchet MS"/>
                <a:cs typeface="Trebuchet MS"/>
              </a:rPr>
              <a:t> </a:t>
            </a:r>
            <a:r>
              <a:rPr sz="2700" spc="-25" dirty="0">
                <a:latin typeface="Trebuchet MS"/>
                <a:cs typeface="Trebuchet MS"/>
              </a:rPr>
              <a:t>GO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99432" y="2013204"/>
            <a:ext cx="1783080" cy="1784350"/>
            <a:chOff x="4599432" y="2013204"/>
            <a:chExt cx="1783080" cy="1784350"/>
          </a:xfrm>
        </p:grpSpPr>
        <p:sp>
          <p:nvSpPr>
            <p:cNvPr id="8" name="object 8"/>
            <p:cNvSpPr/>
            <p:nvPr/>
          </p:nvSpPr>
          <p:spPr>
            <a:xfrm>
              <a:off x="4599432" y="2013204"/>
              <a:ext cx="1783080" cy="1784350"/>
            </a:xfrm>
            <a:custGeom>
              <a:avLst/>
              <a:gdLst/>
              <a:ahLst/>
              <a:cxnLst/>
              <a:rect l="l" t="t" r="r" b="b"/>
              <a:pathLst>
                <a:path w="1783079" h="1784350">
                  <a:moveTo>
                    <a:pt x="891539" y="0"/>
                  </a:moveTo>
                  <a:lnTo>
                    <a:pt x="844168" y="1270"/>
                  </a:lnTo>
                  <a:lnTo>
                    <a:pt x="797432" y="4953"/>
                  </a:lnTo>
                  <a:lnTo>
                    <a:pt x="751458" y="10922"/>
                  </a:lnTo>
                  <a:lnTo>
                    <a:pt x="706246" y="19304"/>
                  </a:lnTo>
                  <a:lnTo>
                    <a:pt x="661796" y="29845"/>
                  </a:lnTo>
                  <a:lnTo>
                    <a:pt x="618363" y="42672"/>
                  </a:lnTo>
                  <a:lnTo>
                    <a:pt x="575817" y="57531"/>
                  </a:lnTo>
                  <a:lnTo>
                    <a:pt x="534162" y="74549"/>
                  </a:lnTo>
                  <a:lnTo>
                    <a:pt x="493775" y="93472"/>
                  </a:lnTo>
                  <a:lnTo>
                    <a:pt x="454405" y="114426"/>
                  </a:lnTo>
                  <a:lnTo>
                    <a:pt x="416305" y="137160"/>
                  </a:lnTo>
                  <a:lnTo>
                    <a:pt x="379348" y="161798"/>
                  </a:lnTo>
                  <a:lnTo>
                    <a:pt x="343788" y="188213"/>
                  </a:lnTo>
                  <a:lnTo>
                    <a:pt x="309625" y="216154"/>
                  </a:lnTo>
                  <a:lnTo>
                    <a:pt x="276987" y="245872"/>
                  </a:lnTo>
                  <a:lnTo>
                    <a:pt x="245744" y="277113"/>
                  </a:lnTo>
                  <a:lnTo>
                    <a:pt x="216026" y="309880"/>
                  </a:lnTo>
                  <a:lnTo>
                    <a:pt x="188087" y="344043"/>
                  </a:lnTo>
                  <a:lnTo>
                    <a:pt x="161670" y="379603"/>
                  </a:lnTo>
                  <a:lnTo>
                    <a:pt x="137159" y="416560"/>
                  </a:lnTo>
                  <a:lnTo>
                    <a:pt x="114300" y="454660"/>
                  </a:lnTo>
                  <a:lnTo>
                    <a:pt x="93471" y="494030"/>
                  </a:lnTo>
                  <a:lnTo>
                    <a:pt x="74548" y="534543"/>
                  </a:lnTo>
                  <a:lnTo>
                    <a:pt x="57530" y="576199"/>
                  </a:lnTo>
                  <a:lnTo>
                    <a:pt x="42671" y="618744"/>
                  </a:lnTo>
                  <a:lnTo>
                    <a:pt x="29844" y="662305"/>
                  </a:lnTo>
                  <a:lnTo>
                    <a:pt x="19303" y="706755"/>
                  </a:lnTo>
                  <a:lnTo>
                    <a:pt x="10921" y="751967"/>
                  </a:lnTo>
                  <a:lnTo>
                    <a:pt x="4952" y="797941"/>
                  </a:lnTo>
                  <a:lnTo>
                    <a:pt x="1269" y="844676"/>
                  </a:lnTo>
                  <a:lnTo>
                    <a:pt x="0" y="892048"/>
                  </a:lnTo>
                  <a:lnTo>
                    <a:pt x="1269" y="939546"/>
                  </a:lnTo>
                  <a:lnTo>
                    <a:pt x="4952" y="986155"/>
                  </a:lnTo>
                  <a:lnTo>
                    <a:pt x="10921" y="1032256"/>
                  </a:lnTo>
                  <a:lnTo>
                    <a:pt x="19303" y="1077468"/>
                  </a:lnTo>
                  <a:lnTo>
                    <a:pt x="29844" y="1121918"/>
                  </a:lnTo>
                  <a:lnTo>
                    <a:pt x="42671" y="1165479"/>
                  </a:lnTo>
                  <a:lnTo>
                    <a:pt x="57530" y="1208024"/>
                  </a:lnTo>
                  <a:lnTo>
                    <a:pt x="74548" y="1249680"/>
                  </a:lnTo>
                  <a:lnTo>
                    <a:pt x="93471" y="1290193"/>
                  </a:lnTo>
                  <a:lnTo>
                    <a:pt x="114300" y="1329436"/>
                  </a:lnTo>
                  <a:lnTo>
                    <a:pt x="137159" y="1367663"/>
                  </a:lnTo>
                  <a:lnTo>
                    <a:pt x="161670" y="1404620"/>
                  </a:lnTo>
                  <a:lnTo>
                    <a:pt x="188087" y="1440180"/>
                  </a:lnTo>
                  <a:lnTo>
                    <a:pt x="216026" y="1474343"/>
                  </a:lnTo>
                  <a:lnTo>
                    <a:pt x="245744" y="1507109"/>
                  </a:lnTo>
                  <a:lnTo>
                    <a:pt x="276987" y="1538351"/>
                  </a:lnTo>
                  <a:lnTo>
                    <a:pt x="309625" y="1568069"/>
                  </a:lnTo>
                  <a:lnTo>
                    <a:pt x="343788" y="1596009"/>
                  </a:lnTo>
                  <a:lnTo>
                    <a:pt x="379348" y="1622425"/>
                  </a:lnTo>
                  <a:lnTo>
                    <a:pt x="416305" y="1647063"/>
                  </a:lnTo>
                  <a:lnTo>
                    <a:pt x="454405" y="1669796"/>
                  </a:lnTo>
                  <a:lnTo>
                    <a:pt x="493775" y="1690751"/>
                  </a:lnTo>
                  <a:lnTo>
                    <a:pt x="534162" y="1709674"/>
                  </a:lnTo>
                  <a:lnTo>
                    <a:pt x="575817" y="1726692"/>
                  </a:lnTo>
                  <a:lnTo>
                    <a:pt x="618363" y="1741551"/>
                  </a:lnTo>
                  <a:lnTo>
                    <a:pt x="661796" y="1754378"/>
                  </a:lnTo>
                  <a:lnTo>
                    <a:pt x="706246" y="1764919"/>
                  </a:lnTo>
                  <a:lnTo>
                    <a:pt x="751458" y="1773301"/>
                  </a:lnTo>
                  <a:lnTo>
                    <a:pt x="797432" y="1779270"/>
                  </a:lnTo>
                  <a:lnTo>
                    <a:pt x="844168" y="1782953"/>
                  </a:lnTo>
                  <a:lnTo>
                    <a:pt x="891539" y="1784223"/>
                  </a:lnTo>
                  <a:lnTo>
                    <a:pt x="938910" y="1782953"/>
                  </a:lnTo>
                  <a:lnTo>
                    <a:pt x="985646" y="1779270"/>
                  </a:lnTo>
                  <a:lnTo>
                    <a:pt x="1031620" y="1773301"/>
                  </a:lnTo>
                  <a:lnTo>
                    <a:pt x="1076832" y="1764919"/>
                  </a:lnTo>
                  <a:lnTo>
                    <a:pt x="1121282" y="1754378"/>
                  </a:lnTo>
                  <a:lnTo>
                    <a:pt x="1164716" y="1741551"/>
                  </a:lnTo>
                  <a:lnTo>
                    <a:pt x="1207262" y="1726692"/>
                  </a:lnTo>
                  <a:lnTo>
                    <a:pt x="1248917" y="1709674"/>
                  </a:lnTo>
                  <a:lnTo>
                    <a:pt x="1289303" y="1690751"/>
                  </a:lnTo>
                  <a:lnTo>
                    <a:pt x="1328673" y="1669796"/>
                  </a:lnTo>
                  <a:lnTo>
                    <a:pt x="1366773" y="1647063"/>
                  </a:lnTo>
                  <a:lnTo>
                    <a:pt x="1403730" y="1622425"/>
                  </a:lnTo>
                  <a:lnTo>
                    <a:pt x="1439290" y="1596009"/>
                  </a:lnTo>
                  <a:lnTo>
                    <a:pt x="1473453" y="1568069"/>
                  </a:lnTo>
                  <a:lnTo>
                    <a:pt x="1506092" y="1538351"/>
                  </a:lnTo>
                  <a:lnTo>
                    <a:pt x="1537334" y="1507109"/>
                  </a:lnTo>
                  <a:lnTo>
                    <a:pt x="1567052" y="1474343"/>
                  </a:lnTo>
                  <a:lnTo>
                    <a:pt x="1594992" y="1440180"/>
                  </a:lnTo>
                  <a:lnTo>
                    <a:pt x="1621408" y="1404620"/>
                  </a:lnTo>
                  <a:lnTo>
                    <a:pt x="1645919" y="1367663"/>
                  </a:lnTo>
                  <a:lnTo>
                    <a:pt x="1668779" y="1329436"/>
                  </a:lnTo>
                  <a:lnTo>
                    <a:pt x="1689607" y="1290193"/>
                  </a:lnTo>
                  <a:lnTo>
                    <a:pt x="1708530" y="1249680"/>
                  </a:lnTo>
                  <a:lnTo>
                    <a:pt x="1725548" y="1208024"/>
                  </a:lnTo>
                  <a:lnTo>
                    <a:pt x="1740407" y="1165479"/>
                  </a:lnTo>
                  <a:lnTo>
                    <a:pt x="1753234" y="1121918"/>
                  </a:lnTo>
                  <a:lnTo>
                    <a:pt x="1763776" y="1077468"/>
                  </a:lnTo>
                  <a:lnTo>
                    <a:pt x="1772157" y="1032256"/>
                  </a:lnTo>
                  <a:lnTo>
                    <a:pt x="1778127" y="986155"/>
                  </a:lnTo>
                  <a:lnTo>
                    <a:pt x="1781809" y="939546"/>
                  </a:lnTo>
                  <a:lnTo>
                    <a:pt x="1783079" y="892048"/>
                  </a:lnTo>
                  <a:lnTo>
                    <a:pt x="1781809" y="844676"/>
                  </a:lnTo>
                  <a:lnTo>
                    <a:pt x="1778127" y="797941"/>
                  </a:lnTo>
                  <a:lnTo>
                    <a:pt x="1772157" y="751967"/>
                  </a:lnTo>
                  <a:lnTo>
                    <a:pt x="1763776" y="706755"/>
                  </a:lnTo>
                  <a:lnTo>
                    <a:pt x="1753234" y="662305"/>
                  </a:lnTo>
                  <a:lnTo>
                    <a:pt x="1740407" y="618744"/>
                  </a:lnTo>
                  <a:lnTo>
                    <a:pt x="1725548" y="576199"/>
                  </a:lnTo>
                  <a:lnTo>
                    <a:pt x="1708530" y="534543"/>
                  </a:lnTo>
                  <a:lnTo>
                    <a:pt x="1689607" y="494030"/>
                  </a:lnTo>
                  <a:lnTo>
                    <a:pt x="1668779" y="454660"/>
                  </a:lnTo>
                  <a:lnTo>
                    <a:pt x="1645919" y="416560"/>
                  </a:lnTo>
                  <a:lnTo>
                    <a:pt x="1621408" y="379603"/>
                  </a:lnTo>
                  <a:lnTo>
                    <a:pt x="1594992" y="344043"/>
                  </a:lnTo>
                  <a:lnTo>
                    <a:pt x="1567052" y="309880"/>
                  </a:lnTo>
                  <a:lnTo>
                    <a:pt x="1537334" y="277113"/>
                  </a:lnTo>
                  <a:lnTo>
                    <a:pt x="1506092" y="245872"/>
                  </a:lnTo>
                  <a:lnTo>
                    <a:pt x="1473453" y="216154"/>
                  </a:lnTo>
                  <a:lnTo>
                    <a:pt x="1439290" y="188213"/>
                  </a:lnTo>
                  <a:lnTo>
                    <a:pt x="1403730" y="161798"/>
                  </a:lnTo>
                  <a:lnTo>
                    <a:pt x="1366773" y="137160"/>
                  </a:lnTo>
                  <a:lnTo>
                    <a:pt x="1328673" y="114426"/>
                  </a:lnTo>
                  <a:lnTo>
                    <a:pt x="1289303" y="93472"/>
                  </a:lnTo>
                  <a:lnTo>
                    <a:pt x="1248917" y="74549"/>
                  </a:lnTo>
                  <a:lnTo>
                    <a:pt x="1207262" y="57531"/>
                  </a:lnTo>
                  <a:lnTo>
                    <a:pt x="1164716" y="42672"/>
                  </a:lnTo>
                  <a:lnTo>
                    <a:pt x="1121282" y="29845"/>
                  </a:lnTo>
                  <a:lnTo>
                    <a:pt x="1076832" y="19304"/>
                  </a:lnTo>
                  <a:lnTo>
                    <a:pt x="1031620" y="10922"/>
                  </a:lnTo>
                  <a:lnTo>
                    <a:pt x="985646" y="4953"/>
                  </a:lnTo>
                  <a:lnTo>
                    <a:pt x="938910" y="1270"/>
                  </a:lnTo>
                  <a:lnTo>
                    <a:pt x="891539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8908" y="2394204"/>
              <a:ext cx="1024127" cy="102412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375150" y="4272737"/>
            <a:ext cx="2263775" cy="114808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 indent="-5715" algn="ctr">
              <a:lnSpc>
                <a:spcPct val="86300"/>
              </a:lnSpc>
              <a:spcBef>
                <a:spcPts val="545"/>
              </a:spcBef>
            </a:pPr>
            <a:r>
              <a:rPr sz="2700" dirty="0">
                <a:latin typeface="Trebuchet MS"/>
                <a:cs typeface="Trebuchet MS"/>
              </a:rPr>
              <a:t>AI</a:t>
            </a:r>
            <a:r>
              <a:rPr sz="2700" spc="-2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BOTS </a:t>
            </a:r>
            <a:r>
              <a:rPr sz="2700" spc="-20" dirty="0">
                <a:latin typeface="Trebuchet MS"/>
                <a:cs typeface="Trebuchet MS"/>
              </a:rPr>
              <a:t>BEAT </a:t>
            </a:r>
            <a:r>
              <a:rPr sz="2700" spc="-10" dirty="0">
                <a:latin typeface="Trebuchet MS"/>
                <a:cs typeface="Trebuchet MS"/>
              </a:rPr>
              <a:t>PROFESSIONAL VIDEOGAMERS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36052" y="2013204"/>
            <a:ext cx="1784350" cy="1784350"/>
            <a:chOff x="8036052" y="2013204"/>
            <a:chExt cx="1784350" cy="1784350"/>
          </a:xfrm>
        </p:grpSpPr>
        <p:sp>
          <p:nvSpPr>
            <p:cNvPr id="12" name="object 12"/>
            <p:cNvSpPr/>
            <p:nvPr/>
          </p:nvSpPr>
          <p:spPr>
            <a:xfrm>
              <a:off x="8036052" y="2013204"/>
              <a:ext cx="1784350" cy="1784350"/>
            </a:xfrm>
            <a:custGeom>
              <a:avLst/>
              <a:gdLst/>
              <a:ahLst/>
              <a:cxnLst/>
              <a:rect l="l" t="t" r="r" b="b"/>
              <a:pathLst>
                <a:path w="1784350" h="1784350">
                  <a:moveTo>
                    <a:pt x="892048" y="0"/>
                  </a:moveTo>
                  <a:lnTo>
                    <a:pt x="844676" y="1270"/>
                  </a:lnTo>
                  <a:lnTo>
                    <a:pt x="797941" y="4953"/>
                  </a:lnTo>
                  <a:lnTo>
                    <a:pt x="751967" y="10922"/>
                  </a:lnTo>
                  <a:lnTo>
                    <a:pt x="706754" y="19304"/>
                  </a:lnTo>
                  <a:lnTo>
                    <a:pt x="662304" y="29845"/>
                  </a:lnTo>
                  <a:lnTo>
                    <a:pt x="618744" y="42672"/>
                  </a:lnTo>
                  <a:lnTo>
                    <a:pt x="576199" y="57531"/>
                  </a:lnTo>
                  <a:lnTo>
                    <a:pt x="534543" y="74549"/>
                  </a:lnTo>
                  <a:lnTo>
                    <a:pt x="494029" y="93472"/>
                  </a:lnTo>
                  <a:lnTo>
                    <a:pt x="454659" y="114426"/>
                  </a:lnTo>
                  <a:lnTo>
                    <a:pt x="416559" y="137160"/>
                  </a:lnTo>
                  <a:lnTo>
                    <a:pt x="379602" y="161798"/>
                  </a:lnTo>
                  <a:lnTo>
                    <a:pt x="344043" y="188213"/>
                  </a:lnTo>
                  <a:lnTo>
                    <a:pt x="309879" y="216154"/>
                  </a:lnTo>
                  <a:lnTo>
                    <a:pt x="277114" y="245872"/>
                  </a:lnTo>
                  <a:lnTo>
                    <a:pt x="245872" y="277113"/>
                  </a:lnTo>
                  <a:lnTo>
                    <a:pt x="216153" y="309880"/>
                  </a:lnTo>
                  <a:lnTo>
                    <a:pt x="188214" y="344043"/>
                  </a:lnTo>
                  <a:lnTo>
                    <a:pt x="161798" y="379603"/>
                  </a:lnTo>
                  <a:lnTo>
                    <a:pt x="137159" y="416560"/>
                  </a:lnTo>
                  <a:lnTo>
                    <a:pt x="114426" y="454660"/>
                  </a:lnTo>
                  <a:lnTo>
                    <a:pt x="93472" y="494030"/>
                  </a:lnTo>
                  <a:lnTo>
                    <a:pt x="74549" y="534543"/>
                  </a:lnTo>
                  <a:lnTo>
                    <a:pt x="57530" y="576199"/>
                  </a:lnTo>
                  <a:lnTo>
                    <a:pt x="42672" y="618744"/>
                  </a:lnTo>
                  <a:lnTo>
                    <a:pt x="29845" y="662305"/>
                  </a:lnTo>
                  <a:lnTo>
                    <a:pt x="19303" y="706755"/>
                  </a:lnTo>
                  <a:lnTo>
                    <a:pt x="10922" y="751967"/>
                  </a:lnTo>
                  <a:lnTo>
                    <a:pt x="4952" y="797941"/>
                  </a:lnTo>
                  <a:lnTo>
                    <a:pt x="1270" y="844676"/>
                  </a:lnTo>
                  <a:lnTo>
                    <a:pt x="0" y="892048"/>
                  </a:lnTo>
                  <a:lnTo>
                    <a:pt x="1270" y="939546"/>
                  </a:lnTo>
                  <a:lnTo>
                    <a:pt x="4952" y="986155"/>
                  </a:lnTo>
                  <a:lnTo>
                    <a:pt x="10922" y="1032256"/>
                  </a:lnTo>
                  <a:lnTo>
                    <a:pt x="19303" y="1077468"/>
                  </a:lnTo>
                  <a:lnTo>
                    <a:pt x="29845" y="1121918"/>
                  </a:lnTo>
                  <a:lnTo>
                    <a:pt x="42672" y="1165479"/>
                  </a:lnTo>
                  <a:lnTo>
                    <a:pt x="57530" y="1208024"/>
                  </a:lnTo>
                  <a:lnTo>
                    <a:pt x="74549" y="1249680"/>
                  </a:lnTo>
                  <a:lnTo>
                    <a:pt x="93472" y="1290193"/>
                  </a:lnTo>
                  <a:lnTo>
                    <a:pt x="114426" y="1329436"/>
                  </a:lnTo>
                  <a:lnTo>
                    <a:pt x="137159" y="1367663"/>
                  </a:lnTo>
                  <a:lnTo>
                    <a:pt x="161798" y="1404620"/>
                  </a:lnTo>
                  <a:lnTo>
                    <a:pt x="188214" y="1440180"/>
                  </a:lnTo>
                  <a:lnTo>
                    <a:pt x="216153" y="1474343"/>
                  </a:lnTo>
                  <a:lnTo>
                    <a:pt x="245872" y="1507109"/>
                  </a:lnTo>
                  <a:lnTo>
                    <a:pt x="277114" y="1538351"/>
                  </a:lnTo>
                  <a:lnTo>
                    <a:pt x="309879" y="1568069"/>
                  </a:lnTo>
                  <a:lnTo>
                    <a:pt x="344043" y="1596009"/>
                  </a:lnTo>
                  <a:lnTo>
                    <a:pt x="379602" y="1622425"/>
                  </a:lnTo>
                  <a:lnTo>
                    <a:pt x="416559" y="1647063"/>
                  </a:lnTo>
                  <a:lnTo>
                    <a:pt x="454659" y="1669796"/>
                  </a:lnTo>
                  <a:lnTo>
                    <a:pt x="494029" y="1690751"/>
                  </a:lnTo>
                  <a:lnTo>
                    <a:pt x="534543" y="1709674"/>
                  </a:lnTo>
                  <a:lnTo>
                    <a:pt x="576199" y="1726692"/>
                  </a:lnTo>
                  <a:lnTo>
                    <a:pt x="618744" y="1741551"/>
                  </a:lnTo>
                  <a:lnTo>
                    <a:pt x="662304" y="1754378"/>
                  </a:lnTo>
                  <a:lnTo>
                    <a:pt x="706754" y="1764919"/>
                  </a:lnTo>
                  <a:lnTo>
                    <a:pt x="751967" y="1773301"/>
                  </a:lnTo>
                  <a:lnTo>
                    <a:pt x="797941" y="1779270"/>
                  </a:lnTo>
                  <a:lnTo>
                    <a:pt x="844676" y="1782953"/>
                  </a:lnTo>
                  <a:lnTo>
                    <a:pt x="892048" y="1784223"/>
                  </a:lnTo>
                  <a:lnTo>
                    <a:pt x="939546" y="1782953"/>
                  </a:lnTo>
                  <a:lnTo>
                    <a:pt x="986154" y="1779270"/>
                  </a:lnTo>
                  <a:lnTo>
                    <a:pt x="1032255" y="1773301"/>
                  </a:lnTo>
                  <a:lnTo>
                    <a:pt x="1077468" y="1764919"/>
                  </a:lnTo>
                  <a:lnTo>
                    <a:pt x="1121918" y="1754378"/>
                  </a:lnTo>
                  <a:lnTo>
                    <a:pt x="1165478" y="1741551"/>
                  </a:lnTo>
                  <a:lnTo>
                    <a:pt x="1208024" y="1726692"/>
                  </a:lnTo>
                  <a:lnTo>
                    <a:pt x="1249679" y="1709674"/>
                  </a:lnTo>
                  <a:lnTo>
                    <a:pt x="1290193" y="1690751"/>
                  </a:lnTo>
                  <a:lnTo>
                    <a:pt x="1329436" y="1669796"/>
                  </a:lnTo>
                  <a:lnTo>
                    <a:pt x="1367663" y="1647063"/>
                  </a:lnTo>
                  <a:lnTo>
                    <a:pt x="1404620" y="1622425"/>
                  </a:lnTo>
                  <a:lnTo>
                    <a:pt x="1440179" y="1596009"/>
                  </a:lnTo>
                  <a:lnTo>
                    <a:pt x="1474343" y="1568069"/>
                  </a:lnTo>
                  <a:lnTo>
                    <a:pt x="1507108" y="1538351"/>
                  </a:lnTo>
                  <a:lnTo>
                    <a:pt x="1538351" y="1507109"/>
                  </a:lnTo>
                  <a:lnTo>
                    <a:pt x="1568069" y="1474343"/>
                  </a:lnTo>
                  <a:lnTo>
                    <a:pt x="1596008" y="1440180"/>
                  </a:lnTo>
                  <a:lnTo>
                    <a:pt x="1622425" y="1404620"/>
                  </a:lnTo>
                  <a:lnTo>
                    <a:pt x="1647063" y="1367663"/>
                  </a:lnTo>
                  <a:lnTo>
                    <a:pt x="1669796" y="1329436"/>
                  </a:lnTo>
                  <a:lnTo>
                    <a:pt x="1690751" y="1290193"/>
                  </a:lnTo>
                  <a:lnTo>
                    <a:pt x="1709674" y="1249680"/>
                  </a:lnTo>
                  <a:lnTo>
                    <a:pt x="1726692" y="1208024"/>
                  </a:lnTo>
                  <a:lnTo>
                    <a:pt x="1741551" y="1165479"/>
                  </a:lnTo>
                  <a:lnTo>
                    <a:pt x="1754377" y="1121918"/>
                  </a:lnTo>
                  <a:lnTo>
                    <a:pt x="1764919" y="1077468"/>
                  </a:lnTo>
                  <a:lnTo>
                    <a:pt x="1773301" y="1032256"/>
                  </a:lnTo>
                  <a:lnTo>
                    <a:pt x="1779270" y="986155"/>
                  </a:lnTo>
                  <a:lnTo>
                    <a:pt x="1782952" y="939546"/>
                  </a:lnTo>
                  <a:lnTo>
                    <a:pt x="1784223" y="892048"/>
                  </a:lnTo>
                  <a:lnTo>
                    <a:pt x="1782952" y="844676"/>
                  </a:lnTo>
                  <a:lnTo>
                    <a:pt x="1779270" y="797941"/>
                  </a:lnTo>
                  <a:lnTo>
                    <a:pt x="1773301" y="751967"/>
                  </a:lnTo>
                  <a:lnTo>
                    <a:pt x="1764919" y="706755"/>
                  </a:lnTo>
                  <a:lnTo>
                    <a:pt x="1754377" y="662305"/>
                  </a:lnTo>
                  <a:lnTo>
                    <a:pt x="1741551" y="618744"/>
                  </a:lnTo>
                  <a:lnTo>
                    <a:pt x="1726692" y="576199"/>
                  </a:lnTo>
                  <a:lnTo>
                    <a:pt x="1709674" y="534543"/>
                  </a:lnTo>
                  <a:lnTo>
                    <a:pt x="1690751" y="494030"/>
                  </a:lnTo>
                  <a:lnTo>
                    <a:pt x="1669796" y="454660"/>
                  </a:lnTo>
                  <a:lnTo>
                    <a:pt x="1647063" y="416560"/>
                  </a:lnTo>
                  <a:lnTo>
                    <a:pt x="1622425" y="379603"/>
                  </a:lnTo>
                  <a:lnTo>
                    <a:pt x="1596008" y="344043"/>
                  </a:lnTo>
                  <a:lnTo>
                    <a:pt x="1568069" y="309880"/>
                  </a:lnTo>
                  <a:lnTo>
                    <a:pt x="1538351" y="277113"/>
                  </a:lnTo>
                  <a:lnTo>
                    <a:pt x="1507108" y="245872"/>
                  </a:lnTo>
                  <a:lnTo>
                    <a:pt x="1474343" y="216154"/>
                  </a:lnTo>
                  <a:lnTo>
                    <a:pt x="1440179" y="188213"/>
                  </a:lnTo>
                  <a:lnTo>
                    <a:pt x="1404620" y="161798"/>
                  </a:lnTo>
                  <a:lnTo>
                    <a:pt x="1367663" y="137160"/>
                  </a:lnTo>
                  <a:lnTo>
                    <a:pt x="1329436" y="114426"/>
                  </a:lnTo>
                  <a:lnTo>
                    <a:pt x="1290193" y="93472"/>
                  </a:lnTo>
                  <a:lnTo>
                    <a:pt x="1249679" y="74549"/>
                  </a:lnTo>
                  <a:lnTo>
                    <a:pt x="1208024" y="57531"/>
                  </a:lnTo>
                  <a:lnTo>
                    <a:pt x="1165478" y="42672"/>
                  </a:lnTo>
                  <a:lnTo>
                    <a:pt x="1121918" y="29845"/>
                  </a:lnTo>
                  <a:lnTo>
                    <a:pt x="1077468" y="19304"/>
                  </a:lnTo>
                  <a:lnTo>
                    <a:pt x="1032255" y="10922"/>
                  </a:lnTo>
                  <a:lnTo>
                    <a:pt x="986154" y="4953"/>
                  </a:lnTo>
                  <a:lnTo>
                    <a:pt x="939546" y="1270"/>
                  </a:lnTo>
                  <a:lnTo>
                    <a:pt x="892048" y="0"/>
                  </a:lnTo>
                  <a:close/>
                </a:path>
              </a:pathLst>
            </a:custGeom>
            <a:solidFill>
              <a:srgbClr val="76B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5528" y="2394204"/>
              <a:ext cx="1024127" cy="102412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698105" y="4272737"/>
            <a:ext cx="2421255" cy="79311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22300" marR="5080" indent="-609600">
              <a:lnSpc>
                <a:spcPts val="2800"/>
              </a:lnSpc>
              <a:spcBef>
                <a:spcPts val="560"/>
              </a:spcBef>
            </a:pPr>
            <a:r>
              <a:rPr sz="2700" spc="-75" dirty="0">
                <a:latin typeface="Trebuchet MS"/>
                <a:cs typeface="Trebuchet MS"/>
              </a:rPr>
              <a:t>STOCK</a:t>
            </a:r>
            <a:r>
              <a:rPr sz="2700" spc="-19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TRADING ROBOTS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8539" y="273253"/>
            <a:ext cx="2248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>
                <a:latin typeface="Calibri Light"/>
                <a:cs typeface="Calibri Light"/>
              </a:rPr>
              <a:t>Perceptron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862637" y="3032569"/>
            <a:ext cx="923925" cy="966469"/>
            <a:chOff x="5862637" y="3032569"/>
            <a:chExt cx="923925" cy="966469"/>
          </a:xfrm>
        </p:grpSpPr>
        <p:sp>
          <p:nvSpPr>
            <p:cNvPr id="4" name="object 4"/>
            <p:cNvSpPr/>
            <p:nvPr/>
          </p:nvSpPr>
          <p:spPr>
            <a:xfrm>
              <a:off x="5867400" y="3037332"/>
              <a:ext cx="914400" cy="956944"/>
            </a:xfrm>
            <a:custGeom>
              <a:avLst/>
              <a:gdLst/>
              <a:ahLst/>
              <a:cxnLst/>
              <a:rect l="l" t="t" r="r" b="b"/>
              <a:pathLst>
                <a:path w="914400" h="956945">
                  <a:moveTo>
                    <a:pt x="457200" y="0"/>
                  </a:moveTo>
                  <a:lnTo>
                    <a:pt x="410463" y="2412"/>
                  </a:lnTo>
                  <a:lnTo>
                    <a:pt x="365125" y="9779"/>
                  </a:lnTo>
                  <a:lnTo>
                    <a:pt x="321310" y="21462"/>
                  </a:lnTo>
                  <a:lnTo>
                    <a:pt x="279273" y="37592"/>
                  </a:lnTo>
                  <a:lnTo>
                    <a:pt x="239267" y="57785"/>
                  </a:lnTo>
                  <a:lnTo>
                    <a:pt x="201549" y="81661"/>
                  </a:lnTo>
                  <a:lnTo>
                    <a:pt x="166370" y="109219"/>
                  </a:lnTo>
                  <a:lnTo>
                    <a:pt x="133858" y="140081"/>
                  </a:lnTo>
                  <a:lnTo>
                    <a:pt x="104394" y="173990"/>
                  </a:lnTo>
                  <a:lnTo>
                    <a:pt x="78104" y="210819"/>
                  </a:lnTo>
                  <a:lnTo>
                    <a:pt x="55245" y="250317"/>
                  </a:lnTo>
                  <a:lnTo>
                    <a:pt x="35940" y="292100"/>
                  </a:lnTo>
                  <a:lnTo>
                    <a:pt x="20574" y="336042"/>
                  </a:lnTo>
                  <a:lnTo>
                    <a:pt x="9271" y="381888"/>
                  </a:lnTo>
                  <a:lnTo>
                    <a:pt x="2412" y="429387"/>
                  </a:lnTo>
                  <a:lnTo>
                    <a:pt x="0" y="478281"/>
                  </a:lnTo>
                  <a:lnTo>
                    <a:pt x="2412" y="527176"/>
                  </a:lnTo>
                  <a:lnTo>
                    <a:pt x="9271" y="574675"/>
                  </a:lnTo>
                  <a:lnTo>
                    <a:pt x="20574" y="620522"/>
                  </a:lnTo>
                  <a:lnTo>
                    <a:pt x="35940" y="664463"/>
                  </a:lnTo>
                  <a:lnTo>
                    <a:pt x="55245" y="706247"/>
                  </a:lnTo>
                  <a:lnTo>
                    <a:pt x="78104" y="745744"/>
                  </a:lnTo>
                  <a:lnTo>
                    <a:pt x="104394" y="782574"/>
                  </a:lnTo>
                  <a:lnTo>
                    <a:pt x="133858" y="816482"/>
                  </a:lnTo>
                  <a:lnTo>
                    <a:pt x="166370" y="847344"/>
                  </a:lnTo>
                  <a:lnTo>
                    <a:pt x="201549" y="874903"/>
                  </a:lnTo>
                  <a:lnTo>
                    <a:pt x="239267" y="898779"/>
                  </a:lnTo>
                  <a:lnTo>
                    <a:pt x="279273" y="918972"/>
                  </a:lnTo>
                  <a:lnTo>
                    <a:pt x="321310" y="935101"/>
                  </a:lnTo>
                  <a:lnTo>
                    <a:pt x="365125" y="946785"/>
                  </a:lnTo>
                  <a:lnTo>
                    <a:pt x="410463" y="954151"/>
                  </a:lnTo>
                  <a:lnTo>
                    <a:pt x="457200" y="956563"/>
                  </a:lnTo>
                  <a:lnTo>
                    <a:pt x="503936" y="954151"/>
                  </a:lnTo>
                  <a:lnTo>
                    <a:pt x="549275" y="946785"/>
                  </a:lnTo>
                  <a:lnTo>
                    <a:pt x="593089" y="935101"/>
                  </a:lnTo>
                  <a:lnTo>
                    <a:pt x="635126" y="918972"/>
                  </a:lnTo>
                  <a:lnTo>
                    <a:pt x="675131" y="898779"/>
                  </a:lnTo>
                  <a:lnTo>
                    <a:pt x="712851" y="874903"/>
                  </a:lnTo>
                  <a:lnTo>
                    <a:pt x="748029" y="847344"/>
                  </a:lnTo>
                  <a:lnTo>
                    <a:pt x="780415" y="816482"/>
                  </a:lnTo>
                  <a:lnTo>
                    <a:pt x="810005" y="782574"/>
                  </a:lnTo>
                  <a:lnTo>
                    <a:pt x="836295" y="745744"/>
                  </a:lnTo>
                  <a:lnTo>
                    <a:pt x="859154" y="706247"/>
                  </a:lnTo>
                  <a:lnTo>
                    <a:pt x="878458" y="664463"/>
                  </a:lnTo>
                  <a:lnTo>
                    <a:pt x="893826" y="620522"/>
                  </a:lnTo>
                  <a:lnTo>
                    <a:pt x="905128" y="574675"/>
                  </a:lnTo>
                  <a:lnTo>
                    <a:pt x="911986" y="527176"/>
                  </a:lnTo>
                  <a:lnTo>
                    <a:pt x="914400" y="478281"/>
                  </a:lnTo>
                  <a:lnTo>
                    <a:pt x="911986" y="429387"/>
                  </a:lnTo>
                  <a:lnTo>
                    <a:pt x="905128" y="381888"/>
                  </a:lnTo>
                  <a:lnTo>
                    <a:pt x="893826" y="336042"/>
                  </a:lnTo>
                  <a:lnTo>
                    <a:pt x="878458" y="292100"/>
                  </a:lnTo>
                  <a:lnTo>
                    <a:pt x="859154" y="250317"/>
                  </a:lnTo>
                  <a:lnTo>
                    <a:pt x="836295" y="210819"/>
                  </a:lnTo>
                  <a:lnTo>
                    <a:pt x="810005" y="173990"/>
                  </a:lnTo>
                  <a:lnTo>
                    <a:pt x="780415" y="140081"/>
                  </a:lnTo>
                  <a:lnTo>
                    <a:pt x="748029" y="109219"/>
                  </a:lnTo>
                  <a:lnTo>
                    <a:pt x="712851" y="81661"/>
                  </a:lnTo>
                  <a:lnTo>
                    <a:pt x="675131" y="57785"/>
                  </a:lnTo>
                  <a:lnTo>
                    <a:pt x="635126" y="37592"/>
                  </a:lnTo>
                  <a:lnTo>
                    <a:pt x="593089" y="21462"/>
                  </a:lnTo>
                  <a:lnTo>
                    <a:pt x="549275" y="9779"/>
                  </a:lnTo>
                  <a:lnTo>
                    <a:pt x="503936" y="2412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5B9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67400" y="3037332"/>
              <a:ext cx="914400" cy="956944"/>
            </a:xfrm>
            <a:custGeom>
              <a:avLst/>
              <a:gdLst/>
              <a:ahLst/>
              <a:cxnLst/>
              <a:rect l="l" t="t" r="r" b="b"/>
              <a:pathLst>
                <a:path w="914400" h="956945">
                  <a:moveTo>
                    <a:pt x="0" y="478281"/>
                  </a:moveTo>
                  <a:lnTo>
                    <a:pt x="2412" y="429387"/>
                  </a:lnTo>
                  <a:lnTo>
                    <a:pt x="9271" y="381888"/>
                  </a:lnTo>
                  <a:lnTo>
                    <a:pt x="20574" y="336042"/>
                  </a:lnTo>
                  <a:lnTo>
                    <a:pt x="35940" y="292100"/>
                  </a:lnTo>
                  <a:lnTo>
                    <a:pt x="55245" y="250317"/>
                  </a:lnTo>
                  <a:lnTo>
                    <a:pt x="78104" y="210819"/>
                  </a:lnTo>
                  <a:lnTo>
                    <a:pt x="104394" y="173990"/>
                  </a:lnTo>
                  <a:lnTo>
                    <a:pt x="133858" y="140081"/>
                  </a:lnTo>
                  <a:lnTo>
                    <a:pt x="166370" y="109219"/>
                  </a:lnTo>
                  <a:lnTo>
                    <a:pt x="201549" y="81661"/>
                  </a:lnTo>
                  <a:lnTo>
                    <a:pt x="239267" y="57785"/>
                  </a:lnTo>
                  <a:lnTo>
                    <a:pt x="279273" y="37592"/>
                  </a:lnTo>
                  <a:lnTo>
                    <a:pt x="321310" y="21462"/>
                  </a:lnTo>
                  <a:lnTo>
                    <a:pt x="365125" y="9779"/>
                  </a:lnTo>
                  <a:lnTo>
                    <a:pt x="410463" y="2412"/>
                  </a:lnTo>
                  <a:lnTo>
                    <a:pt x="457200" y="0"/>
                  </a:lnTo>
                  <a:lnTo>
                    <a:pt x="503936" y="2412"/>
                  </a:lnTo>
                  <a:lnTo>
                    <a:pt x="549275" y="9779"/>
                  </a:lnTo>
                  <a:lnTo>
                    <a:pt x="593089" y="21462"/>
                  </a:lnTo>
                  <a:lnTo>
                    <a:pt x="635126" y="37592"/>
                  </a:lnTo>
                  <a:lnTo>
                    <a:pt x="675131" y="57785"/>
                  </a:lnTo>
                  <a:lnTo>
                    <a:pt x="712851" y="81661"/>
                  </a:lnTo>
                  <a:lnTo>
                    <a:pt x="748029" y="109219"/>
                  </a:lnTo>
                  <a:lnTo>
                    <a:pt x="780415" y="140081"/>
                  </a:lnTo>
                  <a:lnTo>
                    <a:pt x="810005" y="173990"/>
                  </a:lnTo>
                  <a:lnTo>
                    <a:pt x="836295" y="210819"/>
                  </a:lnTo>
                  <a:lnTo>
                    <a:pt x="859154" y="250317"/>
                  </a:lnTo>
                  <a:lnTo>
                    <a:pt x="878458" y="292100"/>
                  </a:lnTo>
                  <a:lnTo>
                    <a:pt x="893826" y="336042"/>
                  </a:lnTo>
                  <a:lnTo>
                    <a:pt x="905128" y="381888"/>
                  </a:lnTo>
                  <a:lnTo>
                    <a:pt x="911986" y="429387"/>
                  </a:lnTo>
                  <a:lnTo>
                    <a:pt x="914400" y="478281"/>
                  </a:lnTo>
                  <a:lnTo>
                    <a:pt x="911986" y="527176"/>
                  </a:lnTo>
                  <a:lnTo>
                    <a:pt x="905128" y="574675"/>
                  </a:lnTo>
                  <a:lnTo>
                    <a:pt x="893826" y="620522"/>
                  </a:lnTo>
                  <a:lnTo>
                    <a:pt x="878458" y="664463"/>
                  </a:lnTo>
                  <a:lnTo>
                    <a:pt x="859154" y="706247"/>
                  </a:lnTo>
                  <a:lnTo>
                    <a:pt x="836295" y="745744"/>
                  </a:lnTo>
                  <a:lnTo>
                    <a:pt x="810005" y="782574"/>
                  </a:lnTo>
                  <a:lnTo>
                    <a:pt x="780415" y="816482"/>
                  </a:lnTo>
                  <a:lnTo>
                    <a:pt x="748029" y="847344"/>
                  </a:lnTo>
                  <a:lnTo>
                    <a:pt x="712851" y="874903"/>
                  </a:lnTo>
                  <a:lnTo>
                    <a:pt x="675131" y="898779"/>
                  </a:lnTo>
                  <a:lnTo>
                    <a:pt x="635126" y="918972"/>
                  </a:lnTo>
                  <a:lnTo>
                    <a:pt x="593089" y="935101"/>
                  </a:lnTo>
                  <a:lnTo>
                    <a:pt x="549275" y="946785"/>
                  </a:lnTo>
                  <a:lnTo>
                    <a:pt x="503936" y="954151"/>
                  </a:lnTo>
                  <a:lnTo>
                    <a:pt x="457200" y="956563"/>
                  </a:lnTo>
                  <a:lnTo>
                    <a:pt x="410463" y="954151"/>
                  </a:lnTo>
                  <a:lnTo>
                    <a:pt x="365125" y="946785"/>
                  </a:lnTo>
                  <a:lnTo>
                    <a:pt x="321310" y="935101"/>
                  </a:lnTo>
                  <a:lnTo>
                    <a:pt x="279273" y="918972"/>
                  </a:lnTo>
                  <a:lnTo>
                    <a:pt x="239267" y="898779"/>
                  </a:lnTo>
                  <a:lnTo>
                    <a:pt x="201549" y="874903"/>
                  </a:lnTo>
                  <a:lnTo>
                    <a:pt x="166370" y="847344"/>
                  </a:lnTo>
                  <a:lnTo>
                    <a:pt x="133858" y="816482"/>
                  </a:lnTo>
                  <a:lnTo>
                    <a:pt x="104394" y="782574"/>
                  </a:lnTo>
                  <a:lnTo>
                    <a:pt x="78104" y="745744"/>
                  </a:lnTo>
                  <a:lnTo>
                    <a:pt x="55245" y="706247"/>
                  </a:lnTo>
                  <a:lnTo>
                    <a:pt x="35940" y="664463"/>
                  </a:lnTo>
                  <a:lnTo>
                    <a:pt x="20574" y="620522"/>
                  </a:lnTo>
                  <a:lnTo>
                    <a:pt x="9271" y="574675"/>
                  </a:lnTo>
                  <a:lnTo>
                    <a:pt x="2412" y="527176"/>
                  </a:lnTo>
                  <a:lnTo>
                    <a:pt x="0" y="47828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891027" y="1996439"/>
            <a:ext cx="1300480" cy="169545"/>
            <a:chOff x="2891027" y="1996439"/>
            <a:chExt cx="1300480" cy="1695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1027" y="1996439"/>
              <a:ext cx="161544" cy="1691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48000" y="2042159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1143000" y="38100"/>
                  </a:moveTo>
                  <a:lnTo>
                    <a:pt x="1130300" y="31750"/>
                  </a:lnTo>
                  <a:lnTo>
                    <a:pt x="1066800" y="0"/>
                  </a:lnTo>
                  <a:lnTo>
                    <a:pt x="106680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1066800" y="44450"/>
                  </a:lnTo>
                  <a:lnTo>
                    <a:pt x="1066800" y="76200"/>
                  </a:lnTo>
                  <a:lnTo>
                    <a:pt x="1130300" y="44450"/>
                  </a:lnTo>
                  <a:lnTo>
                    <a:pt x="11430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891027" y="5184647"/>
            <a:ext cx="1224280" cy="169545"/>
            <a:chOff x="2891027" y="5184647"/>
            <a:chExt cx="1224280" cy="16954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1027" y="5184647"/>
              <a:ext cx="161544" cy="1691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47999" y="5263641"/>
              <a:ext cx="1066800" cy="12700"/>
            </a:xfrm>
            <a:custGeom>
              <a:avLst/>
              <a:gdLst/>
              <a:ahLst/>
              <a:cxnLst/>
              <a:rect l="l" t="t" r="r" b="b"/>
              <a:pathLst>
                <a:path w="1066800" h="12700">
                  <a:moveTo>
                    <a:pt x="10668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066800" y="127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891027" y="3430523"/>
            <a:ext cx="1300480" cy="169545"/>
            <a:chOff x="2891027" y="3430523"/>
            <a:chExt cx="1300480" cy="16954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1027" y="3430523"/>
              <a:ext cx="161544" cy="1691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48000" y="3477767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1143000" y="38100"/>
                  </a:moveTo>
                  <a:lnTo>
                    <a:pt x="1130300" y="31750"/>
                  </a:lnTo>
                  <a:lnTo>
                    <a:pt x="1066800" y="0"/>
                  </a:lnTo>
                  <a:lnTo>
                    <a:pt x="106680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1066800" y="44450"/>
                  </a:lnTo>
                  <a:lnTo>
                    <a:pt x="1066800" y="76200"/>
                  </a:lnTo>
                  <a:lnTo>
                    <a:pt x="1130300" y="44450"/>
                  </a:lnTo>
                  <a:lnTo>
                    <a:pt x="11430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2210561" y="1762505"/>
            <a:ext cx="304800" cy="3826510"/>
          </a:xfrm>
          <a:custGeom>
            <a:avLst/>
            <a:gdLst/>
            <a:ahLst/>
            <a:cxnLst/>
            <a:rect l="l" t="t" r="r" b="b"/>
            <a:pathLst>
              <a:path w="304800" h="3826510">
                <a:moveTo>
                  <a:pt x="304800" y="3826383"/>
                </a:moveTo>
                <a:lnTo>
                  <a:pt x="245490" y="3802430"/>
                </a:lnTo>
                <a:lnTo>
                  <a:pt x="219582" y="3774338"/>
                </a:lnTo>
                <a:lnTo>
                  <a:pt x="196976" y="3737114"/>
                </a:lnTo>
                <a:lnTo>
                  <a:pt x="178435" y="3692017"/>
                </a:lnTo>
                <a:lnTo>
                  <a:pt x="164337" y="3640239"/>
                </a:lnTo>
                <a:lnTo>
                  <a:pt x="155448" y="3583038"/>
                </a:lnTo>
                <a:lnTo>
                  <a:pt x="152400" y="3521608"/>
                </a:lnTo>
                <a:lnTo>
                  <a:pt x="152400" y="2217928"/>
                </a:lnTo>
                <a:lnTo>
                  <a:pt x="149351" y="2156587"/>
                </a:lnTo>
                <a:lnTo>
                  <a:pt x="140462" y="2099310"/>
                </a:lnTo>
                <a:lnTo>
                  <a:pt x="126364" y="2047621"/>
                </a:lnTo>
                <a:lnTo>
                  <a:pt x="107823" y="2002536"/>
                </a:lnTo>
                <a:lnTo>
                  <a:pt x="85217" y="1965198"/>
                </a:lnTo>
                <a:lnTo>
                  <a:pt x="59308" y="1937131"/>
                </a:lnTo>
                <a:lnTo>
                  <a:pt x="0" y="1913128"/>
                </a:lnTo>
                <a:lnTo>
                  <a:pt x="30733" y="1907032"/>
                </a:lnTo>
                <a:lnTo>
                  <a:pt x="85217" y="1861185"/>
                </a:lnTo>
                <a:lnTo>
                  <a:pt x="107823" y="1823847"/>
                </a:lnTo>
                <a:lnTo>
                  <a:pt x="126364" y="1778762"/>
                </a:lnTo>
                <a:lnTo>
                  <a:pt x="140462" y="1727073"/>
                </a:lnTo>
                <a:lnTo>
                  <a:pt x="149351" y="1669796"/>
                </a:lnTo>
                <a:lnTo>
                  <a:pt x="152400" y="1608455"/>
                </a:lnTo>
                <a:lnTo>
                  <a:pt x="152400" y="304800"/>
                </a:lnTo>
                <a:lnTo>
                  <a:pt x="155448" y="243332"/>
                </a:lnTo>
                <a:lnTo>
                  <a:pt x="164337" y="186182"/>
                </a:lnTo>
                <a:lnTo>
                  <a:pt x="178435" y="134366"/>
                </a:lnTo>
                <a:lnTo>
                  <a:pt x="196976" y="89281"/>
                </a:lnTo>
                <a:lnTo>
                  <a:pt x="219582" y="52070"/>
                </a:lnTo>
                <a:lnTo>
                  <a:pt x="245490" y="24003"/>
                </a:lnTo>
                <a:lnTo>
                  <a:pt x="274065" y="6223"/>
                </a:lnTo>
                <a:lnTo>
                  <a:pt x="304800" y="0"/>
                </a:lnTo>
              </a:path>
            </a:pathLst>
          </a:custGeom>
          <a:ln w="1981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26539" y="3596716"/>
            <a:ext cx="675640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Input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values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70375" y="5525515"/>
            <a:ext cx="8178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weights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75628" y="4089908"/>
            <a:ext cx="100456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0000FF"/>
                </a:solidFill>
                <a:latin typeface="Times New Roman"/>
                <a:cs typeface="Times New Roman"/>
              </a:rPr>
              <a:t>Summing 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function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46470" y="1139139"/>
            <a:ext cx="476884" cy="676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320"/>
              </a:lnSpc>
              <a:spcBef>
                <a:spcPts val="105"/>
              </a:spcBef>
            </a:pPr>
            <a:r>
              <a:rPr sz="2000" spc="-20" dirty="0">
                <a:solidFill>
                  <a:srgbClr val="0000FF"/>
                </a:solidFill>
                <a:latin typeface="Times New Roman"/>
                <a:cs typeface="Times New Roman"/>
              </a:rPr>
              <a:t>Bias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ts val="2800"/>
              </a:lnSpc>
            </a:pPr>
            <a:r>
              <a:rPr sz="2400" i="1" spc="-5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57464" y="2255901"/>
            <a:ext cx="10979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Activation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function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01961" y="2973451"/>
            <a:ext cx="7346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888473" y="3258439"/>
            <a:ext cx="161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991600" y="3477767"/>
            <a:ext cx="838200" cy="76200"/>
          </a:xfrm>
          <a:custGeom>
            <a:avLst/>
            <a:gdLst/>
            <a:ahLst/>
            <a:cxnLst/>
            <a:rect l="l" t="t" r="r" b="b"/>
            <a:pathLst>
              <a:path w="838200" h="76200">
                <a:moveTo>
                  <a:pt x="838200" y="38100"/>
                </a:moveTo>
                <a:lnTo>
                  <a:pt x="825500" y="31750"/>
                </a:ln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44450"/>
                </a:lnTo>
                <a:lnTo>
                  <a:pt x="762000" y="44450"/>
                </a:lnTo>
                <a:lnTo>
                  <a:pt x="762000" y="76200"/>
                </a:lnTo>
                <a:lnTo>
                  <a:pt x="825500" y="44450"/>
                </a:lnTo>
                <a:lnTo>
                  <a:pt x="8382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4719828" y="1836420"/>
            <a:ext cx="3357245" cy="3357245"/>
            <a:chOff x="4719828" y="1836420"/>
            <a:chExt cx="3357245" cy="3357245"/>
          </a:xfrm>
        </p:grpSpPr>
        <p:sp>
          <p:nvSpPr>
            <p:cNvPr id="26" name="object 26"/>
            <p:cNvSpPr/>
            <p:nvPr/>
          </p:nvSpPr>
          <p:spPr>
            <a:xfrm>
              <a:off x="4719828" y="2154935"/>
              <a:ext cx="3357245" cy="3038475"/>
            </a:xfrm>
            <a:custGeom>
              <a:avLst/>
              <a:gdLst/>
              <a:ahLst/>
              <a:cxnLst/>
              <a:rect l="l" t="t" r="r" b="b"/>
              <a:pathLst>
                <a:path w="3357245" h="3038475">
                  <a:moveTo>
                    <a:pt x="1147064" y="1359916"/>
                  </a:moveTo>
                  <a:lnTo>
                    <a:pt x="1070864" y="1321816"/>
                  </a:lnTo>
                  <a:lnTo>
                    <a:pt x="1070864" y="1353566"/>
                  </a:lnTo>
                  <a:lnTo>
                    <a:pt x="4064" y="1353566"/>
                  </a:lnTo>
                  <a:lnTo>
                    <a:pt x="4064" y="1366266"/>
                  </a:lnTo>
                  <a:lnTo>
                    <a:pt x="1070864" y="1366266"/>
                  </a:lnTo>
                  <a:lnTo>
                    <a:pt x="1070864" y="1398016"/>
                  </a:lnTo>
                  <a:lnTo>
                    <a:pt x="1147064" y="1359916"/>
                  </a:lnTo>
                  <a:close/>
                </a:path>
                <a:path w="3357245" h="3038475">
                  <a:moveTo>
                    <a:pt x="1299464" y="1041400"/>
                  </a:moveTo>
                  <a:lnTo>
                    <a:pt x="1263777" y="964057"/>
                  </a:lnTo>
                  <a:lnTo>
                    <a:pt x="1243965" y="988822"/>
                  </a:lnTo>
                  <a:lnTo>
                    <a:pt x="8001" y="0"/>
                  </a:lnTo>
                  <a:lnTo>
                    <a:pt x="127" y="9906"/>
                  </a:lnTo>
                  <a:lnTo>
                    <a:pt x="1235964" y="998728"/>
                  </a:lnTo>
                  <a:lnTo>
                    <a:pt x="1216152" y="1023493"/>
                  </a:lnTo>
                  <a:lnTo>
                    <a:pt x="1299464" y="1041400"/>
                  </a:lnTo>
                  <a:close/>
                </a:path>
                <a:path w="3357245" h="3038475">
                  <a:moveTo>
                    <a:pt x="1451864" y="1838579"/>
                  </a:moveTo>
                  <a:lnTo>
                    <a:pt x="1368806" y="1857756"/>
                  </a:lnTo>
                  <a:lnTo>
                    <a:pt x="1389126" y="1882267"/>
                  </a:lnTo>
                  <a:lnTo>
                    <a:pt x="0" y="3028569"/>
                  </a:lnTo>
                  <a:lnTo>
                    <a:pt x="8128" y="3038475"/>
                  </a:lnTo>
                  <a:lnTo>
                    <a:pt x="1397127" y="1892046"/>
                  </a:lnTo>
                  <a:lnTo>
                    <a:pt x="1417320" y="1916430"/>
                  </a:lnTo>
                  <a:lnTo>
                    <a:pt x="1451864" y="1838579"/>
                  </a:lnTo>
                  <a:close/>
                </a:path>
                <a:path w="3357245" h="3038475">
                  <a:moveTo>
                    <a:pt x="3356991" y="1359916"/>
                  </a:moveTo>
                  <a:lnTo>
                    <a:pt x="3280791" y="1321816"/>
                  </a:lnTo>
                  <a:lnTo>
                    <a:pt x="3280791" y="1353566"/>
                  </a:lnTo>
                  <a:lnTo>
                    <a:pt x="2061591" y="1353566"/>
                  </a:lnTo>
                  <a:lnTo>
                    <a:pt x="2061591" y="1366266"/>
                  </a:lnTo>
                  <a:lnTo>
                    <a:pt x="3280791" y="1366266"/>
                  </a:lnTo>
                  <a:lnTo>
                    <a:pt x="3280791" y="1398016"/>
                  </a:lnTo>
                  <a:lnTo>
                    <a:pt x="3356991" y="1359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7628" y="1836420"/>
              <a:ext cx="161544" cy="16916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210300" y="2001011"/>
              <a:ext cx="76200" cy="1036319"/>
            </a:xfrm>
            <a:custGeom>
              <a:avLst/>
              <a:gdLst/>
              <a:ahLst/>
              <a:cxnLst/>
              <a:rect l="l" t="t" r="r" b="b"/>
              <a:pathLst>
                <a:path w="76200" h="1036319">
                  <a:moveTo>
                    <a:pt x="76200" y="960120"/>
                  </a:moveTo>
                  <a:lnTo>
                    <a:pt x="44450" y="960120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960120"/>
                  </a:lnTo>
                  <a:lnTo>
                    <a:pt x="0" y="960120"/>
                  </a:lnTo>
                  <a:lnTo>
                    <a:pt x="38100" y="1036320"/>
                  </a:lnTo>
                  <a:lnTo>
                    <a:pt x="69850" y="972820"/>
                  </a:lnTo>
                  <a:lnTo>
                    <a:pt x="76200" y="9601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492375" y="1773428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spc="-25" dirty="0">
                <a:latin typeface="Times New Roman"/>
                <a:cs typeface="Times New Roman"/>
              </a:rPr>
              <a:t>x</a:t>
            </a:r>
            <a:r>
              <a:rPr sz="2400" i="1" spc="-37" baseline="-17361" dirty="0">
                <a:latin typeface="Times New Roman"/>
                <a:cs typeface="Times New Roman"/>
              </a:rPr>
              <a:t>1</a:t>
            </a:r>
            <a:endParaRPr sz="2400" baseline="-17361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92375" y="3289172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spc="-25" dirty="0">
                <a:latin typeface="Times New Roman"/>
                <a:cs typeface="Times New Roman"/>
              </a:rPr>
              <a:t>x</a:t>
            </a:r>
            <a:r>
              <a:rPr sz="2400" i="1" spc="-37" baseline="-17361" dirty="0">
                <a:latin typeface="Times New Roman"/>
                <a:cs typeface="Times New Roman"/>
              </a:rPr>
              <a:t>2</a:t>
            </a:r>
            <a:endParaRPr sz="2400" baseline="-17361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92375" y="5043932"/>
            <a:ext cx="358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spc="-25" dirty="0">
                <a:latin typeface="Times New Roman"/>
                <a:cs typeface="Times New Roman"/>
              </a:rPr>
              <a:t>x</a:t>
            </a:r>
            <a:r>
              <a:rPr sz="2400" i="1" spc="-37" baseline="-17361" dirty="0">
                <a:latin typeface="Times New Roman"/>
                <a:cs typeface="Times New Roman"/>
              </a:rPr>
              <a:t>m</a:t>
            </a:r>
            <a:endParaRPr sz="2400" baseline="-17361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91000" y="3276600"/>
            <a:ext cx="492759" cy="462280"/>
          </a:xfrm>
          <a:prstGeom prst="rect">
            <a:avLst/>
          </a:prstGeom>
          <a:solidFill>
            <a:srgbClr val="5B9BD3"/>
          </a:solidFill>
        </p:spPr>
        <p:txBody>
          <a:bodyPr vert="horz" wrap="square" lIns="0" tIns="254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00"/>
              </a:spcBef>
            </a:pP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i="1" spc="-37" baseline="-17361" dirty="0">
                <a:latin typeface="Times New Roman"/>
                <a:cs typeface="Times New Roman"/>
              </a:rPr>
              <a:t>2</a:t>
            </a:r>
            <a:endParaRPr sz="2400" baseline="-17361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14800" y="5030723"/>
            <a:ext cx="533400" cy="457200"/>
          </a:xfrm>
          <a:prstGeom prst="rect">
            <a:avLst/>
          </a:prstGeom>
          <a:solidFill>
            <a:srgbClr val="5B9BD3"/>
          </a:solidFill>
        </p:spPr>
        <p:txBody>
          <a:bodyPr vert="horz" wrap="square" lIns="0" tIns="254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00"/>
              </a:spcBef>
            </a:pP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i="1" spc="-37" baseline="-17361" dirty="0">
                <a:latin typeface="Times New Roman"/>
                <a:cs typeface="Times New Roman"/>
              </a:rPr>
              <a:t>m</a:t>
            </a:r>
            <a:endParaRPr sz="2400" baseline="-17361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91000" y="1840992"/>
            <a:ext cx="518159" cy="462280"/>
          </a:xfrm>
          <a:prstGeom prst="rect">
            <a:avLst/>
          </a:prstGeom>
          <a:solidFill>
            <a:srgbClr val="5B9BD3"/>
          </a:solidFill>
        </p:spPr>
        <p:txBody>
          <a:bodyPr vert="horz" wrap="square" lIns="0" tIns="247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95"/>
              </a:spcBef>
            </a:pP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i="1" spc="-37" baseline="-17361" dirty="0">
                <a:latin typeface="Times New Roman"/>
                <a:cs typeface="Times New Roman"/>
              </a:rPr>
              <a:t>1</a:t>
            </a:r>
            <a:endParaRPr sz="2400" baseline="-17361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46577" y="3886961"/>
            <a:ext cx="1687195" cy="9474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60500" algn="l"/>
              </a:tabLst>
            </a:pPr>
            <a:r>
              <a:rPr sz="6050" spc="-50" dirty="0">
                <a:latin typeface="Microsoft Sans Serif"/>
                <a:cs typeface="Microsoft Sans Serif"/>
              </a:rPr>
              <a:t>⁝</a:t>
            </a:r>
            <a:r>
              <a:rPr sz="6050" dirty="0">
                <a:latin typeface="Microsoft Sans Serif"/>
                <a:cs typeface="Microsoft Sans Serif"/>
              </a:rPr>
              <a:t>	</a:t>
            </a:r>
            <a:r>
              <a:rPr sz="6050" spc="-50" dirty="0">
                <a:latin typeface="Microsoft Sans Serif"/>
                <a:cs typeface="Microsoft Sans Serif"/>
              </a:rPr>
              <a:t>⁝</a:t>
            </a:r>
            <a:endParaRPr sz="605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77458" y="3006039"/>
            <a:ext cx="550545" cy="9093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00" spc="-50" dirty="0">
                <a:latin typeface="Symbol"/>
                <a:cs typeface="Symbol"/>
              </a:rPr>
              <a:t></a:t>
            </a:r>
            <a:endParaRPr sz="580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077200" y="3037332"/>
            <a:ext cx="914400" cy="957580"/>
          </a:xfrm>
          <a:prstGeom prst="rect">
            <a:avLst/>
          </a:prstGeom>
          <a:solidFill>
            <a:srgbClr val="5B9BD3"/>
          </a:solidFill>
          <a:ln w="9144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70"/>
              </a:spcBef>
            </a:pPr>
            <a:r>
              <a:rPr sz="4100" spc="-114" dirty="0">
                <a:latin typeface="Symbol"/>
                <a:cs typeface="Symbol"/>
              </a:rPr>
              <a:t></a:t>
            </a:r>
            <a:r>
              <a:rPr sz="4000" spc="-114" dirty="0">
                <a:latin typeface="Times New Roman"/>
                <a:cs typeface="Times New Roman"/>
              </a:rPr>
              <a:t>(</a:t>
            </a:r>
            <a:r>
              <a:rPr sz="4000" spc="-114" dirty="0">
                <a:latin typeface="Symbol"/>
                <a:cs typeface="Symbol"/>
              </a:rPr>
              <a:t></a:t>
            </a:r>
            <a:r>
              <a:rPr sz="4000" spc="-114" dirty="0">
                <a:latin typeface="Times New Roman"/>
                <a:cs typeface="Times New Roman"/>
              </a:rPr>
              <a:t>)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3590" y="242799"/>
            <a:ext cx="7048094" cy="55126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9619" y="454151"/>
            <a:ext cx="7557770" cy="5621020"/>
            <a:chOff x="769619" y="454151"/>
            <a:chExt cx="7557770" cy="56210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619" y="454151"/>
              <a:ext cx="7412735" cy="40599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1408" y="3459478"/>
              <a:ext cx="2395728" cy="26151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26841" y="598169"/>
              <a:ext cx="1049655" cy="513715"/>
            </a:xfrm>
            <a:custGeom>
              <a:avLst/>
              <a:gdLst/>
              <a:ahLst/>
              <a:cxnLst/>
              <a:rect l="l" t="t" r="r" b="b"/>
              <a:pathLst>
                <a:path w="1049654" h="513715">
                  <a:moveTo>
                    <a:pt x="1049528" y="134365"/>
                  </a:moveTo>
                  <a:lnTo>
                    <a:pt x="768857" y="513206"/>
                  </a:lnTo>
                </a:path>
                <a:path w="1049654" h="513715">
                  <a:moveTo>
                    <a:pt x="1049528" y="134365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95471" y="3248660"/>
            <a:ext cx="778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Nucleus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92729" y="2634233"/>
            <a:ext cx="1049655" cy="662940"/>
          </a:xfrm>
          <a:custGeom>
            <a:avLst/>
            <a:gdLst/>
            <a:ahLst/>
            <a:cxnLst/>
            <a:rect l="l" t="t" r="r" b="b"/>
            <a:pathLst>
              <a:path w="1049654" h="662939">
                <a:moveTo>
                  <a:pt x="1049528" y="662685"/>
                </a:moveTo>
                <a:lnTo>
                  <a:pt x="0" y="0"/>
                </a:lnTo>
              </a:path>
            </a:pathLst>
          </a:custGeom>
          <a:ln w="19050">
            <a:solidFill>
              <a:srgbClr val="4470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68622" y="457580"/>
            <a:ext cx="2062480" cy="1146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Dendrites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Calibri"/>
              <a:cs typeface="Calibri"/>
            </a:endParaRPr>
          </a:p>
          <a:p>
            <a:pPr marL="506095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1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Body(Soma)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01951" y="1484566"/>
            <a:ext cx="2497455" cy="1597025"/>
            <a:chOff x="1901951" y="1484566"/>
            <a:chExt cx="2497455" cy="1597025"/>
          </a:xfrm>
        </p:grpSpPr>
        <p:sp>
          <p:nvSpPr>
            <p:cNvPr id="10" name="object 10"/>
            <p:cNvSpPr/>
            <p:nvPr/>
          </p:nvSpPr>
          <p:spPr>
            <a:xfrm>
              <a:off x="3158489" y="1498853"/>
              <a:ext cx="1226820" cy="805815"/>
            </a:xfrm>
            <a:custGeom>
              <a:avLst/>
              <a:gdLst/>
              <a:ahLst/>
              <a:cxnLst/>
              <a:rect l="l" t="t" r="r" b="b"/>
              <a:pathLst>
                <a:path w="1226820" h="805814">
                  <a:moveTo>
                    <a:pt x="1226565" y="0"/>
                  </a:moveTo>
                  <a:lnTo>
                    <a:pt x="0" y="805815"/>
                  </a:lnTo>
                </a:path>
              </a:pathLst>
            </a:custGeom>
            <a:ln w="2857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1001" y="1936241"/>
              <a:ext cx="1226820" cy="1125855"/>
            </a:xfrm>
            <a:custGeom>
              <a:avLst/>
              <a:gdLst/>
              <a:ahLst/>
              <a:cxnLst/>
              <a:rect l="l" t="t" r="r" b="b"/>
              <a:pathLst>
                <a:path w="1226820" h="1125855">
                  <a:moveTo>
                    <a:pt x="0" y="562863"/>
                  </a:moveTo>
                  <a:lnTo>
                    <a:pt x="2031" y="516636"/>
                  </a:lnTo>
                  <a:lnTo>
                    <a:pt x="8000" y="471550"/>
                  </a:lnTo>
                  <a:lnTo>
                    <a:pt x="17780" y="427609"/>
                  </a:lnTo>
                  <a:lnTo>
                    <a:pt x="31242" y="384937"/>
                  </a:lnTo>
                  <a:lnTo>
                    <a:pt x="48260" y="343788"/>
                  </a:lnTo>
                  <a:lnTo>
                    <a:pt x="68453" y="304165"/>
                  </a:lnTo>
                  <a:lnTo>
                    <a:pt x="91948" y="266319"/>
                  </a:lnTo>
                  <a:lnTo>
                    <a:pt x="118364" y="230378"/>
                  </a:lnTo>
                  <a:lnTo>
                    <a:pt x="147574" y="196469"/>
                  </a:lnTo>
                  <a:lnTo>
                    <a:pt x="179578" y="164846"/>
                  </a:lnTo>
                  <a:lnTo>
                    <a:pt x="214122" y="135509"/>
                  </a:lnTo>
                  <a:lnTo>
                    <a:pt x="251079" y="108585"/>
                  </a:lnTo>
                  <a:lnTo>
                    <a:pt x="290195" y="84328"/>
                  </a:lnTo>
                  <a:lnTo>
                    <a:pt x="331470" y="62865"/>
                  </a:lnTo>
                  <a:lnTo>
                    <a:pt x="374523" y="44196"/>
                  </a:lnTo>
                  <a:lnTo>
                    <a:pt x="419481" y="28702"/>
                  </a:lnTo>
                  <a:lnTo>
                    <a:pt x="465963" y="16383"/>
                  </a:lnTo>
                  <a:lnTo>
                    <a:pt x="513842" y="7366"/>
                  </a:lnTo>
                  <a:lnTo>
                    <a:pt x="562991" y="1905"/>
                  </a:lnTo>
                  <a:lnTo>
                    <a:pt x="613283" y="0"/>
                  </a:lnTo>
                  <a:lnTo>
                    <a:pt x="663575" y="1905"/>
                  </a:lnTo>
                  <a:lnTo>
                    <a:pt x="712724" y="7366"/>
                  </a:lnTo>
                  <a:lnTo>
                    <a:pt x="760603" y="16383"/>
                  </a:lnTo>
                  <a:lnTo>
                    <a:pt x="807085" y="28702"/>
                  </a:lnTo>
                  <a:lnTo>
                    <a:pt x="852043" y="44196"/>
                  </a:lnTo>
                  <a:lnTo>
                    <a:pt x="895096" y="62865"/>
                  </a:lnTo>
                  <a:lnTo>
                    <a:pt x="936371" y="84328"/>
                  </a:lnTo>
                  <a:lnTo>
                    <a:pt x="975487" y="108585"/>
                  </a:lnTo>
                  <a:lnTo>
                    <a:pt x="1012444" y="135509"/>
                  </a:lnTo>
                  <a:lnTo>
                    <a:pt x="1046988" y="164846"/>
                  </a:lnTo>
                  <a:lnTo>
                    <a:pt x="1078865" y="196469"/>
                  </a:lnTo>
                  <a:lnTo>
                    <a:pt x="1108202" y="230378"/>
                  </a:lnTo>
                  <a:lnTo>
                    <a:pt x="1134618" y="266319"/>
                  </a:lnTo>
                  <a:lnTo>
                    <a:pt x="1158113" y="304165"/>
                  </a:lnTo>
                  <a:lnTo>
                    <a:pt x="1178306" y="343788"/>
                  </a:lnTo>
                  <a:lnTo>
                    <a:pt x="1195324" y="384937"/>
                  </a:lnTo>
                  <a:lnTo>
                    <a:pt x="1208786" y="427609"/>
                  </a:lnTo>
                  <a:lnTo>
                    <a:pt x="1218565" y="471550"/>
                  </a:lnTo>
                  <a:lnTo>
                    <a:pt x="1224534" y="516636"/>
                  </a:lnTo>
                  <a:lnTo>
                    <a:pt x="1226566" y="562863"/>
                  </a:lnTo>
                  <a:lnTo>
                    <a:pt x="1224534" y="609092"/>
                  </a:lnTo>
                  <a:lnTo>
                    <a:pt x="1218565" y="654177"/>
                  </a:lnTo>
                  <a:lnTo>
                    <a:pt x="1208786" y="698119"/>
                  </a:lnTo>
                  <a:lnTo>
                    <a:pt x="1195324" y="740791"/>
                  </a:lnTo>
                  <a:lnTo>
                    <a:pt x="1178306" y="781938"/>
                  </a:lnTo>
                  <a:lnTo>
                    <a:pt x="1158113" y="821563"/>
                  </a:lnTo>
                  <a:lnTo>
                    <a:pt x="1134618" y="859409"/>
                  </a:lnTo>
                  <a:lnTo>
                    <a:pt x="1108202" y="895350"/>
                  </a:lnTo>
                  <a:lnTo>
                    <a:pt x="1078865" y="929132"/>
                  </a:lnTo>
                  <a:lnTo>
                    <a:pt x="1046988" y="960882"/>
                  </a:lnTo>
                  <a:lnTo>
                    <a:pt x="1012444" y="990219"/>
                  </a:lnTo>
                  <a:lnTo>
                    <a:pt x="975487" y="1017143"/>
                  </a:lnTo>
                  <a:lnTo>
                    <a:pt x="936371" y="1041400"/>
                  </a:lnTo>
                  <a:lnTo>
                    <a:pt x="895096" y="1062863"/>
                  </a:lnTo>
                  <a:lnTo>
                    <a:pt x="852043" y="1081532"/>
                  </a:lnTo>
                  <a:lnTo>
                    <a:pt x="807085" y="1097026"/>
                  </a:lnTo>
                  <a:lnTo>
                    <a:pt x="760603" y="1109345"/>
                  </a:lnTo>
                  <a:lnTo>
                    <a:pt x="712724" y="1118362"/>
                  </a:lnTo>
                  <a:lnTo>
                    <a:pt x="663575" y="1123823"/>
                  </a:lnTo>
                  <a:lnTo>
                    <a:pt x="613283" y="1125728"/>
                  </a:lnTo>
                  <a:lnTo>
                    <a:pt x="562991" y="1123823"/>
                  </a:lnTo>
                  <a:lnTo>
                    <a:pt x="513842" y="1118362"/>
                  </a:lnTo>
                  <a:lnTo>
                    <a:pt x="465963" y="1109345"/>
                  </a:lnTo>
                  <a:lnTo>
                    <a:pt x="419481" y="1097026"/>
                  </a:lnTo>
                  <a:lnTo>
                    <a:pt x="374523" y="1081532"/>
                  </a:lnTo>
                  <a:lnTo>
                    <a:pt x="331470" y="1062863"/>
                  </a:lnTo>
                  <a:lnTo>
                    <a:pt x="290195" y="1041400"/>
                  </a:lnTo>
                  <a:lnTo>
                    <a:pt x="251079" y="1017143"/>
                  </a:lnTo>
                  <a:lnTo>
                    <a:pt x="214122" y="990219"/>
                  </a:lnTo>
                  <a:lnTo>
                    <a:pt x="179578" y="960882"/>
                  </a:lnTo>
                  <a:lnTo>
                    <a:pt x="147574" y="929132"/>
                  </a:lnTo>
                  <a:lnTo>
                    <a:pt x="118364" y="895350"/>
                  </a:lnTo>
                  <a:lnTo>
                    <a:pt x="91948" y="859409"/>
                  </a:lnTo>
                  <a:lnTo>
                    <a:pt x="68453" y="821563"/>
                  </a:lnTo>
                  <a:lnTo>
                    <a:pt x="48260" y="781938"/>
                  </a:lnTo>
                  <a:lnTo>
                    <a:pt x="31242" y="740791"/>
                  </a:lnTo>
                  <a:lnTo>
                    <a:pt x="17780" y="698119"/>
                  </a:lnTo>
                  <a:lnTo>
                    <a:pt x="8000" y="654177"/>
                  </a:lnTo>
                  <a:lnTo>
                    <a:pt x="2031" y="609092"/>
                  </a:lnTo>
                  <a:lnTo>
                    <a:pt x="0" y="562863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60696" y="2879217"/>
            <a:ext cx="507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Axon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87161" y="2196845"/>
            <a:ext cx="609600" cy="769620"/>
          </a:xfrm>
          <a:custGeom>
            <a:avLst/>
            <a:gdLst/>
            <a:ahLst/>
            <a:cxnLst/>
            <a:rect l="l" t="t" r="r" b="b"/>
            <a:pathLst>
              <a:path w="609600" h="769619">
                <a:moveTo>
                  <a:pt x="0" y="769619"/>
                </a:moveTo>
                <a:lnTo>
                  <a:pt x="609600" y="0"/>
                </a:lnTo>
              </a:path>
            </a:pathLst>
          </a:custGeom>
          <a:ln w="19050">
            <a:solidFill>
              <a:srgbClr val="4470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893811" y="3064001"/>
            <a:ext cx="1355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Axon</a:t>
            </a:r>
            <a:r>
              <a:rPr sz="18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Terminal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(Synapses)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94626" y="2667761"/>
            <a:ext cx="585470" cy="731520"/>
          </a:xfrm>
          <a:custGeom>
            <a:avLst/>
            <a:gdLst/>
            <a:ahLst/>
            <a:cxnLst/>
            <a:rect l="l" t="t" r="r" b="b"/>
            <a:pathLst>
              <a:path w="585470" h="731520">
                <a:moveTo>
                  <a:pt x="573151" y="616204"/>
                </a:moveTo>
                <a:lnTo>
                  <a:pt x="0" y="731012"/>
                </a:lnTo>
              </a:path>
              <a:path w="585470" h="731520">
                <a:moveTo>
                  <a:pt x="584962" y="616965"/>
                </a:moveTo>
                <a:lnTo>
                  <a:pt x="302768" y="0"/>
                </a:lnTo>
              </a:path>
            </a:pathLst>
          </a:custGeom>
          <a:ln w="19050">
            <a:solidFill>
              <a:srgbClr val="4470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6612" y="4369307"/>
            <a:ext cx="60960" cy="48895"/>
          </a:xfrm>
          <a:custGeom>
            <a:avLst/>
            <a:gdLst/>
            <a:ahLst/>
            <a:cxnLst/>
            <a:rect l="l" t="t" r="r" b="b"/>
            <a:pathLst>
              <a:path w="60960" h="48895">
                <a:moveTo>
                  <a:pt x="24511" y="5461"/>
                </a:moveTo>
                <a:lnTo>
                  <a:pt x="19050" y="0"/>
                </a:lnTo>
                <a:lnTo>
                  <a:pt x="5588" y="0"/>
                </a:lnTo>
                <a:lnTo>
                  <a:pt x="0" y="5461"/>
                </a:lnTo>
                <a:lnTo>
                  <a:pt x="0" y="18923"/>
                </a:lnTo>
                <a:lnTo>
                  <a:pt x="5588" y="24384"/>
                </a:lnTo>
                <a:lnTo>
                  <a:pt x="19050" y="24384"/>
                </a:lnTo>
                <a:lnTo>
                  <a:pt x="24511" y="18923"/>
                </a:lnTo>
                <a:lnTo>
                  <a:pt x="24511" y="5461"/>
                </a:lnTo>
                <a:close/>
              </a:path>
              <a:path w="60960" h="48895">
                <a:moveTo>
                  <a:pt x="60579" y="29464"/>
                </a:moveTo>
                <a:lnTo>
                  <a:pt x="54991" y="24130"/>
                </a:lnTo>
                <a:lnTo>
                  <a:pt x="41529" y="24130"/>
                </a:lnTo>
                <a:lnTo>
                  <a:pt x="36068" y="29464"/>
                </a:lnTo>
                <a:lnTo>
                  <a:pt x="36068" y="43053"/>
                </a:lnTo>
                <a:lnTo>
                  <a:pt x="41529" y="48514"/>
                </a:lnTo>
                <a:lnTo>
                  <a:pt x="54991" y="48514"/>
                </a:lnTo>
                <a:lnTo>
                  <a:pt x="60579" y="43053"/>
                </a:lnTo>
                <a:lnTo>
                  <a:pt x="60579" y="29464"/>
                </a:lnTo>
                <a:close/>
              </a:path>
            </a:pathLst>
          </a:custGeom>
          <a:solidFill>
            <a:srgbClr val="E7122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95300"/>
            <a:ext cx="3549396" cy="2362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60135" y="714755"/>
            <a:ext cx="4533900" cy="204825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94359" y="3893820"/>
            <a:ext cx="3392804" cy="2087880"/>
            <a:chOff x="594359" y="3893820"/>
            <a:chExt cx="3392804" cy="208788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359" y="3893820"/>
              <a:ext cx="3392424" cy="18684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6143" y="5306568"/>
              <a:ext cx="563880" cy="675132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12635" y="3736847"/>
            <a:ext cx="3392424" cy="224485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037333" y="2976117"/>
            <a:ext cx="219710" cy="619125"/>
            <a:chOff x="2037333" y="2976117"/>
            <a:chExt cx="219710" cy="619125"/>
          </a:xfrm>
        </p:grpSpPr>
        <p:sp>
          <p:nvSpPr>
            <p:cNvPr id="10" name="object 10"/>
            <p:cNvSpPr/>
            <p:nvPr/>
          </p:nvSpPr>
          <p:spPr>
            <a:xfrm>
              <a:off x="2043683" y="2982467"/>
              <a:ext cx="207010" cy="606425"/>
            </a:xfrm>
            <a:custGeom>
              <a:avLst/>
              <a:gdLst/>
              <a:ahLst/>
              <a:cxnLst/>
              <a:rect l="l" t="t" r="r" b="b"/>
              <a:pathLst>
                <a:path w="207010" h="606425">
                  <a:moveTo>
                    <a:pt x="103378" y="0"/>
                  </a:moveTo>
                  <a:lnTo>
                    <a:pt x="0" y="103505"/>
                  </a:lnTo>
                  <a:lnTo>
                    <a:pt x="51689" y="103505"/>
                  </a:lnTo>
                  <a:lnTo>
                    <a:pt x="51689" y="606044"/>
                  </a:lnTo>
                  <a:lnTo>
                    <a:pt x="155194" y="606044"/>
                  </a:lnTo>
                  <a:lnTo>
                    <a:pt x="155194" y="103505"/>
                  </a:lnTo>
                  <a:lnTo>
                    <a:pt x="206883" y="103505"/>
                  </a:lnTo>
                  <a:lnTo>
                    <a:pt x="10337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43683" y="2982467"/>
              <a:ext cx="207010" cy="606425"/>
            </a:xfrm>
            <a:custGeom>
              <a:avLst/>
              <a:gdLst/>
              <a:ahLst/>
              <a:cxnLst/>
              <a:rect l="l" t="t" r="r" b="b"/>
              <a:pathLst>
                <a:path w="207010" h="606425">
                  <a:moveTo>
                    <a:pt x="0" y="103505"/>
                  </a:moveTo>
                  <a:lnTo>
                    <a:pt x="103378" y="0"/>
                  </a:lnTo>
                  <a:lnTo>
                    <a:pt x="206883" y="103505"/>
                  </a:lnTo>
                  <a:lnTo>
                    <a:pt x="155194" y="103505"/>
                  </a:lnTo>
                  <a:lnTo>
                    <a:pt x="155194" y="606044"/>
                  </a:lnTo>
                  <a:lnTo>
                    <a:pt x="51689" y="606044"/>
                  </a:lnTo>
                  <a:lnTo>
                    <a:pt x="51689" y="103505"/>
                  </a:lnTo>
                  <a:lnTo>
                    <a:pt x="0" y="103505"/>
                  </a:lnTo>
                  <a:close/>
                </a:path>
              </a:pathLst>
            </a:custGeom>
            <a:ln w="12700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371333" y="2851150"/>
            <a:ext cx="219710" cy="619125"/>
            <a:chOff x="7371333" y="2851150"/>
            <a:chExt cx="219710" cy="619125"/>
          </a:xfrm>
        </p:grpSpPr>
        <p:sp>
          <p:nvSpPr>
            <p:cNvPr id="13" name="object 13"/>
            <p:cNvSpPr/>
            <p:nvPr/>
          </p:nvSpPr>
          <p:spPr>
            <a:xfrm>
              <a:off x="7377683" y="2857500"/>
              <a:ext cx="207010" cy="606425"/>
            </a:xfrm>
            <a:custGeom>
              <a:avLst/>
              <a:gdLst/>
              <a:ahLst/>
              <a:cxnLst/>
              <a:rect l="l" t="t" r="r" b="b"/>
              <a:pathLst>
                <a:path w="207009" h="606425">
                  <a:moveTo>
                    <a:pt x="103377" y="0"/>
                  </a:moveTo>
                  <a:lnTo>
                    <a:pt x="0" y="103505"/>
                  </a:lnTo>
                  <a:lnTo>
                    <a:pt x="51689" y="103505"/>
                  </a:lnTo>
                  <a:lnTo>
                    <a:pt x="51689" y="606044"/>
                  </a:lnTo>
                  <a:lnTo>
                    <a:pt x="155194" y="606044"/>
                  </a:lnTo>
                  <a:lnTo>
                    <a:pt x="155194" y="103505"/>
                  </a:lnTo>
                  <a:lnTo>
                    <a:pt x="206883" y="103505"/>
                  </a:lnTo>
                  <a:lnTo>
                    <a:pt x="103377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77683" y="2857500"/>
              <a:ext cx="207010" cy="606425"/>
            </a:xfrm>
            <a:custGeom>
              <a:avLst/>
              <a:gdLst/>
              <a:ahLst/>
              <a:cxnLst/>
              <a:rect l="l" t="t" r="r" b="b"/>
              <a:pathLst>
                <a:path w="207009" h="606425">
                  <a:moveTo>
                    <a:pt x="0" y="103505"/>
                  </a:moveTo>
                  <a:lnTo>
                    <a:pt x="103377" y="0"/>
                  </a:lnTo>
                  <a:lnTo>
                    <a:pt x="206883" y="103505"/>
                  </a:lnTo>
                  <a:lnTo>
                    <a:pt x="155194" y="103505"/>
                  </a:lnTo>
                  <a:lnTo>
                    <a:pt x="155194" y="606044"/>
                  </a:lnTo>
                  <a:lnTo>
                    <a:pt x="51689" y="606044"/>
                  </a:lnTo>
                  <a:lnTo>
                    <a:pt x="51689" y="103505"/>
                  </a:lnTo>
                  <a:lnTo>
                    <a:pt x="0" y="103505"/>
                  </a:lnTo>
                  <a:close/>
                </a:path>
              </a:pathLst>
            </a:custGeom>
            <a:ln w="12700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51607" y="3202939"/>
            <a:ext cx="1861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Network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89595" y="2950591"/>
            <a:ext cx="1861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Network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neurons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6517" y="1526286"/>
            <a:ext cx="476884" cy="463550"/>
          </a:xfrm>
          <a:custGeom>
            <a:avLst/>
            <a:gdLst/>
            <a:ahLst/>
            <a:cxnLst/>
            <a:rect l="l" t="t" r="r" b="b"/>
            <a:pathLst>
              <a:path w="476884" h="463550">
                <a:moveTo>
                  <a:pt x="0" y="231521"/>
                </a:moveTo>
                <a:lnTo>
                  <a:pt x="4838" y="184912"/>
                </a:lnTo>
                <a:lnTo>
                  <a:pt x="18719" y="141477"/>
                </a:lnTo>
                <a:lnTo>
                  <a:pt x="40690" y="102108"/>
                </a:lnTo>
                <a:lnTo>
                  <a:pt x="69786" y="67817"/>
                </a:lnTo>
                <a:lnTo>
                  <a:pt x="105054" y="39497"/>
                </a:lnTo>
                <a:lnTo>
                  <a:pt x="145529" y="18161"/>
                </a:lnTo>
                <a:lnTo>
                  <a:pt x="190245" y="4699"/>
                </a:lnTo>
                <a:lnTo>
                  <a:pt x="238251" y="0"/>
                </a:lnTo>
                <a:lnTo>
                  <a:pt x="286257" y="4699"/>
                </a:lnTo>
                <a:lnTo>
                  <a:pt x="330962" y="18161"/>
                </a:lnTo>
                <a:lnTo>
                  <a:pt x="371475" y="39497"/>
                </a:lnTo>
                <a:lnTo>
                  <a:pt x="406653" y="67817"/>
                </a:lnTo>
                <a:lnTo>
                  <a:pt x="435863" y="102108"/>
                </a:lnTo>
                <a:lnTo>
                  <a:pt x="457834" y="141477"/>
                </a:lnTo>
                <a:lnTo>
                  <a:pt x="471678" y="184912"/>
                </a:lnTo>
                <a:lnTo>
                  <a:pt x="476503" y="231521"/>
                </a:lnTo>
                <a:lnTo>
                  <a:pt x="471678" y="278129"/>
                </a:lnTo>
                <a:lnTo>
                  <a:pt x="457834" y="321563"/>
                </a:lnTo>
                <a:lnTo>
                  <a:pt x="435863" y="360934"/>
                </a:lnTo>
                <a:lnTo>
                  <a:pt x="406653" y="395224"/>
                </a:lnTo>
                <a:lnTo>
                  <a:pt x="371475" y="423544"/>
                </a:lnTo>
                <a:lnTo>
                  <a:pt x="330962" y="444880"/>
                </a:lnTo>
                <a:lnTo>
                  <a:pt x="286257" y="458342"/>
                </a:lnTo>
                <a:lnTo>
                  <a:pt x="238251" y="463041"/>
                </a:lnTo>
                <a:lnTo>
                  <a:pt x="190245" y="458342"/>
                </a:lnTo>
                <a:lnTo>
                  <a:pt x="145529" y="444880"/>
                </a:lnTo>
                <a:lnTo>
                  <a:pt x="105054" y="423544"/>
                </a:lnTo>
                <a:lnTo>
                  <a:pt x="69786" y="395224"/>
                </a:lnTo>
                <a:lnTo>
                  <a:pt x="40690" y="360934"/>
                </a:lnTo>
                <a:lnTo>
                  <a:pt x="18719" y="321563"/>
                </a:lnTo>
                <a:lnTo>
                  <a:pt x="4838" y="278129"/>
                </a:lnTo>
                <a:lnTo>
                  <a:pt x="0" y="231521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96517" y="2288285"/>
            <a:ext cx="476884" cy="463550"/>
          </a:xfrm>
          <a:custGeom>
            <a:avLst/>
            <a:gdLst/>
            <a:ahLst/>
            <a:cxnLst/>
            <a:rect l="l" t="t" r="r" b="b"/>
            <a:pathLst>
              <a:path w="476884" h="463550">
                <a:moveTo>
                  <a:pt x="0" y="231521"/>
                </a:moveTo>
                <a:lnTo>
                  <a:pt x="4838" y="184912"/>
                </a:lnTo>
                <a:lnTo>
                  <a:pt x="18719" y="141477"/>
                </a:lnTo>
                <a:lnTo>
                  <a:pt x="40690" y="102108"/>
                </a:lnTo>
                <a:lnTo>
                  <a:pt x="69786" y="67817"/>
                </a:lnTo>
                <a:lnTo>
                  <a:pt x="105054" y="39497"/>
                </a:lnTo>
                <a:lnTo>
                  <a:pt x="145529" y="18161"/>
                </a:lnTo>
                <a:lnTo>
                  <a:pt x="190245" y="4699"/>
                </a:lnTo>
                <a:lnTo>
                  <a:pt x="238251" y="0"/>
                </a:lnTo>
                <a:lnTo>
                  <a:pt x="286257" y="4699"/>
                </a:lnTo>
                <a:lnTo>
                  <a:pt x="330962" y="18161"/>
                </a:lnTo>
                <a:lnTo>
                  <a:pt x="371475" y="39497"/>
                </a:lnTo>
                <a:lnTo>
                  <a:pt x="406653" y="67817"/>
                </a:lnTo>
                <a:lnTo>
                  <a:pt x="435863" y="102108"/>
                </a:lnTo>
                <a:lnTo>
                  <a:pt x="457834" y="141477"/>
                </a:lnTo>
                <a:lnTo>
                  <a:pt x="471678" y="184912"/>
                </a:lnTo>
                <a:lnTo>
                  <a:pt x="476503" y="231521"/>
                </a:lnTo>
                <a:lnTo>
                  <a:pt x="471678" y="278129"/>
                </a:lnTo>
                <a:lnTo>
                  <a:pt x="457834" y="321563"/>
                </a:lnTo>
                <a:lnTo>
                  <a:pt x="435863" y="360934"/>
                </a:lnTo>
                <a:lnTo>
                  <a:pt x="406653" y="395224"/>
                </a:lnTo>
                <a:lnTo>
                  <a:pt x="371475" y="423544"/>
                </a:lnTo>
                <a:lnTo>
                  <a:pt x="330962" y="444880"/>
                </a:lnTo>
                <a:lnTo>
                  <a:pt x="286257" y="458342"/>
                </a:lnTo>
                <a:lnTo>
                  <a:pt x="238251" y="463041"/>
                </a:lnTo>
                <a:lnTo>
                  <a:pt x="190245" y="458342"/>
                </a:lnTo>
                <a:lnTo>
                  <a:pt x="145529" y="444880"/>
                </a:lnTo>
                <a:lnTo>
                  <a:pt x="105054" y="423544"/>
                </a:lnTo>
                <a:lnTo>
                  <a:pt x="69786" y="395224"/>
                </a:lnTo>
                <a:lnTo>
                  <a:pt x="40690" y="360934"/>
                </a:lnTo>
                <a:lnTo>
                  <a:pt x="18719" y="321563"/>
                </a:lnTo>
                <a:lnTo>
                  <a:pt x="4838" y="278129"/>
                </a:lnTo>
                <a:lnTo>
                  <a:pt x="0" y="231521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2613" y="2989326"/>
            <a:ext cx="476884" cy="464820"/>
          </a:xfrm>
          <a:custGeom>
            <a:avLst/>
            <a:gdLst/>
            <a:ahLst/>
            <a:cxnLst/>
            <a:rect l="l" t="t" r="r" b="b"/>
            <a:pathLst>
              <a:path w="476884" h="464820">
                <a:moveTo>
                  <a:pt x="0" y="232410"/>
                </a:moveTo>
                <a:lnTo>
                  <a:pt x="4838" y="185547"/>
                </a:lnTo>
                <a:lnTo>
                  <a:pt x="18719" y="141986"/>
                </a:lnTo>
                <a:lnTo>
                  <a:pt x="40690" y="102488"/>
                </a:lnTo>
                <a:lnTo>
                  <a:pt x="69786" y="68072"/>
                </a:lnTo>
                <a:lnTo>
                  <a:pt x="105054" y="39624"/>
                </a:lnTo>
                <a:lnTo>
                  <a:pt x="145529" y="18287"/>
                </a:lnTo>
                <a:lnTo>
                  <a:pt x="190246" y="4699"/>
                </a:lnTo>
                <a:lnTo>
                  <a:pt x="238252" y="0"/>
                </a:lnTo>
                <a:lnTo>
                  <a:pt x="286258" y="4699"/>
                </a:lnTo>
                <a:lnTo>
                  <a:pt x="330962" y="18287"/>
                </a:lnTo>
                <a:lnTo>
                  <a:pt x="371475" y="39624"/>
                </a:lnTo>
                <a:lnTo>
                  <a:pt x="406654" y="68072"/>
                </a:lnTo>
                <a:lnTo>
                  <a:pt x="435864" y="102488"/>
                </a:lnTo>
                <a:lnTo>
                  <a:pt x="457835" y="141986"/>
                </a:lnTo>
                <a:lnTo>
                  <a:pt x="471678" y="185547"/>
                </a:lnTo>
                <a:lnTo>
                  <a:pt x="476504" y="232410"/>
                </a:lnTo>
                <a:lnTo>
                  <a:pt x="471678" y="279273"/>
                </a:lnTo>
                <a:lnTo>
                  <a:pt x="457835" y="322834"/>
                </a:lnTo>
                <a:lnTo>
                  <a:pt x="435864" y="362331"/>
                </a:lnTo>
                <a:lnTo>
                  <a:pt x="406654" y="396748"/>
                </a:lnTo>
                <a:lnTo>
                  <a:pt x="371475" y="425196"/>
                </a:lnTo>
                <a:lnTo>
                  <a:pt x="330962" y="446531"/>
                </a:lnTo>
                <a:lnTo>
                  <a:pt x="286258" y="460121"/>
                </a:lnTo>
                <a:lnTo>
                  <a:pt x="238252" y="464819"/>
                </a:lnTo>
                <a:lnTo>
                  <a:pt x="190246" y="460121"/>
                </a:lnTo>
                <a:lnTo>
                  <a:pt x="145529" y="446531"/>
                </a:lnTo>
                <a:lnTo>
                  <a:pt x="105054" y="425196"/>
                </a:lnTo>
                <a:lnTo>
                  <a:pt x="69786" y="396748"/>
                </a:lnTo>
                <a:lnTo>
                  <a:pt x="40690" y="362331"/>
                </a:lnTo>
                <a:lnTo>
                  <a:pt x="18719" y="322834"/>
                </a:lnTo>
                <a:lnTo>
                  <a:pt x="4838" y="279273"/>
                </a:lnTo>
                <a:lnTo>
                  <a:pt x="0" y="23241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57322" y="1134617"/>
            <a:ext cx="478790" cy="463550"/>
          </a:xfrm>
          <a:custGeom>
            <a:avLst/>
            <a:gdLst/>
            <a:ahLst/>
            <a:cxnLst/>
            <a:rect l="l" t="t" r="r" b="b"/>
            <a:pathLst>
              <a:path w="478789" h="463550">
                <a:moveTo>
                  <a:pt x="0" y="231521"/>
                </a:moveTo>
                <a:lnTo>
                  <a:pt x="4825" y="184912"/>
                </a:lnTo>
                <a:lnTo>
                  <a:pt x="18795" y="141478"/>
                </a:lnTo>
                <a:lnTo>
                  <a:pt x="40766" y="102108"/>
                </a:lnTo>
                <a:lnTo>
                  <a:pt x="69976" y="67818"/>
                </a:lnTo>
                <a:lnTo>
                  <a:pt x="105409" y="39497"/>
                </a:lnTo>
                <a:lnTo>
                  <a:pt x="146050" y="18161"/>
                </a:lnTo>
                <a:lnTo>
                  <a:pt x="190880" y="4699"/>
                </a:lnTo>
                <a:lnTo>
                  <a:pt x="239140" y="0"/>
                </a:lnTo>
                <a:lnTo>
                  <a:pt x="287400" y="4699"/>
                </a:lnTo>
                <a:lnTo>
                  <a:pt x="332231" y="18161"/>
                </a:lnTo>
                <a:lnTo>
                  <a:pt x="372872" y="39497"/>
                </a:lnTo>
                <a:lnTo>
                  <a:pt x="408304" y="67818"/>
                </a:lnTo>
                <a:lnTo>
                  <a:pt x="437514" y="102108"/>
                </a:lnTo>
                <a:lnTo>
                  <a:pt x="459486" y="141478"/>
                </a:lnTo>
                <a:lnTo>
                  <a:pt x="473455" y="184912"/>
                </a:lnTo>
                <a:lnTo>
                  <a:pt x="478281" y="231521"/>
                </a:lnTo>
                <a:lnTo>
                  <a:pt x="473455" y="278130"/>
                </a:lnTo>
                <a:lnTo>
                  <a:pt x="459486" y="321564"/>
                </a:lnTo>
                <a:lnTo>
                  <a:pt x="437514" y="360934"/>
                </a:lnTo>
                <a:lnTo>
                  <a:pt x="408304" y="395224"/>
                </a:lnTo>
                <a:lnTo>
                  <a:pt x="372872" y="423545"/>
                </a:lnTo>
                <a:lnTo>
                  <a:pt x="332231" y="444881"/>
                </a:lnTo>
                <a:lnTo>
                  <a:pt x="287400" y="458343"/>
                </a:lnTo>
                <a:lnTo>
                  <a:pt x="239140" y="463042"/>
                </a:lnTo>
                <a:lnTo>
                  <a:pt x="190880" y="458343"/>
                </a:lnTo>
                <a:lnTo>
                  <a:pt x="146050" y="444881"/>
                </a:lnTo>
                <a:lnTo>
                  <a:pt x="105409" y="423545"/>
                </a:lnTo>
                <a:lnTo>
                  <a:pt x="69976" y="395224"/>
                </a:lnTo>
                <a:lnTo>
                  <a:pt x="40766" y="360934"/>
                </a:lnTo>
                <a:lnTo>
                  <a:pt x="18795" y="321564"/>
                </a:lnTo>
                <a:lnTo>
                  <a:pt x="4825" y="278130"/>
                </a:lnTo>
                <a:lnTo>
                  <a:pt x="0" y="231521"/>
                </a:lnTo>
                <a:close/>
              </a:path>
            </a:pathLst>
          </a:custGeom>
          <a:ln w="444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1038" y="1936242"/>
            <a:ext cx="476884" cy="463550"/>
          </a:xfrm>
          <a:custGeom>
            <a:avLst/>
            <a:gdLst/>
            <a:ahLst/>
            <a:cxnLst/>
            <a:rect l="l" t="t" r="r" b="b"/>
            <a:pathLst>
              <a:path w="476885" h="463550">
                <a:moveTo>
                  <a:pt x="0" y="231521"/>
                </a:moveTo>
                <a:lnTo>
                  <a:pt x="4825" y="184912"/>
                </a:lnTo>
                <a:lnTo>
                  <a:pt x="18668" y="141478"/>
                </a:lnTo>
                <a:lnTo>
                  <a:pt x="40639" y="102108"/>
                </a:lnTo>
                <a:lnTo>
                  <a:pt x="69850" y="67818"/>
                </a:lnTo>
                <a:lnTo>
                  <a:pt x="105029" y="39497"/>
                </a:lnTo>
                <a:lnTo>
                  <a:pt x="145542" y="18161"/>
                </a:lnTo>
                <a:lnTo>
                  <a:pt x="190245" y="4699"/>
                </a:lnTo>
                <a:lnTo>
                  <a:pt x="238251" y="0"/>
                </a:lnTo>
                <a:lnTo>
                  <a:pt x="286258" y="4699"/>
                </a:lnTo>
                <a:lnTo>
                  <a:pt x="330962" y="18161"/>
                </a:lnTo>
                <a:lnTo>
                  <a:pt x="371475" y="39497"/>
                </a:lnTo>
                <a:lnTo>
                  <a:pt x="406653" y="67818"/>
                </a:lnTo>
                <a:lnTo>
                  <a:pt x="435863" y="102108"/>
                </a:lnTo>
                <a:lnTo>
                  <a:pt x="457835" y="141478"/>
                </a:lnTo>
                <a:lnTo>
                  <a:pt x="471677" y="184912"/>
                </a:lnTo>
                <a:lnTo>
                  <a:pt x="476503" y="231521"/>
                </a:lnTo>
                <a:lnTo>
                  <a:pt x="471677" y="278130"/>
                </a:lnTo>
                <a:lnTo>
                  <a:pt x="457835" y="321563"/>
                </a:lnTo>
                <a:lnTo>
                  <a:pt x="435863" y="360934"/>
                </a:lnTo>
                <a:lnTo>
                  <a:pt x="406653" y="395224"/>
                </a:lnTo>
                <a:lnTo>
                  <a:pt x="371475" y="423545"/>
                </a:lnTo>
                <a:lnTo>
                  <a:pt x="330962" y="444881"/>
                </a:lnTo>
                <a:lnTo>
                  <a:pt x="286258" y="458343"/>
                </a:lnTo>
                <a:lnTo>
                  <a:pt x="238251" y="463042"/>
                </a:lnTo>
                <a:lnTo>
                  <a:pt x="190245" y="458343"/>
                </a:lnTo>
                <a:lnTo>
                  <a:pt x="145542" y="444881"/>
                </a:lnTo>
                <a:lnTo>
                  <a:pt x="105029" y="423545"/>
                </a:lnTo>
                <a:lnTo>
                  <a:pt x="69850" y="395224"/>
                </a:lnTo>
                <a:lnTo>
                  <a:pt x="40639" y="360934"/>
                </a:lnTo>
                <a:lnTo>
                  <a:pt x="18668" y="321563"/>
                </a:lnTo>
                <a:lnTo>
                  <a:pt x="4825" y="278130"/>
                </a:lnTo>
                <a:lnTo>
                  <a:pt x="0" y="23152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71038" y="2684526"/>
            <a:ext cx="476884" cy="464820"/>
          </a:xfrm>
          <a:custGeom>
            <a:avLst/>
            <a:gdLst/>
            <a:ahLst/>
            <a:cxnLst/>
            <a:rect l="l" t="t" r="r" b="b"/>
            <a:pathLst>
              <a:path w="476885" h="464819">
                <a:moveTo>
                  <a:pt x="0" y="232410"/>
                </a:moveTo>
                <a:lnTo>
                  <a:pt x="4825" y="185547"/>
                </a:lnTo>
                <a:lnTo>
                  <a:pt x="18668" y="141986"/>
                </a:lnTo>
                <a:lnTo>
                  <a:pt x="40639" y="102488"/>
                </a:lnTo>
                <a:lnTo>
                  <a:pt x="69850" y="68072"/>
                </a:lnTo>
                <a:lnTo>
                  <a:pt x="105029" y="39624"/>
                </a:lnTo>
                <a:lnTo>
                  <a:pt x="145542" y="18287"/>
                </a:lnTo>
                <a:lnTo>
                  <a:pt x="190245" y="4699"/>
                </a:lnTo>
                <a:lnTo>
                  <a:pt x="238251" y="0"/>
                </a:lnTo>
                <a:lnTo>
                  <a:pt x="286258" y="4699"/>
                </a:lnTo>
                <a:lnTo>
                  <a:pt x="330962" y="18287"/>
                </a:lnTo>
                <a:lnTo>
                  <a:pt x="371475" y="39624"/>
                </a:lnTo>
                <a:lnTo>
                  <a:pt x="406653" y="68072"/>
                </a:lnTo>
                <a:lnTo>
                  <a:pt x="435863" y="102488"/>
                </a:lnTo>
                <a:lnTo>
                  <a:pt x="457835" y="141986"/>
                </a:lnTo>
                <a:lnTo>
                  <a:pt x="471677" y="185547"/>
                </a:lnTo>
                <a:lnTo>
                  <a:pt x="476503" y="232410"/>
                </a:lnTo>
                <a:lnTo>
                  <a:pt x="471677" y="279273"/>
                </a:lnTo>
                <a:lnTo>
                  <a:pt x="457835" y="322834"/>
                </a:lnTo>
                <a:lnTo>
                  <a:pt x="435863" y="362331"/>
                </a:lnTo>
                <a:lnTo>
                  <a:pt x="406653" y="396748"/>
                </a:lnTo>
                <a:lnTo>
                  <a:pt x="371475" y="425196"/>
                </a:lnTo>
                <a:lnTo>
                  <a:pt x="330962" y="446531"/>
                </a:lnTo>
                <a:lnTo>
                  <a:pt x="286258" y="460121"/>
                </a:lnTo>
                <a:lnTo>
                  <a:pt x="238251" y="464819"/>
                </a:lnTo>
                <a:lnTo>
                  <a:pt x="190245" y="460121"/>
                </a:lnTo>
                <a:lnTo>
                  <a:pt x="145542" y="446531"/>
                </a:lnTo>
                <a:lnTo>
                  <a:pt x="105029" y="425196"/>
                </a:lnTo>
                <a:lnTo>
                  <a:pt x="69850" y="396748"/>
                </a:lnTo>
                <a:lnTo>
                  <a:pt x="40639" y="362331"/>
                </a:lnTo>
                <a:lnTo>
                  <a:pt x="18668" y="322834"/>
                </a:lnTo>
                <a:lnTo>
                  <a:pt x="4825" y="279273"/>
                </a:lnTo>
                <a:lnTo>
                  <a:pt x="0" y="23241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71038" y="3384041"/>
            <a:ext cx="476884" cy="464820"/>
          </a:xfrm>
          <a:custGeom>
            <a:avLst/>
            <a:gdLst/>
            <a:ahLst/>
            <a:cxnLst/>
            <a:rect l="l" t="t" r="r" b="b"/>
            <a:pathLst>
              <a:path w="476885" h="464820">
                <a:moveTo>
                  <a:pt x="0" y="232409"/>
                </a:moveTo>
                <a:lnTo>
                  <a:pt x="4825" y="185546"/>
                </a:lnTo>
                <a:lnTo>
                  <a:pt x="18668" y="141985"/>
                </a:lnTo>
                <a:lnTo>
                  <a:pt x="40639" y="102488"/>
                </a:lnTo>
                <a:lnTo>
                  <a:pt x="69850" y="68071"/>
                </a:lnTo>
                <a:lnTo>
                  <a:pt x="105029" y="39623"/>
                </a:lnTo>
                <a:lnTo>
                  <a:pt x="145542" y="18287"/>
                </a:lnTo>
                <a:lnTo>
                  <a:pt x="190245" y="4698"/>
                </a:lnTo>
                <a:lnTo>
                  <a:pt x="238251" y="0"/>
                </a:lnTo>
                <a:lnTo>
                  <a:pt x="286258" y="4698"/>
                </a:lnTo>
                <a:lnTo>
                  <a:pt x="330962" y="18287"/>
                </a:lnTo>
                <a:lnTo>
                  <a:pt x="371475" y="39623"/>
                </a:lnTo>
                <a:lnTo>
                  <a:pt x="406653" y="68071"/>
                </a:lnTo>
                <a:lnTo>
                  <a:pt x="435863" y="102488"/>
                </a:lnTo>
                <a:lnTo>
                  <a:pt x="457835" y="141985"/>
                </a:lnTo>
                <a:lnTo>
                  <a:pt x="471677" y="185546"/>
                </a:lnTo>
                <a:lnTo>
                  <a:pt x="476503" y="232409"/>
                </a:lnTo>
                <a:lnTo>
                  <a:pt x="471677" y="279272"/>
                </a:lnTo>
                <a:lnTo>
                  <a:pt x="457835" y="322833"/>
                </a:lnTo>
                <a:lnTo>
                  <a:pt x="435863" y="362330"/>
                </a:lnTo>
                <a:lnTo>
                  <a:pt x="406653" y="396747"/>
                </a:lnTo>
                <a:lnTo>
                  <a:pt x="371475" y="425195"/>
                </a:lnTo>
                <a:lnTo>
                  <a:pt x="330962" y="446531"/>
                </a:lnTo>
                <a:lnTo>
                  <a:pt x="286258" y="460120"/>
                </a:lnTo>
                <a:lnTo>
                  <a:pt x="238251" y="464819"/>
                </a:lnTo>
                <a:lnTo>
                  <a:pt x="190245" y="460120"/>
                </a:lnTo>
                <a:lnTo>
                  <a:pt x="145542" y="446531"/>
                </a:lnTo>
                <a:lnTo>
                  <a:pt x="105029" y="425195"/>
                </a:lnTo>
                <a:lnTo>
                  <a:pt x="69850" y="396747"/>
                </a:lnTo>
                <a:lnTo>
                  <a:pt x="40639" y="362330"/>
                </a:lnTo>
                <a:lnTo>
                  <a:pt x="18668" y="322833"/>
                </a:lnTo>
                <a:lnTo>
                  <a:pt x="4825" y="279272"/>
                </a:lnTo>
                <a:lnTo>
                  <a:pt x="0" y="23240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72990" y="1983485"/>
            <a:ext cx="476884" cy="463550"/>
          </a:xfrm>
          <a:custGeom>
            <a:avLst/>
            <a:gdLst/>
            <a:ahLst/>
            <a:cxnLst/>
            <a:rect l="l" t="t" r="r" b="b"/>
            <a:pathLst>
              <a:path w="476885" h="463550">
                <a:moveTo>
                  <a:pt x="0" y="231521"/>
                </a:moveTo>
                <a:lnTo>
                  <a:pt x="4825" y="184912"/>
                </a:lnTo>
                <a:lnTo>
                  <a:pt x="18669" y="141477"/>
                </a:lnTo>
                <a:lnTo>
                  <a:pt x="40639" y="102108"/>
                </a:lnTo>
                <a:lnTo>
                  <a:pt x="69850" y="67817"/>
                </a:lnTo>
                <a:lnTo>
                  <a:pt x="105029" y="39497"/>
                </a:lnTo>
                <a:lnTo>
                  <a:pt x="145542" y="18161"/>
                </a:lnTo>
                <a:lnTo>
                  <a:pt x="190246" y="4699"/>
                </a:lnTo>
                <a:lnTo>
                  <a:pt x="238251" y="0"/>
                </a:lnTo>
                <a:lnTo>
                  <a:pt x="286258" y="4699"/>
                </a:lnTo>
                <a:lnTo>
                  <a:pt x="330962" y="18161"/>
                </a:lnTo>
                <a:lnTo>
                  <a:pt x="371475" y="39497"/>
                </a:lnTo>
                <a:lnTo>
                  <a:pt x="406654" y="67817"/>
                </a:lnTo>
                <a:lnTo>
                  <a:pt x="435863" y="102108"/>
                </a:lnTo>
                <a:lnTo>
                  <a:pt x="457835" y="141477"/>
                </a:lnTo>
                <a:lnTo>
                  <a:pt x="471677" y="184912"/>
                </a:lnTo>
                <a:lnTo>
                  <a:pt x="476504" y="231521"/>
                </a:lnTo>
                <a:lnTo>
                  <a:pt x="471677" y="278129"/>
                </a:lnTo>
                <a:lnTo>
                  <a:pt x="457835" y="321563"/>
                </a:lnTo>
                <a:lnTo>
                  <a:pt x="435863" y="360934"/>
                </a:lnTo>
                <a:lnTo>
                  <a:pt x="406654" y="395224"/>
                </a:lnTo>
                <a:lnTo>
                  <a:pt x="371475" y="423544"/>
                </a:lnTo>
                <a:lnTo>
                  <a:pt x="330962" y="444880"/>
                </a:lnTo>
                <a:lnTo>
                  <a:pt x="286258" y="458342"/>
                </a:lnTo>
                <a:lnTo>
                  <a:pt x="238251" y="463041"/>
                </a:lnTo>
                <a:lnTo>
                  <a:pt x="190246" y="458342"/>
                </a:lnTo>
                <a:lnTo>
                  <a:pt x="145542" y="444880"/>
                </a:lnTo>
                <a:lnTo>
                  <a:pt x="105029" y="423544"/>
                </a:lnTo>
                <a:lnTo>
                  <a:pt x="69850" y="395224"/>
                </a:lnTo>
                <a:lnTo>
                  <a:pt x="40639" y="360934"/>
                </a:lnTo>
                <a:lnTo>
                  <a:pt x="18669" y="321563"/>
                </a:lnTo>
                <a:lnTo>
                  <a:pt x="4825" y="278129"/>
                </a:lnTo>
                <a:lnTo>
                  <a:pt x="0" y="23152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79085" y="2684526"/>
            <a:ext cx="476884" cy="464820"/>
          </a:xfrm>
          <a:custGeom>
            <a:avLst/>
            <a:gdLst/>
            <a:ahLst/>
            <a:cxnLst/>
            <a:rect l="l" t="t" r="r" b="b"/>
            <a:pathLst>
              <a:path w="476885" h="464819">
                <a:moveTo>
                  <a:pt x="0" y="232410"/>
                </a:moveTo>
                <a:lnTo>
                  <a:pt x="4825" y="185547"/>
                </a:lnTo>
                <a:lnTo>
                  <a:pt x="18668" y="141986"/>
                </a:lnTo>
                <a:lnTo>
                  <a:pt x="40639" y="102488"/>
                </a:lnTo>
                <a:lnTo>
                  <a:pt x="69850" y="68072"/>
                </a:lnTo>
                <a:lnTo>
                  <a:pt x="105028" y="39624"/>
                </a:lnTo>
                <a:lnTo>
                  <a:pt x="145541" y="18287"/>
                </a:lnTo>
                <a:lnTo>
                  <a:pt x="190246" y="4699"/>
                </a:lnTo>
                <a:lnTo>
                  <a:pt x="238251" y="0"/>
                </a:lnTo>
                <a:lnTo>
                  <a:pt x="286258" y="4699"/>
                </a:lnTo>
                <a:lnTo>
                  <a:pt x="330962" y="18287"/>
                </a:lnTo>
                <a:lnTo>
                  <a:pt x="371475" y="39624"/>
                </a:lnTo>
                <a:lnTo>
                  <a:pt x="406653" y="68072"/>
                </a:lnTo>
                <a:lnTo>
                  <a:pt x="435863" y="102488"/>
                </a:lnTo>
                <a:lnTo>
                  <a:pt x="457835" y="141986"/>
                </a:lnTo>
                <a:lnTo>
                  <a:pt x="471677" y="185547"/>
                </a:lnTo>
                <a:lnTo>
                  <a:pt x="476503" y="232410"/>
                </a:lnTo>
                <a:lnTo>
                  <a:pt x="471677" y="279273"/>
                </a:lnTo>
                <a:lnTo>
                  <a:pt x="457835" y="322834"/>
                </a:lnTo>
                <a:lnTo>
                  <a:pt x="435863" y="362331"/>
                </a:lnTo>
                <a:lnTo>
                  <a:pt x="406653" y="396748"/>
                </a:lnTo>
                <a:lnTo>
                  <a:pt x="371475" y="425196"/>
                </a:lnTo>
                <a:lnTo>
                  <a:pt x="330962" y="446531"/>
                </a:lnTo>
                <a:lnTo>
                  <a:pt x="286258" y="460121"/>
                </a:lnTo>
                <a:lnTo>
                  <a:pt x="238251" y="464819"/>
                </a:lnTo>
                <a:lnTo>
                  <a:pt x="190246" y="460121"/>
                </a:lnTo>
                <a:lnTo>
                  <a:pt x="145541" y="446531"/>
                </a:lnTo>
                <a:lnTo>
                  <a:pt x="105028" y="425196"/>
                </a:lnTo>
                <a:lnTo>
                  <a:pt x="69850" y="396748"/>
                </a:lnTo>
                <a:lnTo>
                  <a:pt x="40639" y="362331"/>
                </a:lnTo>
                <a:lnTo>
                  <a:pt x="18668" y="322834"/>
                </a:lnTo>
                <a:lnTo>
                  <a:pt x="4825" y="279273"/>
                </a:lnTo>
                <a:lnTo>
                  <a:pt x="0" y="23241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565147" y="1350263"/>
            <a:ext cx="1475105" cy="2281555"/>
            <a:chOff x="1565147" y="1350263"/>
            <a:chExt cx="1475105" cy="2281555"/>
          </a:xfrm>
        </p:grpSpPr>
        <p:sp>
          <p:nvSpPr>
            <p:cNvPr id="12" name="object 12"/>
            <p:cNvSpPr/>
            <p:nvPr/>
          </p:nvSpPr>
          <p:spPr>
            <a:xfrm>
              <a:off x="1569719" y="1376298"/>
              <a:ext cx="1316355" cy="391795"/>
            </a:xfrm>
            <a:custGeom>
              <a:avLst/>
              <a:gdLst/>
              <a:ahLst/>
              <a:cxnLst/>
              <a:rect l="l" t="t" r="r" b="b"/>
              <a:pathLst>
                <a:path w="1316355" h="391794">
                  <a:moveTo>
                    <a:pt x="1310259" y="0"/>
                  </a:moveTo>
                  <a:lnTo>
                    <a:pt x="0" y="369950"/>
                  </a:lnTo>
                  <a:lnTo>
                    <a:pt x="6096" y="391287"/>
                  </a:lnTo>
                  <a:lnTo>
                    <a:pt x="1316355" y="21336"/>
                  </a:lnTo>
                  <a:lnTo>
                    <a:pt x="13102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2739" y="1350263"/>
              <a:ext cx="83566" cy="7340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66671" y="1751075"/>
              <a:ext cx="1473835" cy="1700530"/>
            </a:xfrm>
            <a:custGeom>
              <a:avLst/>
              <a:gdLst/>
              <a:ahLst/>
              <a:cxnLst/>
              <a:rect l="l" t="t" r="r" b="b"/>
              <a:pathLst>
                <a:path w="1473835" h="1700529">
                  <a:moveTo>
                    <a:pt x="6603" y="0"/>
                  </a:moveTo>
                  <a:lnTo>
                    <a:pt x="4825" y="6096"/>
                  </a:lnTo>
                  <a:lnTo>
                    <a:pt x="0" y="10287"/>
                  </a:lnTo>
                  <a:lnTo>
                    <a:pt x="1418590" y="1646809"/>
                  </a:lnTo>
                  <a:lnTo>
                    <a:pt x="1394586" y="1667637"/>
                  </a:lnTo>
                  <a:lnTo>
                    <a:pt x="1473327" y="1700276"/>
                  </a:lnTo>
                  <a:lnTo>
                    <a:pt x="1452245" y="1617726"/>
                  </a:lnTo>
                  <a:lnTo>
                    <a:pt x="1428242" y="1638554"/>
                  </a:lnTo>
                  <a:lnTo>
                    <a:pt x="60071" y="60071"/>
                  </a:lnTo>
                  <a:lnTo>
                    <a:pt x="1340611" y="1121156"/>
                  </a:lnTo>
                  <a:lnTo>
                    <a:pt x="1320419" y="1145666"/>
                  </a:lnTo>
                  <a:lnTo>
                    <a:pt x="1403477" y="1164971"/>
                  </a:lnTo>
                  <a:lnTo>
                    <a:pt x="1369060" y="1086993"/>
                  </a:lnTo>
                  <a:lnTo>
                    <a:pt x="1348740" y="1111377"/>
                  </a:lnTo>
                  <a:lnTo>
                    <a:pt x="32512" y="20827"/>
                  </a:lnTo>
                  <a:lnTo>
                    <a:pt x="1328420" y="401320"/>
                  </a:lnTo>
                  <a:lnTo>
                    <a:pt x="1319530" y="431673"/>
                  </a:lnTo>
                  <a:lnTo>
                    <a:pt x="1403477" y="416687"/>
                  </a:lnTo>
                  <a:lnTo>
                    <a:pt x="1341120" y="358648"/>
                  </a:lnTo>
                  <a:lnTo>
                    <a:pt x="1332103" y="38912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65147" y="1405762"/>
              <a:ext cx="1340485" cy="1121410"/>
            </a:xfrm>
            <a:custGeom>
              <a:avLst/>
              <a:gdLst/>
              <a:ahLst/>
              <a:cxnLst/>
              <a:rect l="l" t="t" r="r" b="b"/>
              <a:pathLst>
                <a:path w="1340485" h="1121410">
                  <a:moveTo>
                    <a:pt x="1325880" y="0"/>
                  </a:moveTo>
                  <a:lnTo>
                    <a:pt x="0" y="1104011"/>
                  </a:lnTo>
                  <a:lnTo>
                    <a:pt x="14224" y="1121028"/>
                  </a:lnTo>
                  <a:lnTo>
                    <a:pt x="1339977" y="17017"/>
                  </a:lnTo>
                  <a:lnTo>
                    <a:pt x="13258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3628" y="1365503"/>
              <a:ext cx="82931" cy="7797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68195" y="2148840"/>
              <a:ext cx="1471930" cy="1303020"/>
            </a:xfrm>
            <a:custGeom>
              <a:avLst/>
              <a:gdLst/>
              <a:ahLst/>
              <a:cxnLst/>
              <a:rect l="l" t="t" r="r" b="b"/>
              <a:pathLst>
                <a:path w="1471930" h="1303020">
                  <a:moveTo>
                    <a:pt x="1318641" y="0"/>
                  </a:moveTo>
                  <a:lnTo>
                    <a:pt x="1326387" y="30734"/>
                  </a:lnTo>
                  <a:lnTo>
                    <a:pt x="1904" y="363347"/>
                  </a:lnTo>
                  <a:lnTo>
                    <a:pt x="3556" y="369950"/>
                  </a:lnTo>
                  <a:lnTo>
                    <a:pt x="0" y="375665"/>
                  </a:lnTo>
                  <a:lnTo>
                    <a:pt x="1403985" y="1267587"/>
                  </a:lnTo>
                  <a:lnTo>
                    <a:pt x="1386967" y="1294257"/>
                  </a:lnTo>
                  <a:lnTo>
                    <a:pt x="1471676" y="1303020"/>
                  </a:lnTo>
                  <a:lnTo>
                    <a:pt x="1427734" y="1229995"/>
                  </a:lnTo>
                  <a:lnTo>
                    <a:pt x="1410716" y="1256792"/>
                  </a:lnTo>
                  <a:lnTo>
                    <a:pt x="43560" y="388365"/>
                  </a:lnTo>
                  <a:lnTo>
                    <a:pt x="1326768" y="752983"/>
                  </a:lnTo>
                  <a:lnTo>
                    <a:pt x="1318133" y="783463"/>
                  </a:lnTo>
                  <a:lnTo>
                    <a:pt x="1401826" y="767588"/>
                  </a:lnTo>
                  <a:lnTo>
                    <a:pt x="1338961" y="710184"/>
                  </a:lnTo>
                  <a:lnTo>
                    <a:pt x="1330198" y="740790"/>
                  </a:lnTo>
                  <a:lnTo>
                    <a:pt x="26415" y="370205"/>
                  </a:lnTo>
                  <a:lnTo>
                    <a:pt x="1329436" y="43052"/>
                  </a:lnTo>
                  <a:lnTo>
                    <a:pt x="1337183" y="73913"/>
                  </a:lnTo>
                  <a:lnTo>
                    <a:pt x="1401826" y="18414"/>
                  </a:lnTo>
                  <a:lnTo>
                    <a:pt x="1318641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9719" y="1540128"/>
              <a:ext cx="1348105" cy="1687830"/>
            </a:xfrm>
            <a:custGeom>
              <a:avLst/>
              <a:gdLst/>
              <a:ahLst/>
              <a:cxnLst/>
              <a:rect l="l" t="t" r="r" b="b"/>
              <a:pathLst>
                <a:path w="1348105" h="1687830">
                  <a:moveTo>
                    <a:pt x="1330706" y="0"/>
                  </a:moveTo>
                  <a:lnTo>
                    <a:pt x="0" y="1673860"/>
                  </a:lnTo>
                  <a:lnTo>
                    <a:pt x="17271" y="1687703"/>
                  </a:lnTo>
                  <a:lnTo>
                    <a:pt x="1348105" y="13843"/>
                  </a:lnTo>
                  <a:lnTo>
                    <a:pt x="133070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79344" y="1487423"/>
              <a:ext cx="77216" cy="8331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574291" y="2287524"/>
              <a:ext cx="1394460" cy="1344295"/>
            </a:xfrm>
            <a:custGeom>
              <a:avLst/>
              <a:gdLst/>
              <a:ahLst/>
              <a:cxnLst/>
              <a:rect l="l" t="t" r="r" b="b"/>
              <a:pathLst>
                <a:path w="1394460" h="1344295">
                  <a:moveTo>
                    <a:pt x="1381125" y="0"/>
                  </a:moveTo>
                  <a:lnTo>
                    <a:pt x="1296670" y="11175"/>
                  </a:lnTo>
                  <a:lnTo>
                    <a:pt x="1314577" y="37464"/>
                  </a:lnTo>
                  <a:lnTo>
                    <a:pt x="0" y="928496"/>
                  </a:lnTo>
                  <a:lnTo>
                    <a:pt x="3556" y="933703"/>
                  </a:lnTo>
                  <a:lnTo>
                    <a:pt x="1778" y="939800"/>
                  </a:lnTo>
                  <a:lnTo>
                    <a:pt x="1319403" y="1313561"/>
                  </a:lnTo>
                  <a:lnTo>
                    <a:pt x="1310640" y="1344040"/>
                  </a:lnTo>
                  <a:lnTo>
                    <a:pt x="1394460" y="1328293"/>
                  </a:lnTo>
                  <a:lnTo>
                    <a:pt x="1331468" y="1270762"/>
                  </a:lnTo>
                  <a:lnTo>
                    <a:pt x="1322832" y="1301369"/>
                  </a:lnTo>
                  <a:lnTo>
                    <a:pt x="29591" y="934465"/>
                  </a:lnTo>
                  <a:lnTo>
                    <a:pt x="1321435" y="651509"/>
                  </a:lnTo>
                  <a:lnTo>
                    <a:pt x="1328166" y="682498"/>
                  </a:lnTo>
                  <a:lnTo>
                    <a:pt x="1394460" y="629030"/>
                  </a:lnTo>
                  <a:lnTo>
                    <a:pt x="1311783" y="608076"/>
                  </a:lnTo>
                  <a:lnTo>
                    <a:pt x="1318641" y="639063"/>
                  </a:lnTo>
                  <a:lnTo>
                    <a:pt x="34671" y="920369"/>
                  </a:lnTo>
                  <a:lnTo>
                    <a:pt x="1321689" y="48005"/>
                  </a:lnTo>
                  <a:lnTo>
                    <a:pt x="1339469" y="74295"/>
                  </a:lnTo>
                  <a:lnTo>
                    <a:pt x="138112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3429000" y="1333500"/>
            <a:ext cx="1449070" cy="2261235"/>
          </a:xfrm>
          <a:custGeom>
            <a:avLst/>
            <a:gdLst/>
            <a:ahLst/>
            <a:cxnLst/>
            <a:rect l="l" t="t" r="r" b="b"/>
            <a:pathLst>
              <a:path w="1449070" h="2261235">
                <a:moveTo>
                  <a:pt x="798829" y="1561973"/>
                </a:moveTo>
                <a:lnTo>
                  <a:pt x="779907" y="1561973"/>
                </a:lnTo>
                <a:lnTo>
                  <a:pt x="15112" y="2249170"/>
                </a:lnTo>
                <a:lnTo>
                  <a:pt x="14097" y="2249678"/>
                </a:lnTo>
                <a:lnTo>
                  <a:pt x="14224" y="2249932"/>
                </a:lnTo>
                <a:lnTo>
                  <a:pt x="12700" y="2251329"/>
                </a:lnTo>
                <a:lnTo>
                  <a:pt x="17525" y="2256790"/>
                </a:lnTo>
                <a:lnTo>
                  <a:pt x="19685" y="2261108"/>
                </a:lnTo>
                <a:lnTo>
                  <a:pt x="20827" y="2260473"/>
                </a:lnTo>
                <a:lnTo>
                  <a:pt x="21386" y="2260473"/>
                </a:lnTo>
                <a:lnTo>
                  <a:pt x="21844" y="2260092"/>
                </a:lnTo>
                <a:lnTo>
                  <a:pt x="85451" y="2228977"/>
                </a:lnTo>
                <a:lnTo>
                  <a:pt x="56387" y="2228977"/>
                </a:lnTo>
                <a:lnTo>
                  <a:pt x="798829" y="1561973"/>
                </a:lnTo>
                <a:close/>
              </a:path>
              <a:path w="1449070" h="2261235">
                <a:moveTo>
                  <a:pt x="21386" y="2260473"/>
                </a:moveTo>
                <a:lnTo>
                  <a:pt x="20827" y="2260473"/>
                </a:lnTo>
                <a:lnTo>
                  <a:pt x="21082" y="2260727"/>
                </a:lnTo>
                <a:lnTo>
                  <a:pt x="21386" y="2260473"/>
                </a:lnTo>
                <a:close/>
              </a:path>
              <a:path w="1449070" h="2261235">
                <a:moveTo>
                  <a:pt x="1371600" y="1509140"/>
                </a:moveTo>
                <a:lnTo>
                  <a:pt x="1371600" y="1524000"/>
                </a:lnTo>
                <a:lnTo>
                  <a:pt x="1368933" y="1526413"/>
                </a:lnTo>
                <a:lnTo>
                  <a:pt x="1371600" y="1527428"/>
                </a:lnTo>
                <a:lnTo>
                  <a:pt x="1371600" y="1585849"/>
                </a:lnTo>
                <a:lnTo>
                  <a:pt x="56387" y="2228977"/>
                </a:lnTo>
                <a:lnTo>
                  <a:pt x="85451" y="2228977"/>
                </a:lnTo>
                <a:lnTo>
                  <a:pt x="1382014" y="1594739"/>
                </a:lnTo>
                <a:lnTo>
                  <a:pt x="1417860" y="1594739"/>
                </a:lnTo>
                <a:lnTo>
                  <a:pt x="1447321" y="1556258"/>
                </a:lnTo>
                <a:lnTo>
                  <a:pt x="1447419" y="1556130"/>
                </a:lnTo>
                <a:lnTo>
                  <a:pt x="1447800" y="1556130"/>
                </a:lnTo>
                <a:lnTo>
                  <a:pt x="1447546" y="1555877"/>
                </a:lnTo>
                <a:lnTo>
                  <a:pt x="1448703" y="1555877"/>
                </a:lnTo>
                <a:lnTo>
                  <a:pt x="1436488" y="1514475"/>
                </a:lnTo>
                <a:lnTo>
                  <a:pt x="1381760" y="1514475"/>
                </a:lnTo>
                <a:lnTo>
                  <a:pt x="1371600" y="1509140"/>
                </a:lnTo>
                <a:close/>
              </a:path>
              <a:path w="1449070" h="2261235">
                <a:moveTo>
                  <a:pt x="1417860" y="1594739"/>
                </a:moveTo>
                <a:lnTo>
                  <a:pt x="1382014" y="1594739"/>
                </a:lnTo>
                <a:lnTo>
                  <a:pt x="1395984" y="1623314"/>
                </a:lnTo>
                <a:lnTo>
                  <a:pt x="1417860" y="1594739"/>
                </a:lnTo>
                <a:close/>
              </a:path>
              <a:path w="1449070" h="2261235">
                <a:moveTo>
                  <a:pt x="17145" y="800862"/>
                </a:moveTo>
                <a:lnTo>
                  <a:pt x="16890" y="807212"/>
                </a:lnTo>
                <a:lnTo>
                  <a:pt x="13970" y="812800"/>
                </a:lnTo>
                <a:lnTo>
                  <a:pt x="738886" y="1192276"/>
                </a:lnTo>
                <a:lnTo>
                  <a:pt x="14097" y="1549780"/>
                </a:lnTo>
                <a:lnTo>
                  <a:pt x="16890" y="1555496"/>
                </a:lnTo>
                <a:lnTo>
                  <a:pt x="16890" y="1561973"/>
                </a:lnTo>
                <a:lnTo>
                  <a:pt x="1366012" y="1561973"/>
                </a:lnTo>
                <a:lnTo>
                  <a:pt x="1371600" y="1573402"/>
                </a:lnTo>
                <a:lnTo>
                  <a:pt x="1371600" y="1549273"/>
                </a:lnTo>
                <a:lnTo>
                  <a:pt x="43687" y="1549273"/>
                </a:lnTo>
                <a:lnTo>
                  <a:pt x="752728" y="1199514"/>
                </a:lnTo>
                <a:lnTo>
                  <a:pt x="779929" y="1199514"/>
                </a:lnTo>
                <a:lnTo>
                  <a:pt x="766826" y="1192657"/>
                </a:lnTo>
                <a:lnTo>
                  <a:pt x="781748" y="1185290"/>
                </a:lnTo>
                <a:lnTo>
                  <a:pt x="752855" y="1185290"/>
                </a:lnTo>
                <a:lnTo>
                  <a:pt x="44323" y="814451"/>
                </a:lnTo>
                <a:lnTo>
                  <a:pt x="435042" y="814451"/>
                </a:lnTo>
                <a:lnTo>
                  <a:pt x="17145" y="800862"/>
                </a:lnTo>
                <a:close/>
              </a:path>
              <a:path w="1449070" h="2261235">
                <a:moveTo>
                  <a:pt x="1448703" y="1555877"/>
                </a:moveTo>
                <a:lnTo>
                  <a:pt x="1447546" y="1555877"/>
                </a:lnTo>
                <a:lnTo>
                  <a:pt x="1448815" y="1556258"/>
                </a:lnTo>
                <a:lnTo>
                  <a:pt x="1448703" y="1555877"/>
                </a:lnTo>
                <a:close/>
              </a:path>
              <a:path w="1449070" h="2261235">
                <a:moveTo>
                  <a:pt x="1024763" y="1327658"/>
                </a:moveTo>
                <a:lnTo>
                  <a:pt x="1024763" y="1341882"/>
                </a:lnTo>
                <a:lnTo>
                  <a:pt x="794003" y="1549273"/>
                </a:lnTo>
                <a:lnTo>
                  <a:pt x="812926" y="1549273"/>
                </a:lnTo>
                <a:lnTo>
                  <a:pt x="1036827" y="1348232"/>
                </a:lnTo>
                <a:lnTo>
                  <a:pt x="1064093" y="1348232"/>
                </a:lnTo>
                <a:lnTo>
                  <a:pt x="1046861" y="1339214"/>
                </a:lnTo>
                <a:lnTo>
                  <a:pt x="1053927" y="1332864"/>
                </a:lnTo>
                <a:lnTo>
                  <a:pt x="1034923" y="1332864"/>
                </a:lnTo>
                <a:lnTo>
                  <a:pt x="1024763" y="1327658"/>
                </a:lnTo>
                <a:close/>
              </a:path>
              <a:path w="1449070" h="2261235">
                <a:moveTo>
                  <a:pt x="1371600" y="1537208"/>
                </a:moveTo>
                <a:lnTo>
                  <a:pt x="1365377" y="1549273"/>
                </a:lnTo>
                <a:lnTo>
                  <a:pt x="1371600" y="1549273"/>
                </a:lnTo>
                <a:lnTo>
                  <a:pt x="1371600" y="1537208"/>
                </a:lnTo>
                <a:close/>
              </a:path>
              <a:path w="1449070" h="2261235">
                <a:moveTo>
                  <a:pt x="1064093" y="1348232"/>
                </a:moveTo>
                <a:lnTo>
                  <a:pt x="1036827" y="1348232"/>
                </a:lnTo>
                <a:lnTo>
                  <a:pt x="1371600" y="1523491"/>
                </a:lnTo>
                <a:lnTo>
                  <a:pt x="1371600" y="1509140"/>
                </a:lnTo>
                <a:lnTo>
                  <a:pt x="1064093" y="1348232"/>
                </a:lnTo>
                <a:close/>
              </a:path>
              <a:path w="1449070" h="2261235">
                <a:moveTo>
                  <a:pt x="1389888" y="1483614"/>
                </a:moveTo>
                <a:lnTo>
                  <a:pt x="1389888" y="1502410"/>
                </a:lnTo>
                <a:lnTo>
                  <a:pt x="1385189" y="1511300"/>
                </a:lnTo>
                <a:lnTo>
                  <a:pt x="1381760" y="1514475"/>
                </a:lnTo>
                <a:lnTo>
                  <a:pt x="1436488" y="1514475"/>
                </a:lnTo>
                <a:lnTo>
                  <a:pt x="1430568" y="1494409"/>
                </a:lnTo>
                <a:lnTo>
                  <a:pt x="1403223" y="1494409"/>
                </a:lnTo>
                <a:lnTo>
                  <a:pt x="1400280" y="1490345"/>
                </a:lnTo>
                <a:lnTo>
                  <a:pt x="1396111" y="1490345"/>
                </a:lnTo>
                <a:lnTo>
                  <a:pt x="1389888" y="1483614"/>
                </a:lnTo>
                <a:close/>
              </a:path>
              <a:path w="1449070" h="2261235">
                <a:moveTo>
                  <a:pt x="1168324" y="1245742"/>
                </a:moveTo>
                <a:lnTo>
                  <a:pt x="1150874" y="1245742"/>
                </a:lnTo>
                <a:lnTo>
                  <a:pt x="1389888" y="1502410"/>
                </a:lnTo>
                <a:lnTo>
                  <a:pt x="1389888" y="1483614"/>
                </a:lnTo>
                <a:lnTo>
                  <a:pt x="1168324" y="1245742"/>
                </a:lnTo>
                <a:close/>
              </a:path>
              <a:path w="1449070" h="2261235">
                <a:moveTo>
                  <a:pt x="1424686" y="1474470"/>
                </a:moveTo>
                <a:lnTo>
                  <a:pt x="1403223" y="1494409"/>
                </a:lnTo>
                <a:lnTo>
                  <a:pt x="1430568" y="1494409"/>
                </a:lnTo>
                <a:lnTo>
                  <a:pt x="1424686" y="1474470"/>
                </a:lnTo>
                <a:close/>
              </a:path>
              <a:path w="1449070" h="2261235">
                <a:moveTo>
                  <a:pt x="1397889" y="1487042"/>
                </a:moveTo>
                <a:lnTo>
                  <a:pt x="1396111" y="1490345"/>
                </a:lnTo>
                <a:lnTo>
                  <a:pt x="1400280" y="1490345"/>
                </a:lnTo>
                <a:lnTo>
                  <a:pt x="1397889" y="1487042"/>
                </a:lnTo>
                <a:close/>
              </a:path>
              <a:path w="1449070" h="2261235">
                <a:moveTo>
                  <a:pt x="779929" y="1199514"/>
                </a:moveTo>
                <a:lnTo>
                  <a:pt x="752728" y="1199514"/>
                </a:lnTo>
                <a:lnTo>
                  <a:pt x="1024763" y="1341882"/>
                </a:lnTo>
                <a:lnTo>
                  <a:pt x="1024763" y="1327658"/>
                </a:lnTo>
                <a:lnTo>
                  <a:pt x="779929" y="1199514"/>
                </a:lnTo>
                <a:close/>
              </a:path>
              <a:path w="1449070" h="2261235">
                <a:moveTo>
                  <a:pt x="1142238" y="1217802"/>
                </a:moveTo>
                <a:lnTo>
                  <a:pt x="1142238" y="1236472"/>
                </a:lnTo>
                <a:lnTo>
                  <a:pt x="1034923" y="1332864"/>
                </a:lnTo>
                <a:lnTo>
                  <a:pt x="1053927" y="1332864"/>
                </a:lnTo>
                <a:lnTo>
                  <a:pt x="1150874" y="1245742"/>
                </a:lnTo>
                <a:lnTo>
                  <a:pt x="1168324" y="1245742"/>
                </a:lnTo>
                <a:lnTo>
                  <a:pt x="1160399" y="1237234"/>
                </a:lnTo>
                <a:lnTo>
                  <a:pt x="1170714" y="1227963"/>
                </a:lnTo>
                <a:lnTo>
                  <a:pt x="1151763" y="1227963"/>
                </a:lnTo>
                <a:lnTo>
                  <a:pt x="1142238" y="1217802"/>
                </a:lnTo>
                <a:close/>
              </a:path>
              <a:path w="1449070" h="2261235">
                <a:moveTo>
                  <a:pt x="1013439" y="1079500"/>
                </a:moveTo>
                <a:lnTo>
                  <a:pt x="996061" y="1079500"/>
                </a:lnTo>
                <a:lnTo>
                  <a:pt x="1142238" y="1236472"/>
                </a:lnTo>
                <a:lnTo>
                  <a:pt x="1142238" y="1217802"/>
                </a:lnTo>
                <a:lnTo>
                  <a:pt x="1013439" y="1079500"/>
                </a:lnTo>
                <a:close/>
              </a:path>
              <a:path w="1449070" h="2261235">
                <a:moveTo>
                  <a:pt x="1441069" y="976376"/>
                </a:moveTo>
                <a:lnTo>
                  <a:pt x="1358900" y="998982"/>
                </a:lnTo>
                <a:lnTo>
                  <a:pt x="1380109" y="1022603"/>
                </a:lnTo>
                <a:lnTo>
                  <a:pt x="1151763" y="1227963"/>
                </a:lnTo>
                <a:lnTo>
                  <a:pt x="1170714" y="1227963"/>
                </a:lnTo>
                <a:lnTo>
                  <a:pt x="1388617" y="1032128"/>
                </a:lnTo>
                <a:lnTo>
                  <a:pt x="1419089" y="1032128"/>
                </a:lnTo>
                <a:lnTo>
                  <a:pt x="1441069" y="976376"/>
                </a:lnTo>
                <a:close/>
              </a:path>
              <a:path w="1449070" h="2261235">
                <a:moveTo>
                  <a:pt x="987044" y="1051052"/>
                </a:moveTo>
                <a:lnTo>
                  <a:pt x="987044" y="1069848"/>
                </a:lnTo>
                <a:lnTo>
                  <a:pt x="752855" y="1185290"/>
                </a:lnTo>
                <a:lnTo>
                  <a:pt x="781748" y="1185290"/>
                </a:lnTo>
                <a:lnTo>
                  <a:pt x="996061" y="1079500"/>
                </a:lnTo>
                <a:lnTo>
                  <a:pt x="1013439" y="1079500"/>
                </a:lnTo>
                <a:lnTo>
                  <a:pt x="1007999" y="1073658"/>
                </a:lnTo>
                <a:lnTo>
                  <a:pt x="1027824" y="1063878"/>
                </a:lnTo>
                <a:lnTo>
                  <a:pt x="998982" y="1063878"/>
                </a:lnTo>
                <a:lnTo>
                  <a:pt x="987044" y="1051052"/>
                </a:lnTo>
                <a:close/>
              </a:path>
              <a:path w="1449070" h="2261235">
                <a:moveTo>
                  <a:pt x="435042" y="814451"/>
                </a:moveTo>
                <a:lnTo>
                  <a:pt x="44323" y="814451"/>
                </a:lnTo>
                <a:lnTo>
                  <a:pt x="771398" y="838200"/>
                </a:lnTo>
                <a:lnTo>
                  <a:pt x="987044" y="1069848"/>
                </a:lnTo>
                <a:lnTo>
                  <a:pt x="987044" y="1051052"/>
                </a:lnTo>
                <a:lnTo>
                  <a:pt x="789304" y="838708"/>
                </a:lnTo>
                <a:lnTo>
                  <a:pt x="1179375" y="838708"/>
                </a:lnTo>
                <a:lnTo>
                  <a:pt x="777113" y="825626"/>
                </a:lnTo>
                <a:lnTo>
                  <a:pt x="776521" y="824991"/>
                </a:lnTo>
                <a:lnTo>
                  <a:pt x="759205" y="824991"/>
                </a:lnTo>
                <a:lnTo>
                  <a:pt x="435042" y="814451"/>
                </a:lnTo>
                <a:close/>
              </a:path>
              <a:path w="1449070" h="2261235">
                <a:moveTo>
                  <a:pt x="1366012" y="801497"/>
                </a:moveTo>
                <a:lnTo>
                  <a:pt x="1366012" y="816101"/>
                </a:lnTo>
                <a:lnTo>
                  <a:pt x="1365503" y="833754"/>
                </a:lnTo>
                <a:lnTo>
                  <a:pt x="1364361" y="835660"/>
                </a:lnTo>
                <a:lnTo>
                  <a:pt x="1364361" y="869441"/>
                </a:lnTo>
                <a:lnTo>
                  <a:pt x="1363852" y="883920"/>
                </a:lnTo>
                <a:lnTo>
                  <a:pt x="998982" y="1063878"/>
                </a:lnTo>
                <a:lnTo>
                  <a:pt x="1027824" y="1063878"/>
                </a:lnTo>
                <a:lnTo>
                  <a:pt x="1375664" y="892301"/>
                </a:lnTo>
                <a:lnTo>
                  <a:pt x="1411248" y="892301"/>
                </a:lnTo>
                <a:lnTo>
                  <a:pt x="1440307" y="853948"/>
                </a:lnTo>
                <a:lnTo>
                  <a:pt x="1440941" y="853694"/>
                </a:lnTo>
                <a:lnTo>
                  <a:pt x="1442212" y="853694"/>
                </a:lnTo>
                <a:lnTo>
                  <a:pt x="1413543" y="809498"/>
                </a:lnTo>
                <a:lnTo>
                  <a:pt x="1379727" y="809498"/>
                </a:lnTo>
                <a:lnTo>
                  <a:pt x="1366012" y="801497"/>
                </a:lnTo>
                <a:close/>
              </a:path>
              <a:path w="1449070" h="2261235">
                <a:moveTo>
                  <a:pt x="1419089" y="1032128"/>
                </a:moveTo>
                <a:lnTo>
                  <a:pt x="1388617" y="1032128"/>
                </a:lnTo>
                <a:lnTo>
                  <a:pt x="1409827" y="1055624"/>
                </a:lnTo>
                <a:lnTo>
                  <a:pt x="1419089" y="1032128"/>
                </a:lnTo>
                <a:close/>
              </a:path>
              <a:path w="1449070" h="2261235">
                <a:moveTo>
                  <a:pt x="1411248" y="892301"/>
                </a:moveTo>
                <a:lnTo>
                  <a:pt x="1375664" y="892301"/>
                </a:lnTo>
                <a:lnTo>
                  <a:pt x="1389634" y="920750"/>
                </a:lnTo>
                <a:lnTo>
                  <a:pt x="1411248" y="892301"/>
                </a:lnTo>
                <a:close/>
              </a:path>
              <a:path w="1449070" h="2261235">
                <a:moveTo>
                  <a:pt x="1179375" y="838708"/>
                </a:moveTo>
                <a:lnTo>
                  <a:pt x="789304" y="838708"/>
                </a:lnTo>
                <a:lnTo>
                  <a:pt x="1358391" y="857250"/>
                </a:lnTo>
                <a:lnTo>
                  <a:pt x="1364361" y="869441"/>
                </a:lnTo>
                <a:lnTo>
                  <a:pt x="1364361" y="844550"/>
                </a:lnTo>
                <a:lnTo>
                  <a:pt x="1359027" y="844550"/>
                </a:lnTo>
                <a:lnTo>
                  <a:pt x="1179375" y="838708"/>
                </a:lnTo>
                <a:close/>
              </a:path>
              <a:path w="1449070" h="2261235">
                <a:moveTo>
                  <a:pt x="1364361" y="835660"/>
                </a:moveTo>
                <a:lnTo>
                  <a:pt x="1359027" y="844550"/>
                </a:lnTo>
                <a:lnTo>
                  <a:pt x="1364361" y="844550"/>
                </a:lnTo>
                <a:lnTo>
                  <a:pt x="1364361" y="835660"/>
                </a:lnTo>
                <a:close/>
              </a:path>
              <a:path w="1449070" h="2261235">
                <a:moveTo>
                  <a:pt x="7874" y="0"/>
                </a:moveTo>
                <a:lnTo>
                  <a:pt x="4699" y="5461"/>
                </a:lnTo>
                <a:lnTo>
                  <a:pt x="0" y="9778"/>
                </a:lnTo>
                <a:lnTo>
                  <a:pt x="759205" y="824991"/>
                </a:lnTo>
                <a:lnTo>
                  <a:pt x="776521" y="824991"/>
                </a:lnTo>
                <a:lnTo>
                  <a:pt x="39242" y="33147"/>
                </a:lnTo>
                <a:lnTo>
                  <a:pt x="64041" y="33147"/>
                </a:lnTo>
                <a:lnTo>
                  <a:pt x="7874" y="0"/>
                </a:lnTo>
                <a:close/>
              </a:path>
              <a:path w="1449070" h="2261235">
                <a:moveTo>
                  <a:pt x="64041" y="33147"/>
                </a:moveTo>
                <a:lnTo>
                  <a:pt x="39242" y="33147"/>
                </a:lnTo>
                <a:lnTo>
                  <a:pt x="1366012" y="816101"/>
                </a:lnTo>
                <a:lnTo>
                  <a:pt x="1366012" y="801497"/>
                </a:lnTo>
                <a:lnTo>
                  <a:pt x="64041" y="33147"/>
                </a:lnTo>
                <a:close/>
              </a:path>
              <a:path w="1449070" h="2261235">
                <a:moveTo>
                  <a:pt x="1395857" y="782192"/>
                </a:moveTo>
                <a:lnTo>
                  <a:pt x="1379727" y="809498"/>
                </a:lnTo>
                <a:lnTo>
                  <a:pt x="1413543" y="809498"/>
                </a:lnTo>
                <a:lnTo>
                  <a:pt x="1395857" y="782192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9412" y="1716023"/>
            <a:ext cx="464820" cy="76200"/>
          </a:xfrm>
          <a:custGeom>
            <a:avLst/>
            <a:gdLst/>
            <a:ahLst/>
            <a:cxnLst/>
            <a:rect l="l" t="t" r="r" b="b"/>
            <a:pathLst>
              <a:path w="464819" h="76200">
                <a:moveTo>
                  <a:pt x="464566" y="39116"/>
                </a:moveTo>
                <a:lnTo>
                  <a:pt x="388772" y="0"/>
                </a:lnTo>
                <a:lnTo>
                  <a:pt x="388327" y="31750"/>
                </a:lnTo>
                <a:lnTo>
                  <a:pt x="254" y="26162"/>
                </a:lnTo>
                <a:lnTo>
                  <a:pt x="0" y="38862"/>
                </a:lnTo>
                <a:lnTo>
                  <a:pt x="388175" y="44450"/>
                </a:lnTo>
                <a:lnTo>
                  <a:pt x="400850" y="44577"/>
                </a:lnTo>
                <a:lnTo>
                  <a:pt x="388162" y="44577"/>
                </a:lnTo>
                <a:lnTo>
                  <a:pt x="387756" y="76200"/>
                </a:lnTo>
                <a:lnTo>
                  <a:pt x="464566" y="39116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3504" y="2481071"/>
            <a:ext cx="490220" cy="76200"/>
          </a:xfrm>
          <a:custGeom>
            <a:avLst/>
            <a:gdLst/>
            <a:ahLst/>
            <a:cxnLst/>
            <a:rect l="l" t="t" r="r" b="b"/>
            <a:pathLst>
              <a:path w="490219" h="76200">
                <a:moveTo>
                  <a:pt x="490220" y="38100"/>
                </a:moveTo>
                <a:lnTo>
                  <a:pt x="477520" y="31750"/>
                </a:lnTo>
                <a:lnTo>
                  <a:pt x="414045" y="0"/>
                </a:lnTo>
                <a:lnTo>
                  <a:pt x="414045" y="31750"/>
                </a:lnTo>
                <a:lnTo>
                  <a:pt x="0" y="31750"/>
                </a:lnTo>
                <a:lnTo>
                  <a:pt x="0" y="44450"/>
                </a:lnTo>
                <a:lnTo>
                  <a:pt x="414045" y="44450"/>
                </a:lnTo>
                <a:lnTo>
                  <a:pt x="414045" y="76200"/>
                </a:lnTo>
                <a:lnTo>
                  <a:pt x="477520" y="44450"/>
                </a:lnTo>
                <a:lnTo>
                  <a:pt x="490220" y="3810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629412" y="3183635"/>
            <a:ext cx="471170" cy="76200"/>
            <a:chOff x="629412" y="3183635"/>
            <a:chExt cx="471170" cy="76200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3937" y="3183635"/>
              <a:ext cx="63550" cy="762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29412" y="3215385"/>
              <a:ext cx="471170" cy="12700"/>
            </a:xfrm>
            <a:custGeom>
              <a:avLst/>
              <a:gdLst/>
              <a:ahLst/>
              <a:cxnLst/>
              <a:rect l="l" t="t" r="r" b="b"/>
              <a:pathLst>
                <a:path w="471169" h="12700">
                  <a:moveTo>
                    <a:pt x="394525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94525" y="12700"/>
                  </a:lnTo>
                  <a:lnTo>
                    <a:pt x="394525" y="0"/>
                  </a:lnTo>
                  <a:close/>
                </a:path>
                <a:path w="471169" h="12700">
                  <a:moveTo>
                    <a:pt x="470789" y="6350"/>
                  </a:moveTo>
                  <a:lnTo>
                    <a:pt x="458076" y="0"/>
                  </a:lnTo>
                  <a:lnTo>
                    <a:pt x="407238" y="0"/>
                  </a:lnTo>
                  <a:lnTo>
                    <a:pt x="407238" y="12700"/>
                  </a:lnTo>
                  <a:lnTo>
                    <a:pt x="458076" y="12700"/>
                  </a:lnTo>
                  <a:lnTo>
                    <a:pt x="470789" y="635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5347716" y="2176271"/>
            <a:ext cx="398145" cy="76200"/>
          </a:xfrm>
          <a:custGeom>
            <a:avLst/>
            <a:gdLst/>
            <a:ahLst/>
            <a:cxnLst/>
            <a:rect l="l" t="t" r="r" b="b"/>
            <a:pathLst>
              <a:path w="398145" h="76200">
                <a:moveTo>
                  <a:pt x="3215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500" y="44450"/>
                </a:lnTo>
                <a:lnTo>
                  <a:pt x="321500" y="31750"/>
                </a:lnTo>
                <a:close/>
              </a:path>
              <a:path w="398145" h="76200">
                <a:moveTo>
                  <a:pt x="397764" y="38100"/>
                </a:moveTo>
                <a:lnTo>
                  <a:pt x="385064" y="31750"/>
                </a:lnTo>
                <a:lnTo>
                  <a:pt x="321564" y="0"/>
                </a:lnTo>
                <a:lnTo>
                  <a:pt x="321564" y="76200"/>
                </a:lnTo>
                <a:lnTo>
                  <a:pt x="385064" y="44450"/>
                </a:lnTo>
                <a:lnTo>
                  <a:pt x="397764" y="3810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353812" y="2878835"/>
            <a:ext cx="403860" cy="76200"/>
          </a:xfrm>
          <a:custGeom>
            <a:avLst/>
            <a:gdLst/>
            <a:ahLst/>
            <a:cxnLst/>
            <a:rect l="l" t="t" r="r" b="b"/>
            <a:pathLst>
              <a:path w="403860" h="76200">
                <a:moveTo>
                  <a:pt x="32752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7520" y="44450"/>
                </a:lnTo>
                <a:lnTo>
                  <a:pt x="327520" y="31750"/>
                </a:lnTo>
                <a:close/>
              </a:path>
              <a:path w="403860" h="76200">
                <a:moveTo>
                  <a:pt x="403606" y="38100"/>
                </a:moveTo>
                <a:lnTo>
                  <a:pt x="390906" y="31750"/>
                </a:lnTo>
                <a:lnTo>
                  <a:pt x="327533" y="0"/>
                </a:lnTo>
                <a:lnTo>
                  <a:pt x="327533" y="76200"/>
                </a:lnTo>
                <a:lnTo>
                  <a:pt x="390906" y="44450"/>
                </a:lnTo>
                <a:lnTo>
                  <a:pt x="403606" y="3810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82244" y="4113403"/>
            <a:ext cx="1056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30804" y="4113403"/>
            <a:ext cx="1233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39488" y="4084066"/>
            <a:ext cx="1226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Output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95042" y="1280871"/>
            <a:ext cx="1873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53539" y="1382979"/>
            <a:ext cx="13525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11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77466" y="1609089"/>
            <a:ext cx="3448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b="1" spc="-37" baseline="11904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92654" y="1708531"/>
            <a:ext cx="1873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51150" y="1810639"/>
            <a:ext cx="135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C00000"/>
                </a:solidFill>
                <a:latin typeface="Calibri"/>
                <a:cs typeface="Calibri"/>
              </a:rPr>
              <a:t>31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9968" y="1561033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x</a:t>
            </a:r>
            <a:r>
              <a:rPr sz="1575" spc="-37" baseline="-18518" dirty="0">
                <a:latin typeface="Calibri"/>
                <a:cs typeface="Calibri"/>
              </a:rPr>
              <a:t>1</a:t>
            </a:r>
            <a:endParaRPr sz="1575" baseline="-18518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3872" y="2323845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x</a:t>
            </a:r>
            <a:r>
              <a:rPr sz="1575" spc="-37" baseline="-15873" dirty="0">
                <a:latin typeface="Calibri"/>
                <a:cs typeface="Calibri"/>
              </a:rPr>
              <a:t>2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5688" y="3026155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x</a:t>
            </a:r>
            <a:r>
              <a:rPr sz="1575" spc="-37" baseline="-15873" dirty="0">
                <a:latin typeface="Calibri"/>
                <a:cs typeface="Calibri"/>
              </a:rPr>
              <a:t>3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39129" y="2055113"/>
            <a:ext cx="233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y</a:t>
            </a:r>
            <a:r>
              <a:rPr sz="1575" spc="-37" baseline="-15873" dirty="0">
                <a:latin typeface="Calibri"/>
                <a:cs typeface="Calibri"/>
              </a:rPr>
              <a:t>1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48528" y="2733293"/>
            <a:ext cx="233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y</a:t>
            </a:r>
            <a:r>
              <a:rPr sz="1575" spc="-37" baseline="-15873" dirty="0">
                <a:latin typeface="Calibri"/>
                <a:cs typeface="Calibri"/>
              </a:rPr>
              <a:t>2</a:t>
            </a:r>
            <a:endParaRPr sz="1575" baseline="-15873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295644" y="1208532"/>
            <a:ext cx="4468495" cy="2421890"/>
            <a:chOff x="6295644" y="1208532"/>
            <a:chExt cx="4468495" cy="2421890"/>
          </a:xfrm>
        </p:grpSpPr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35268" y="1292352"/>
              <a:ext cx="4428744" cy="181813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083296" y="2538983"/>
              <a:ext cx="1638300" cy="1091565"/>
            </a:xfrm>
            <a:custGeom>
              <a:avLst/>
              <a:gdLst/>
              <a:ahLst/>
              <a:cxnLst/>
              <a:rect l="l" t="t" r="r" b="b"/>
              <a:pathLst>
                <a:path w="1638300" h="1091564">
                  <a:moveTo>
                    <a:pt x="276479" y="295783"/>
                  </a:moveTo>
                  <a:lnTo>
                    <a:pt x="260604" y="211963"/>
                  </a:lnTo>
                  <a:lnTo>
                    <a:pt x="203200" y="274955"/>
                  </a:lnTo>
                  <a:lnTo>
                    <a:pt x="227711" y="281940"/>
                  </a:lnTo>
                  <a:lnTo>
                    <a:pt x="0" y="1084072"/>
                  </a:lnTo>
                  <a:lnTo>
                    <a:pt x="24384" y="1091057"/>
                  </a:lnTo>
                  <a:lnTo>
                    <a:pt x="252095" y="288798"/>
                  </a:lnTo>
                  <a:lnTo>
                    <a:pt x="276479" y="295783"/>
                  </a:lnTo>
                  <a:close/>
                </a:path>
                <a:path w="1638300" h="1091564">
                  <a:moveTo>
                    <a:pt x="1637792" y="80645"/>
                  </a:moveTo>
                  <a:lnTo>
                    <a:pt x="1610106" y="0"/>
                  </a:lnTo>
                  <a:lnTo>
                    <a:pt x="1562354" y="70485"/>
                  </a:lnTo>
                  <a:lnTo>
                    <a:pt x="1587500" y="73914"/>
                  </a:lnTo>
                  <a:lnTo>
                    <a:pt x="1455039" y="1076452"/>
                  </a:lnTo>
                  <a:lnTo>
                    <a:pt x="1480185" y="1079881"/>
                  </a:lnTo>
                  <a:lnTo>
                    <a:pt x="1612646" y="77216"/>
                  </a:lnTo>
                  <a:lnTo>
                    <a:pt x="1637792" y="8064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669530" y="1386078"/>
              <a:ext cx="2583180" cy="1623060"/>
            </a:xfrm>
            <a:custGeom>
              <a:avLst/>
              <a:gdLst/>
              <a:ahLst/>
              <a:cxnLst/>
              <a:rect l="l" t="t" r="r" b="b"/>
              <a:pathLst>
                <a:path w="2583179" h="1623060">
                  <a:moveTo>
                    <a:pt x="0" y="811530"/>
                  </a:moveTo>
                  <a:lnTo>
                    <a:pt x="5334" y="737616"/>
                  </a:lnTo>
                  <a:lnTo>
                    <a:pt x="20827" y="665607"/>
                  </a:lnTo>
                  <a:lnTo>
                    <a:pt x="46100" y="595757"/>
                  </a:lnTo>
                  <a:lnTo>
                    <a:pt x="80772" y="528320"/>
                  </a:lnTo>
                  <a:lnTo>
                    <a:pt x="101473" y="495681"/>
                  </a:lnTo>
                  <a:lnTo>
                    <a:pt x="124333" y="463676"/>
                  </a:lnTo>
                  <a:lnTo>
                    <a:pt x="149351" y="432435"/>
                  </a:lnTo>
                  <a:lnTo>
                    <a:pt x="176275" y="401955"/>
                  </a:lnTo>
                  <a:lnTo>
                    <a:pt x="205359" y="372363"/>
                  </a:lnTo>
                  <a:lnTo>
                    <a:pt x="236347" y="343535"/>
                  </a:lnTo>
                  <a:lnTo>
                    <a:pt x="269113" y="315595"/>
                  </a:lnTo>
                  <a:lnTo>
                    <a:pt x="303784" y="288671"/>
                  </a:lnTo>
                  <a:lnTo>
                    <a:pt x="340105" y="262636"/>
                  </a:lnTo>
                  <a:lnTo>
                    <a:pt x="378333" y="237744"/>
                  </a:lnTo>
                  <a:lnTo>
                    <a:pt x="418084" y="213741"/>
                  </a:lnTo>
                  <a:lnTo>
                    <a:pt x="459359" y="190881"/>
                  </a:lnTo>
                  <a:lnTo>
                    <a:pt x="502285" y="169037"/>
                  </a:lnTo>
                  <a:lnTo>
                    <a:pt x="546735" y="148462"/>
                  </a:lnTo>
                  <a:lnTo>
                    <a:pt x="592454" y="129032"/>
                  </a:lnTo>
                  <a:lnTo>
                    <a:pt x="639699" y="110744"/>
                  </a:lnTo>
                  <a:lnTo>
                    <a:pt x="688213" y="93852"/>
                  </a:lnTo>
                  <a:lnTo>
                    <a:pt x="737870" y="78105"/>
                  </a:lnTo>
                  <a:lnTo>
                    <a:pt x="788797" y="63754"/>
                  </a:lnTo>
                  <a:lnTo>
                    <a:pt x="840867" y="50800"/>
                  </a:lnTo>
                  <a:lnTo>
                    <a:pt x="894079" y="39116"/>
                  </a:lnTo>
                  <a:lnTo>
                    <a:pt x="948181" y="28956"/>
                  </a:lnTo>
                  <a:lnTo>
                    <a:pt x="1003426" y="20320"/>
                  </a:lnTo>
                  <a:lnTo>
                    <a:pt x="1059434" y="13081"/>
                  </a:lnTo>
                  <a:lnTo>
                    <a:pt x="1116329" y="7366"/>
                  </a:lnTo>
                  <a:lnTo>
                    <a:pt x="1173988" y="3301"/>
                  </a:lnTo>
                  <a:lnTo>
                    <a:pt x="1232408" y="888"/>
                  </a:lnTo>
                  <a:lnTo>
                    <a:pt x="1291590" y="0"/>
                  </a:lnTo>
                  <a:lnTo>
                    <a:pt x="1350772" y="888"/>
                  </a:lnTo>
                  <a:lnTo>
                    <a:pt x="1409192" y="3301"/>
                  </a:lnTo>
                  <a:lnTo>
                    <a:pt x="1466850" y="7366"/>
                  </a:lnTo>
                  <a:lnTo>
                    <a:pt x="1523746" y="13081"/>
                  </a:lnTo>
                  <a:lnTo>
                    <a:pt x="1579752" y="20320"/>
                  </a:lnTo>
                  <a:lnTo>
                    <a:pt x="1634998" y="28956"/>
                  </a:lnTo>
                  <a:lnTo>
                    <a:pt x="1689100" y="39116"/>
                  </a:lnTo>
                  <a:lnTo>
                    <a:pt x="1742313" y="50800"/>
                  </a:lnTo>
                  <a:lnTo>
                    <a:pt x="1794383" y="63754"/>
                  </a:lnTo>
                  <a:lnTo>
                    <a:pt x="1845310" y="78105"/>
                  </a:lnTo>
                  <a:lnTo>
                    <a:pt x="1894967" y="93852"/>
                  </a:lnTo>
                  <a:lnTo>
                    <a:pt x="1943480" y="110744"/>
                  </a:lnTo>
                  <a:lnTo>
                    <a:pt x="1990725" y="129032"/>
                  </a:lnTo>
                  <a:lnTo>
                    <a:pt x="2036445" y="148462"/>
                  </a:lnTo>
                  <a:lnTo>
                    <a:pt x="2080895" y="169037"/>
                  </a:lnTo>
                  <a:lnTo>
                    <a:pt x="2123821" y="190881"/>
                  </a:lnTo>
                  <a:lnTo>
                    <a:pt x="2165096" y="213741"/>
                  </a:lnTo>
                  <a:lnTo>
                    <a:pt x="2204847" y="237744"/>
                  </a:lnTo>
                  <a:lnTo>
                    <a:pt x="2243074" y="262636"/>
                  </a:lnTo>
                  <a:lnTo>
                    <a:pt x="2279396" y="288671"/>
                  </a:lnTo>
                  <a:lnTo>
                    <a:pt x="2314067" y="315595"/>
                  </a:lnTo>
                  <a:lnTo>
                    <a:pt x="2346833" y="343535"/>
                  </a:lnTo>
                  <a:lnTo>
                    <a:pt x="2377821" y="372363"/>
                  </a:lnTo>
                  <a:lnTo>
                    <a:pt x="2406904" y="401955"/>
                  </a:lnTo>
                  <a:lnTo>
                    <a:pt x="2433828" y="432435"/>
                  </a:lnTo>
                  <a:lnTo>
                    <a:pt x="2458847" y="463676"/>
                  </a:lnTo>
                  <a:lnTo>
                    <a:pt x="2481706" y="495681"/>
                  </a:lnTo>
                  <a:lnTo>
                    <a:pt x="2502408" y="528320"/>
                  </a:lnTo>
                  <a:lnTo>
                    <a:pt x="2520823" y="561721"/>
                  </a:lnTo>
                  <a:lnTo>
                    <a:pt x="2550922" y="630427"/>
                  </a:lnTo>
                  <a:lnTo>
                    <a:pt x="2571369" y="701421"/>
                  </a:lnTo>
                  <a:lnTo>
                    <a:pt x="2581910" y="774446"/>
                  </a:lnTo>
                  <a:lnTo>
                    <a:pt x="2583179" y="811530"/>
                  </a:lnTo>
                  <a:lnTo>
                    <a:pt x="2581910" y="848613"/>
                  </a:lnTo>
                  <a:lnTo>
                    <a:pt x="2571369" y="921638"/>
                  </a:lnTo>
                  <a:lnTo>
                    <a:pt x="2550922" y="992632"/>
                  </a:lnTo>
                  <a:lnTo>
                    <a:pt x="2520823" y="1061339"/>
                  </a:lnTo>
                  <a:lnTo>
                    <a:pt x="2502408" y="1094739"/>
                  </a:lnTo>
                  <a:lnTo>
                    <a:pt x="2481706" y="1127379"/>
                  </a:lnTo>
                  <a:lnTo>
                    <a:pt x="2458847" y="1159383"/>
                  </a:lnTo>
                  <a:lnTo>
                    <a:pt x="2433828" y="1190625"/>
                  </a:lnTo>
                  <a:lnTo>
                    <a:pt x="2406904" y="1221105"/>
                  </a:lnTo>
                  <a:lnTo>
                    <a:pt x="2377821" y="1250696"/>
                  </a:lnTo>
                  <a:lnTo>
                    <a:pt x="2346833" y="1279525"/>
                  </a:lnTo>
                  <a:lnTo>
                    <a:pt x="2314067" y="1307464"/>
                  </a:lnTo>
                  <a:lnTo>
                    <a:pt x="2279396" y="1334389"/>
                  </a:lnTo>
                  <a:lnTo>
                    <a:pt x="2243074" y="1360424"/>
                  </a:lnTo>
                  <a:lnTo>
                    <a:pt x="2204847" y="1385316"/>
                  </a:lnTo>
                  <a:lnTo>
                    <a:pt x="2165096" y="1409319"/>
                  </a:lnTo>
                  <a:lnTo>
                    <a:pt x="2123821" y="1432179"/>
                  </a:lnTo>
                  <a:lnTo>
                    <a:pt x="2080895" y="1454023"/>
                  </a:lnTo>
                  <a:lnTo>
                    <a:pt x="2036445" y="1474597"/>
                  </a:lnTo>
                  <a:lnTo>
                    <a:pt x="1990725" y="1494027"/>
                  </a:lnTo>
                  <a:lnTo>
                    <a:pt x="1943480" y="1512316"/>
                  </a:lnTo>
                  <a:lnTo>
                    <a:pt x="1894967" y="1529207"/>
                  </a:lnTo>
                  <a:lnTo>
                    <a:pt x="1845310" y="1544955"/>
                  </a:lnTo>
                  <a:lnTo>
                    <a:pt x="1794383" y="1559306"/>
                  </a:lnTo>
                  <a:lnTo>
                    <a:pt x="1742313" y="1572260"/>
                  </a:lnTo>
                  <a:lnTo>
                    <a:pt x="1689100" y="1583944"/>
                  </a:lnTo>
                  <a:lnTo>
                    <a:pt x="1634998" y="1594104"/>
                  </a:lnTo>
                  <a:lnTo>
                    <a:pt x="1579752" y="1602740"/>
                  </a:lnTo>
                  <a:lnTo>
                    <a:pt x="1523746" y="1609979"/>
                  </a:lnTo>
                  <a:lnTo>
                    <a:pt x="1466850" y="1615694"/>
                  </a:lnTo>
                  <a:lnTo>
                    <a:pt x="1409192" y="1619758"/>
                  </a:lnTo>
                  <a:lnTo>
                    <a:pt x="1350772" y="1622171"/>
                  </a:lnTo>
                  <a:lnTo>
                    <a:pt x="1291590" y="1623060"/>
                  </a:lnTo>
                  <a:lnTo>
                    <a:pt x="1232408" y="1622171"/>
                  </a:lnTo>
                  <a:lnTo>
                    <a:pt x="1173988" y="1619758"/>
                  </a:lnTo>
                  <a:lnTo>
                    <a:pt x="1116329" y="1615694"/>
                  </a:lnTo>
                  <a:lnTo>
                    <a:pt x="1059434" y="1609979"/>
                  </a:lnTo>
                  <a:lnTo>
                    <a:pt x="1003426" y="1602740"/>
                  </a:lnTo>
                  <a:lnTo>
                    <a:pt x="948181" y="1594104"/>
                  </a:lnTo>
                  <a:lnTo>
                    <a:pt x="894079" y="1583944"/>
                  </a:lnTo>
                  <a:lnTo>
                    <a:pt x="840867" y="1572260"/>
                  </a:lnTo>
                  <a:lnTo>
                    <a:pt x="788797" y="1559306"/>
                  </a:lnTo>
                  <a:lnTo>
                    <a:pt x="737870" y="1544955"/>
                  </a:lnTo>
                  <a:lnTo>
                    <a:pt x="688213" y="1529207"/>
                  </a:lnTo>
                  <a:lnTo>
                    <a:pt x="639699" y="1512316"/>
                  </a:lnTo>
                  <a:lnTo>
                    <a:pt x="592454" y="1494027"/>
                  </a:lnTo>
                  <a:lnTo>
                    <a:pt x="546735" y="1474597"/>
                  </a:lnTo>
                  <a:lnTo>
                    <a:pt x="502285" y="1454023"/>
                  </a:lnTo>
                  <a:lnTo>
                    <a:pt x="459359" y="1432179"/>
                  </a:lnTo>
                  <a:lnTo>
                    <a:pt x="418084" y="1409319"/>
                  </a:lnTo>
                  <a:lnTo>
                    <a:pt x="378333" y="1385316"/>
                  </a:lnTo>
                  <a:lnTo>
                    <a:pt x="340105" y="1360424"/>
                  </a:lnTo>
                  <a:lnTo>
                    <a:pt x="303784" y="1334389"/>
                  </a:lnTo>
                  <a:lnTo>
                    <a:pt x="269113" y="1307464"/>
                  </a:lnTo>
                  <a:lnTo>
                    <a:pt x="236347" y="1279525"/>
                  </a:lnTo>
                  <a:lnTo>
                    <a:pt x="205359" y="1250696"/>
                  </a:lnTo>
                  <a:lnTo>
                    <a:pt x="176275" y="1221105"/>
                  </a:lnTo>
                  <a:lnTo>
                    <a:pt x="149351" y="1190625"/>
                  </a:lnTo>
                  <a:lnTo>
                    <a:pt x="124333" y="1159383"/>
                  </a:lnTo>
                  <a:lnTo>
                    <a:pt x="101473" y="1127379"/>
                  </a:lnTo>
                  <a:lnTo>
                    <a:pt x="80772" y="1094739"/>
                  </a:lnTo>
                  <a:lnTo>
                    <a:pt x="62356" y="1061339"/>
                  </a:lnTo>
                  <a:lnTo>
                    <a:pt x="32258" y="992632"/>
                  </a:lnTo>
                  <a:lnTo>
                    <a:pt x="11811" y="921638"/>
                  </a:lnTo>
                  <a:lnTo>
                    <a:pt x="1270" y="848613"/>
                  </a:lnTo>
                  <a:lnTo>
                    <a:pt x="0" y="811530"/>
                  </a:lnTo>
                  <a:close/>
                </a:path>
              </a:pathLst>
            </a:custGeom>
            <a:ln w="222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95644" y="1208532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4">
                  <a:moveTo>
                    <a:pt x="251459" y="0"/>
                  </a:moveTo>
                  <a:lnTo>
                    <a:pt x="0" y="0"/>
                  </a:lnTo>
                  <a:lnTo>
                    <a:pt x="0" y="277240"/>
                  </a:lnTo>
                  <a:lnTo>
                    <a:pt x="251459" y="277240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465568" y="3626611"/>
            <a:ext cx="11772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Perceptron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062973" y="3626611"/>
            <a:ext cx="108712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C00000"/>
                </a:solidFill>
                <a:latin typeface="Calibri"/>
                <a:cs typeface="Calibri"/>
              </a:rPr>
              <a:t>Activation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80988" y="1165986"/>
            <a:ext cx="202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i</a:t>
            </a:r>
            <a:r>
              <a:rPr sz="1800" spc="-37" baseline="-16203" dirty="0">
                <a:latin typeface="Calibri"/>
                <a:cs typeface="Calibri"/>
              </a:rPr>
              <a:t>1</a:t>
            </a:r>
            <a:endParaRPr sz="1800" baseline="-16203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313932" y="1988820"/>
            <a:ext cx="251460" cy="277495"/>
          </a:xfrm>
          <a:custGeom>
            <a:avLst/>
            <a:gdLst/>
            <a:ahLst/>
            <a:cxnLst/>
            <a:rect l="l" t="t" r="r" b="b"/>
            <a:pathLst>
              <a:path w="251459" h="277494">
                <a:moveTo>
                  <a:pt x="251460" y="0"/>
                </a:moveTo>
                <a:lnTo>
                  <a:pt x="0" y="0"/>
                </a:lnTo>
                <a:lnTo>
                  <a:pt x="0" y="277240"/>
                </a:lnTo>
                <a:lnTo>
                  <a:pt x="251460" y="277240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399910" y="1946275"/>
            <a:ext cx="202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i</a:t>
            </a:r>
            <a:r>
              <a:rPr sz="1800" spc="-37" baseline="-16203" dirty="0">
                <a:latin typeface="Calibri"/>
                <a:cs typeface="Calibri"/>
              </a:rPr>
              <a:t>2</a:t>
            </a:r>
            <a:endParaRPr sz="1800" baseline="-16203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313932" y="2831592"/>
            <a:ext cx="251460" cy="277495"/>
          </a:xfrm>
          <a:custGeom>
            <a:avLst/>
            <a:gdLst/>
            <a:ahLst/>
            <a:cxnLst/>
            <a:rect l="l" t="t" r="r" b="b"/>
            <a:pathLst>
              <a:path w="251459" h="277494">
                <a:moveTo>
                  <a:pt x="251460" y="0"/>
                </a:moveTo>
                <a:lnTo>
                  <a:pt x="0" y="0"/>
                </a:lnTo>
                <a:lnTo>
                  <a:pt x="0" y="277241"/>
                </a:lnTo>
                <a:lnTo>
                  <a:pt x="251460" y="277241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6399910" y="2788996"/>
            <a:ext cx="2025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i</a:t>
            </a:r>
            <a:r>
              <a:rPr sz="1800" spc="-37" baseline="-16203" dirty="0">
                <a:latin typeface="Calibri"/>
                <a:cs typeface="Calibri"/>
              </a:rPr>
              <a:t>3</a:t>
            </a:r>
            <a:endParaRPr sz="1800" baseline="-16203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0555223" y="2002535"/>
            <a:ext cx="252729" cy="277495"/>
          </a:xfrm>
          <a:custGeom>
            <a:avLst/>
            <a:gdLst/>
            <a:ahLst/>
            <a:cxnLst/>
            <a:rect l="l" t="t" r="r" b="b"/>
            <a:pathLst>
              <a:path w="252729" h="277494">
                <a:moveTo>
                  <a:pt x="252602" y="0"/>
                </a:moveTo>
                <a:lnTo>
                  <a:pt x="0" y="0"/>
                </a:lnTo>
                <a:lnTo>
                  <a:pt x="0" y="277240"/>
                </a:lnTo>
                <a:lnTo>
                  <a:pt x="252602" y="277240"/>
                </a:lnTo>
                <a:lnTo>
                  <a:pt x="252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0520426" y="1959990"/>
            <a:ext cx="271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h</a:t>
            </a:r>
            <a:r>
              <a:rPr sz="1800" spc="-37" baseline="-16203" dirty="0">
                <a:latin typeface="Calibri"/>
                <a:cs typeface="Calibri"/>
              </a:rPr>
              <a:t>1</a:t>
            </a:r>
            <a:endParaRPr sz="1800" baseline="-1620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978" y="98754"/>
            <a:ext cx="10226649" cy="605698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84546" y="1007617"/>
            <a:ext cx="2378710" cy="2739390"/>
            <a:chOff x="5384546" y="1007617"/>
            <a:chExt cx="2378710" cy="2739390"/>
          </a:xfrm>
        </p:grpSpPr>
        <p:sp>
          <p:nvSpPr>
            <p:cNvPr id="3" name="object 3"/>
            <p:cNvSpPr/>
            <p:nvPr/>
          </p:nvSpPr>
          <p:spPr>
            <a:xfrm>
              <a:off x="5868924" y="1251203"/>
              <a:ext cx="1471930" cy="2266315"/>
            </a:xfrm>
            <a:custGeom>
              <a:avLst/>
              <a:gdLst/>
              <a:ahLst/>
              <a:cxnLst/>
              <a:rect l="l" t="t" r="r" b="b"/>
              <a:pathLst>
                <a:path w="1471929" h="2266315">
                  <a:moveTo>
                    <a:pt x="1388491" y="0"/>
                  </a:moveTo>
                  <a:lnTo>
                    <a:pt x="1305559" y="19431"/>
                  </a:lnTo>
                  <a:lnTo>
                    <a:pt x="1325879" y="43815"/>
                  </a:lnTo>
                  <a:lnTo>
                    <a:pt x="0" y="1147699"/>
                  </a:lnTo>
                  <a:lnTo>
                    <a:pt x="4063" y="1152652"/>
                  </a:lnTo>
                  <a:lnTo>
                    <a:pt x="4063" y="1153287"/>
                  </a:lnTo>
                  <a:lnTo>
                    <a:pt x="635" y="1158621"/>
                  </a:lnTo>
                  <a:lnTo>
                    <a:pt x="370077" y="1393444"/>
                  </a:lnTo>
                  <a:lnTo>
                    <a:pt x="6730" y="1850390"/>
                  </a:lnTo>
                  <a:lnTo>
                    <a:pt x="9778" y="1852803"/>
                  </a:lnTo>
                  <a:lnTo>
                    <a:pt x="11684" y="1855724"/>
                  </a:lnTo>
                  <a:lnTo>
                    <a:pt x="9905" y="1861693"/>
                  </a:lnTo>
                  <a:lnTo>
                    <a:pt x="1327784" y="2235581"/>
                  </a:lnTo>
                  <a:lnTo>
                    <a:pt x="1319022" y="2266061"/>
                  </a:lnTo>
                  <a:lnTo>
                    <a:pt x="1402842" y="2250313"/>
                  </a:lnTo>
                  <a:lnTo>
                    <a:pt x="1373399" y="2223389"/>
                  </a:lnTo>
                  <a:lnTo>
                    <a:pt x="1331214" y="2223389"/>
                  </a:lnTo>
                  <a:lnTo>
                    <a:pt x="37846" y="1856359"/>
                  </a:lnTo>
                  <a:lnTo>
                    <a:pt x="102215" y="1842262"/>
                  </a:lnTo>
                  <a:lnTo>
                    <a:pt x="42799" y="1842262"/>
                  </a:lnTo>
                  <a:lnTo>
                    <a:pt x="62843" y="1828673"/>
                  </a:lnTo>
                  <a:lnTo>
                    <a:pt x="40131" y="1828673"/>
                  </a:lnTo>
                  <a:lnTo>
                    <a:pt x="380873" y="1400302"/>
                  </a:lnTo>
                  <a:lnTo>
                    <a:pt x="404521" y="1400302"/>
                  </a:lnTo>
                  <a:lnTo>
                    <a:pt x="388747" y="1390269"/>
                  </a:lnTo>
                  <a:lnTo>
                    <a:pt x="394109" y="1383538"/>
                  </a:lnTo>
                  <a:lnTo>
                    <a:pt x="378078" y="1383538"/>
                  </a:lnTo>
                  <a:lnTo>
                    <a:pt x="44196" y="1171321"/>
                  </a:lnTo>
                  <a:lnTo>
                    <a:pt x="90490" y="1171321"/>
                  </a:lnTo>
                  <a:lnTo>
                    <a:pt x="27050" y="1153287"/>
                  </a:lnTo>
                  <a:lnTo>
                    <a:pt x="82129" y="1139444"/>
                  </a:lnTo>
                  <a:lnTo>
                    <a:pt x="29717" y="1139444"/>
                  </a:lnTo>
                  <a:lnTo>
                    <a:pt x="1334007" y="53594"/>
                  </a:lnTo>
                  <a:lnTo>
                    <a:pt x="1365010" y="53594"/>
                  </a:lnTo>
                  <a:lnTo>
                    <a:pt x="1388491" y="0"/>
                  </a:lnTo>
                  <a:close/>
                </a:path>
                <a:path w="1471929" h="2266315">
                  <a:moveTo>
                    <a:pt x="1339850" y="2192782"/>
                  </a:moveTo>
                  <a:lnTo>
                    <a:pt x="1331214" y="2223389"/>
                  </a:lnTo>
                  <a:lnTo>
                    <a:pt x="1373399" y="2223389"/>
                  </a:lnTo>
                  <a:lnTo>
                    <a:pt x="1339850" y="2192782"/>
                  </a:lnTo>
                  <a:close/>
                </a:path>
                <a:path w="1471929" h="2266315">
                  <a:moveTo>
                    <a:pt x="850165" y="1683639"/>
                  </a:moveTo>
                  <a:lnTo>
                    <a:pt x="826516" y="1683639"/>
                  </a:lnTo>
                  <a:lnTo>
                    <a:pt x="1403984" y="2050669"/>
                  </a:lnTo>
                  <a:lnTo>
                    <a:pt x="1386967" y="2077339"/>
                  </a:lnTo>
                  <a:lnTo>
                    <a:pt x="1471676" y="2086102"/>
                  </a:lnTo>
                  <a:lnTo>
                    <a:pt x="1443781" y="2039874"/>
                  </a:lnTo>
                  <a:lnTo>
                    <a:pt x="1410843" y="2039874"/>
                  </a:lnTo>
                  <a:lnTo>
                    <a:pt x="850165" y="1683639"/>
                  </a:lnTo>
                  <a:close/>
                </a:path>
                <a:path w="1471929" h="2266315">
                  <a:moveTo>
                    <a:pt x="1427733" y="2013204"/>
                  </a:moveTo>
                  <a:lnTo>
                    <a:pt x="1410843" y="2039874"/>
                  </a:lnTo>
                  <a:lnTo>
                    <a:pt x="1443781" y="2039874"/>
                  </a:lnTo>
                  <a:lnTo>
                    <a:pt x="1427733" y="2013204"/>
                  </a:lnTo>
                  <a:close/>
                </a:path>
                <a:path w="1471929" h="2266315">
                  <a:moveTo>
                    <a:pt x="811276" y="1658874"/>
                  </a:moveTo>
                  <a:lnTo>
                    <a:pt x="811276" y="1673987"/>
                  </a:lnTo>
                  <a:lnTo>
                    <a:pt x="42799" y="1842262"/>
                  </a:lnTo>
                  <a:lnTo>
                    <a:pt x="102215" y="1842262"/>
                  </a:lnTo>
                  <a:lnTo>
                    <a:pt x="826516" y="1683639"/>
                  </a:lnTo>
                  <a:lnTo>
                    <a:pt x="850165" y="1683639"/>
                  </a:lnTo>
                  <a:lnTo>
                    <a:pt x="844169" y="1679829"/>
                  </a:lnTo>
                  <a:lnTo>
                    <a:pt x="888792" y="1670050"/>
                  </a:lnTo>
                  <a:lnTo>
                    <a:pt x="828928" y="1670050"/>
                  </a:lnTo>
                  <a:lnTo>
                    <a:pt x="811276" y="1658874"/>
                  </a:lnTo>
                  <a:close/>
                </a:path>
                <a:path w="1471929" h="2266315">
                  <a:moveTo>
                    <a:pt x="531113" y="1480820"/>
                  </a:moveTo>
                  <a:lnTo>
                    <a:pt x="531113" y="1495933"/>
                  </a:lnTo>
                  <a:lnTo>
                    <a:pt x="40131" y="1828673"/>
                  </a:lnTo>
                  <a:lnTo>
                    <a:pt x="62843" y="1828673"/>
                  </a:lnTo>
                  <a:lnTo>
                    <a:pt x="542798" y="1503299"/>
                  </a:lnTo>
                  <a:lnTo>
                    <a:pt x="566541" y="1503299"/>
                  </a:lnTo>
                  <a:lnTo>
                    <a:pt x="554354" y="1495552"/>
                  </a:lnTo>
                  <a:lnTo>
                    <a:pt x="565406" y="1488059"/>
                  </a:lnTo>
                  <a:lnTo>
                    <a:pt x="542671" y="1488059"/>
                  </a:lnTo>
                  <a:lnTo>
                    <a:pt x="531113" y="1480820"/>
                  </a:lnTo>
                  <a:close/>
                </a:path>
                <a:path w="1471929" h="2266315">
                  <a:moveTo>
                    <a:pt x="566541" y="1503299"/>
                  </a:moveTo>
                  <a:lnTo>
                    <a:pt x="542798" y="1503299"/>
                  </a:lnTo>
                  <a:lnTo>
                    <a:pt x="811276" y="1673987"/>
                  </a:lnTo>
                  <a:lnTo>
                    <a:pt x="811276" y="1658874"/>
                  </a:lnTo>
                  <a:lnTo>
                    <a:pt x="566541" y="1503299"/>
                  </a:lnTo>
                  <a:close/>
                </a:path>
                <a:path w="1471929" h="2266315">
                  <a:moveTo>
                    <a:pt x="1323848" y="1521968"/>
                  </a:moveTo>
                  <a:lnTo>
                    <a:pt x="1323848" y="1546606"/>
                  </a:lnTo>
                  <a:lnTo>
                    <a:pt x="1319276" y="1562735"/>
                  </a:lnTo>
                  <a:lnTo>
                    <a:pt x="828928" y="1670050"/>
                  </a:lnTo>
                  <a:lnTo>
                    <a:pt x="888792" y="1670050"/>
                  </a:lnTo>
                  <a:lnTo>
                    <a:pt x="1329817" y="1573403"/>
                  </a:lnTo>
                  <a:lnTo>
                    <a:pt x="1374877" y="1573403"/>
                  </a:lnTo>
                  <a:lnTo>
                    <a:pt x="1402715" y="1550924"/>
                  </a:lnTo>
                  <a:lnTo>
                    <a:pt x="1401826" y="1550670"/>
                  </a:lnTo>
                  <a:lnTo>
                    <a:pt x="1372510" y="1523873"/>
                  </a:lnTo>
                  <a:lnTo>
                    <a:pt x="1330325" y="1523873"/>
                  </a:lnTo>
                  <a:lnTo>
                    <a:pt x="1323848" y="1521968"/>
                  </a:lnTo>
                  <a:close/>
                </a:path>
                <a:path w="1471929" h="2266315">
                  <a:moveTo>
                    <a:pt x="1374877" y="1573403"/>
                  </a:moveTo>
                  <a:lnTo>
                    <a:pt x="1329817" y="1573403"/>
                  </a:lnTo>
                  <a:lnTo>
                    <a:pt x="1336548" y="1604391"/>
                  </a:lnTo>
                  <a:lnTo>
                    <a:pt x="1374877" y="1573403"/>
                  </a:lnTo>
                  <a:close/>
                </a:path>
                <a:path w="1471929" h="2266315">
                  <a:moveTo>
                    <a:pt x="786865" y="1369314"/>
                  </a:moveTo>
                  <a:lnTo>
                    <a:pt x="740536" y="1369314"/>
                  </a:lnTo>
                  <a:lnTo>
                    <a:pt x="1321180" y="1534414"/>
                  </a:lnTo>
                  <a:lnTo>
                    <a:pt x="1323848" y="1546606"/>
                  </a:lnTo>
                  <a:lnTo>
                    <a:pt x="1323848" y="1521968"/>
                  </a:lnTo>
                  <a:lnTo>
                    <a:pt x="786865" y="1369314"/>
                  </a:lnTo>
                  <a:close/>
                </a:path>
                <a:path w="1471929" h="2266315">
                  <a:moveTo>
                    <a:pt x="1338960" y="1493266"/>
                  </a:moveTo>
                  <a:lnTo>
                    <a:pt x="1330325" y="1523873"/>
                  </a:lnTo>
                  <a:lnTo>
                    <a:pt x="1372510" y="1523873"/>
                  </a:lnTo>
                  <a:lnTo>
                    <a:pt x="1338960" y="1493266"/>
                  </a:lnTo>
                  <a:close/>
                </a:path>
                <a:path w="1471929" h="2266315">
                  <a:moveTo>
                    <a:pt x="404521" y="1400302"/>
                  </a:moveTo>
                  <a:lnTo>
                    <a:pt x="380873" y="1400302"/>
                  </a:lnTo>
                  <a:lnTo>
                    <a:pt x="531113" y="1495933"/>
                  </a:lnTo>
                  <a:lnTo>
                    <a:pt x="531113" y="1480820"/>
                  </a:lnTo>
                  <a:lnTo>
                    <a:pt x="404521" y="1400302"/>
                  </a:lnTo>
                  <a:close/>
                </a:path>
                <a:path w="1471929" h="2266315">
                  <a:moveTo>
                    <a:pt x="724534" y="1351661"/>
                  </a:moveTo>
                  <a:lnTo>
                    <a:pt x="724534" y="1364742"/>
                  </a:lnTo>
                  <a:lnTo>
                    <a:pt x="542671" y="1488059"/>
                  </a:lnTo>
                  <a:lnTo>
                    <a:pt x="565406" y="1488059"/>
                  </a:lnTo>
                  <a:lnTo>
                    <a:pt x="740536" y="1369314"/>
                  </a:lnTo>
                  <a:lnTo>
                    <a:pt x="786865" y="1369314"/>
                  </a:lnTo>
                  <a:lnTo>
                    <a:pt x="754252" y="1360043"/>
                  </a:lnTo>
                  <a:lnTo>
                    <a:pt x="760996" y="1355471"/>
                  </a:lnTo>
                  <a:lnTo>
                    <a:pt x="738251" y="1355471"/>
                  </a:lnTo>
                  <a:lnTo>
                    <a:pt x="724534" y="1351661"/>
                  </a:lnTo>
                  <a:close/>
                </a:path>
                <a:path w="1471929" h="2266315">
                  <a:moveTo>
                    <a:pt x="454151" y="1274699"/>
                  </a:moveTo>
                  <a:lnTo>
                    <a:pt x="454151" y="1287907"/>
                  </a:lnTo>
                  <a:lnTo>
                    <a:pt x="378078" y="1383538"/>
                  </a:lnTo>
                  <a:lnTo>
                    <a:pt x="394109" y="1383538"/>
                  </a:lnTo>
                  <a:lnTo>
                    <a:pt x="467360" y="1291590"/>
                  </a:lnTo>
                  <a:lnTo>
                    <a:pt x="513369" y="1291590"/>
                  </a:lnTo>
                  <a:lnTo>
                    <a:pt x="475868" y="1280922"/>
                  </a:lnTo>
                  <a:lnTo>
                    <a:pt x="478897" y="1277112"/>
                  </a:lnTo>
                  <a:lnTo>
                    <a:pt x="462661" y="1277112"/>
                  </a:lnTo>
                  <a:lnTo>
                    <a:pt x="454151" y="1274699"/>
                  </a:lnTo>
                  <a:close/>
                </a:path>
                <a:path w="1471929" h="2266315">
                  <a:moveTo>
                    <a:pt x="513369" y="1291590"/>
                  </a:moveTo>
                  <a:lnTo>
                    <a:pt x="467360" y="1291590"/>
                  </a:lnTo>
                  <a:lnTo>
                    <a:pt x="724534" y="1364742"/>
                  </a:lnTo>
                  <a:lnTo>
                    <a:pt x="724534" y="1351661"/>
                  </a:lnTo>
                  <a:lnTo>
                    <a:pt x="513369" y="1291590"/>
                  </a:lnTo>
                  <a:close/>
                </a:path>
                <a:path w="1471929" h="2266315">
                  <a:moveTo>
                    <a:pt x="1389506" y="921766"/>
                  </a:moveTo>
                  <a:lnTo>
                    <a:pt x="1305052" y="932942"/>
                  </a:lnTo>
                  <a:lnTo>
                    <a:pt x="1322958" y="959231"/>
                  </a:lnTo>
                  <a:lnTo>
                    <a:pt x="738251" y="1355471"/>
                  </a:lnTo>
                  <a:lnTo>
                    <a:pt x="760996" y="1355471"/>
                  </a:lnTo>
                  <a:lnTo>
                    <a:pt x="1330071" y="969645"/>
                  </a:lnTo>
                  <a:lnTo>
                    <a:pt x="1362591" y="969645"/>
                  </a:lnTo>
                  <a:lnTo>
                    <a:pt x="1389506" y="921766"/>
                  </a:lnTo>
                  <a:close/>
                </a:path>
                <a:path w="1471929" h="2266315">
                  <a:moveTo>
                    <a:pt x="90490" y="1171321"/>
                  </a:moveTo>
                  <a:lnTo>
                    <a:pt x="44196" y="1171321"/>
                  </a:lnTo>
                  <a:lnTo>
                    <a:pt x="454151" y="1287907"/>
                  </a:lnTo>
                  <a:lnTo>
                    <a:pt x="454151" y="1274699"/>
                  </a:lnTo>
                  <a:lnTo>
                    <a:pt x="90490" y="1171321"/>
                  </a:lnTo>
                  <a:close/>
                </a:path>
                <a:path w="1471929" h="2266315">
                  <a:moveTo>
                    <a:pt x="1389506" y="121920"/>
                  </a:moveTo>
                  <a:lnTo>
                    <a:pt x="1312291" y="157861"/>
                  </a:lnTo>
                  <a:lnTo>
                    <a:pt x="1337182" y="177546"/>
                  </a:lnTo>
                  <a:lnTo>
                    <a:pt x="707517" y="969137"/>
                  </a:lnTo>
                  <a:lnTo>
                    <a:pt x="694562" y="972438"/>
                  </a:lnTo>
                  <a:lnTo>
                    <a:pt x="694562" y="985520"/>
                  </a:lnTo>
                  <a:lnTo>
                    <a:pt x="462661" y="1277112"/>
                  </a:lnTo>
                  <a:lnTo>
                    <a:pt x="478897" y="1277112"/>
                  </a:lnTo>
                  <a:lnTo>
                    <a:pt x="714755" y="980440"/>
                  </a:lnTo>
                  <a:lnTo>
                    <a:pt x="779459" y="964184"/>
                  </a:lnTo>
                  <a:lnTo>
                    <a:pt x="727709" y="964184"/>
                  </a:lnTo>
                  <a:lnTo>
                    <a:pt x="1347089" y="185420"/>
                  </a:lnTo>
                  <a:lnTo>
                    <a:pt x="1376057" y="185420"/>
                  </a:lnTo>
                  <a:lnTo>
                    <a:pt x="1379854" y="167640"/>
                  </a:lnTo>
                  <a:lnTo>
                    <a:pt x="1389506" y="121920"/>
                  </a:lnTo>
                  <a:close/>
                </a:path>
                <a:path w="1471929" h="2266315">
                  <a:moveTo>
                    <a:pt x="694562" y="972438"/>
                  </a:moveTo>
                  <a:lnTo>
                    <a:pt x="29717" y="1139444"/>
                  </a:lnTo>
                  <a:lnTo>
                    <a:pt x="82129" y="1139444"/>
                  </a:lnTo>
                  <a:lnTo>
                    <a:pt x="694562" y="985520"/>
                  </a:lnTo>
                  <a:lnTo>
                    <a:pt x="694562" y="972438"/>
                  </a:lnTo>
                  <a:close/>
                </a:path>
                <a:path w="1471929" h="2266315">
                  <a:moveTo>
                    <a:pt x="1362591" y="969645"/>
                  </a:moveTo>
                  <a:lnTo>
                    <a:pt x="1330071" y="969645"/>
                  </a:lnTo>
                  <a:lnTo>
                    <a:pt x="1347851" y="995934"/>
                  </a:lnTo>
                  <a:lnTo>
                    <a:pt x="1362591" y="969645"/>
                  </a:lnTo>
                  <a:close/>
                </a:path>
                <a:path w="1471929" h="2266315">
                  <a:moveTo>
                    <a:pt x="1318641" y="782955"/>
                  </a:moveTo>
                  <a:lnTo>
                    <a:pt x="1326387" y="813688"/>
                  </a:lnTo>
                  <a:lnTo>
                    <a:pt x="727709" y="964184"/>
                  </a:lnTo>
                  <a:lnTo>
                    <a:pt x="779459" y="964184"/>
                  </a:lnTo>
                  <a:lnTo>
                    <a:pt x="1329435" y="826008"/>
                  </a:lnTo>
                  <a:lnTo>
                    <a:pt x="1373128" y="826008"/>
                  </a:lnTo>
                  <a:lnTo>
                    <a:pt x="1401826" y="801370"/>
                  </a:lnTo>
                  <a:lnTo>
                    <a:pt x="1318641" y="782955"/>
                  </a:lnTo>
                  <a:close/>
                </a:path>
                <a:path w="1471929" h="2266315">
                  <a:moveTo>
                    <a:pt x="1373128" y="826008"/>
                  </a:moveTo>
                  <a:lnTo>
                    <a:pt x="1329435" y="826008"/>
                  </a:lnTo>
                  <a:lnTo>
                    <a:pt x="1337182" y="856869"/>
                  </a:lnTo>
                  <a:lnTo>
                    <a:pt x="1373128" y="826008"/>
                  </a:lnTo>
                  <a:close/>
                </a:path>
                <a:path w="1471929" h="2266315">
                  <a:moveTo>
                    <a:pt x="1376057" y="185420"/>
                  </a:moveTo>
                  <a:lnTo>
                    <a:pt x="1347089" y="185420"/>
                  </a:lnTo>
                  <a:lnTo>
                    <a:pt x="1371853" y="205105"/>
                  </a:lnTo>
                  <a:lnTo>
                    <a:pt x="1376057" y="185420"/>
                  </a:lnTo>
                  <a:close/>
                </a:path>
                <a:path w="1471929" h="2266315">
                  <a:moveTo>
                    <a:pt x="1365010" y="53594"/>
                  </a:moveTo>
                  <a:lnTo>
                    <a:pt x="1334007" y="53594"/>
                  </a:lnTo>
                  <a:lnTo>
                    <a:pt x="1354327" y="77978"/>
                  </a:lnTo>
                  <a:lnTo>
                    <a:pt x="1365010" y="53594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97246" y="1020317"/>
              <a:ext cx="2353310" cy="2713990"/>
            </a:xfrm>
            <a:custGeom>
              <a:avLst/>
              <a:gdLst/>
              <a:ahLst/>
              <a:cxnLst/>
              <a:rect l="l" t="t" r="r" b="b"/>
              <a:pathLst>
                <a:path w="2353309" h="2713990">
                  <a:moveTo>
                    <a:pt x="0" y="623189"/>
                  </a:moveTo>
                  <a:lnTo>
                    <a:pt x="4825" y="576580"/>
                  </a:lnTo>
                  <a:lnTo>
                    <a:pt x="18795" y="533146"/>
                  </a:lnTo>
                  <a:lnTo>
                    <a:pt x="40766" y="493776"/>
                  </a:lnTo>
                  <a:lnTo>
                    <a:pt x="69850" y="459486"/>
                  </a:lnTo>
                  <a:lnTo>
                    <a:pt x="105155" y="431165"/>
                  </a:lnTo>
                  <a:lnTo>
                    <a:pt x="145668" y="409829"/>
                  </a:lnTo>
                  <a:lnTo>
                    <a:pt x="190373" y="396367"/>
                  </a:lnTo>
                  <a:lnTo>
                    <a:pt x="238505" y="391668"/>
                  </a:lnTo>
                  <a:lnTo>
                    <a:pt x="286512" y="396367"/>
                  </a:lnTo>
                  <a:lnTo>
                    <a:pt x="331342" y="409829"/>
                  </a:lnTo>
                  <a:lnTo>
                    <a:pt x="371855" y="431165"/>
                  </a:lnTo>
                  <a:lnTo>
                    <a:pt x="407162" y="459486"/>
                  </a:lnTo>
                  <a:lnTo>
                    <a:pt x="436244" y="493776"/>
                  </a:lnTo>
                  <a:lnTo>
                    <a:pt x="458215" y="533146"/>
                  </a:lnTo>
                  <a:lnTo>
                    <a:pt x="472058" y="576580"/>
                  </a:lnTo>
                  <a:lnTo>
                    <a:pt x="477012" y="623189"/>
                  </a:lnTo>
                  <a:lnTo>
                    <a:pt x="472058" y="669925"/>
                  </a:lnTo>
                  <a:lnTo>
                    <a:pt x="458215" y="713359"/>
                  </a:lnTo>
                  <a:lnTo>
                    <a:pt x="436244" y="752729"/>
                  </a:lnTo>
                  <a:lnTo>
                    <a:pt x="407162" y="787019"/>
                  </a:lnTo>
                  <a:lnTo>
                    <a:pt x="371855" y="815213"/>
                  </a:lnTo>
                  <a:lnTo>
                    <a:pt x="331342" y="836676"/>
                  </a:lnTo>
                  <a:lnTo>
                    <a:pt x="286512" y="850138"/>
                  </a:lnTo>
                  <a:lnTo>
                    <a:pt x="238505" y="854837"/>
                  </a:lnTo>
                  <a:lnTo>
                    <a:pt x="190373" y="850138"/>
                  </a:lnTo>
                  <a:lnTo>
                    <a:pt x="145668" y="836676"/>
                  </a:lnTo>
                  <a:lnTo>
                    <a:pt x="105155" y="815213"/>
                  </a:lnTo>
                  <a:lnTo>
                    <a:pt x="69850" y="787019"/>
                  </a:lnTo>
                  <a:lnTo>
                    <a:pt x="40766" y="752729"/>
                  </a:lnTo>
                  <a:lnTo>
                    <a:pt x="18795" y="713359"/>
                  </a:lnTo>
                  <a:lnTo>
                    <a:pt x="4825" y="669925"/>
                  </a:lnTo>
                  <a:lnTo>
                    <a:pt x="0" y="623189"/>
                  </a:lnTo>
                  <a:close/>
                </a:path>
                <a:path w="2353309" h="2713990">
                  <a:moveTo>
                    <a:pt x="0" y="1385062"/>
                  </a:moveTo>
                  <a:lnTo>
                    <a:pt x="4825" y="1338453"/>
                  </a:lnTo>
                  <a:lnTo>
                    <a:pt x="18795" y="1295019"/>
                  </a:lnTo>
                  <a:lnTo>
                    <a:pt x="40766" y="1255649"/>
                  </a:lnTo>
                  <a:lnTo>
                    <a:pt x="69850" y="1221359"/>
                  </a:lnTo>
                  <a:lnTo>
                    <a:pt x="105155" y="1193038"/>
                  </a:lnTo>
                  <a:lnTo>
                    <a:pt x="145668" y="1171702"/>
                  </a:lnTo>
                  <a:lnTo>
                    <a:pt x="190373" y="1158240"/>
                  </a:lnTo>
                  <a:lnTo>
                    <a:pt x="238505" y="1153541"/>
                  </a:lnTo>
                  <a:lnTo>
                    <a:pt x="286512" y="1158240"/>
                  </a:lnTo>
                  <a:lnTo>
                    <a:pt x="331342" y="1171702"/>
                  </a:lnTo>
                  <a:lnTo>
                    <a:pt x="371855" y="1193038"/>
                  </a:lnTo>
                  <a:lnTo>
                    <a:pt x="407162" y="1221359"/>
                  </a:lnTo>
                  <a:lnTo>
                    <a:pt x="436244" y="1255649"/>
                  </a:lnTo>
                  <a:lnTo>
                    <a:pt x="458215" y="1295019"/>
                  </a:lnTo>
                  <a:lnTo>
                    <a:pt x="472058" y="1338453"/>
                  </a:lnTo>
                  <a:lnTo>
                    <a:pt x="477012" y="1385062"/>
                  </a:lnTo>
                  <a:lnTo>
                    <a:pt x="472058" y="1431798"/>
                  </a:lnTo>
                  <a:lnTo>
                    <a:pt x="458215" y="1475232"/>
                  </a:lnTo>
                  <a:lnTo>
                    <a:pt x="436244" y="1514602"/>
                  </a:lnTo>
                  <a:lnTo>
                    <a:pt x="407162" y="1548892"/>
                  </a:lnTo>
                  <a:lnTo>
                    <a:pt x="371855" y="1577213"/>
                  </a:lnTo>
                  <a:lnTo>
                    <a:pt x="331342" y="1598549"/>
                  </a:lnTo>
                  <a:lnTo>
                    <a:pt x="286512" y="1612011"/>
                  </a:lnTo>
                  <a:lnTo>
                    <a:pt x="238505" y="1616710"/>
                  </a:lnTo>
                  <a:lnTo>
                    <a:pt x="190373" y="1612011"/>
                  </a:lnTo>
                  <a:lnTo>
                    <a:pt x="145668" y="1598549"/>
                  </a:lnTo>
                  <a:lnTo>
                    <a:pt x="105155" y="1577213"/>
                  </a:lnTo>
                  <a:lnTo>
                    <a:pt x="69850" y="1548892"/>
                  </a:lnTo>
                  <a:lnTo>
                    <a:pt x="40766" y="1514602"/>
                  </a:lnTo>
                  <a:lnTo>
                    <a:pt x="18795" y="1475232"/>
                  </a:lnTo>
                  <a:lnTo>
                    <a:pt x="4825" y="1431798"/>
                  </a:lnTo>
                  <a:lnTo>
                    <a:pt x="0" y="1385062"/>
                  </a:lnTo>
                  <a:close/>
                </a:path>
                <a:path w="2353309" h="2713990">
                  <a:moveTo>
                    <a:pt x="6095" y="2086864"/>
                  </a:moveTo>
                  <a:lnTo>
                    <a:pt x="10921" y="2040001"/>
                  </a:lnTo>
                  <a:lnTo>
                    <a:pt x="24891" y="1996313"/>
                  </a:lnTo>
                  <a:lnTo>
                    <a:pt x="46989" y="1956943"/>
                  </a:lnTo>
                  <a:lnTo>
                    <a:pt x="76200" y="1922526"/>
                  </a:lnTo>
                  <a:lnTo>
                    <a:pt x="111505" y="1894078"/>
                  </a:lnTo>
                  <a:lnTo>
                    <a:pt x="152145" y="1872742"/>
                  </a:lnTo>
                  <a:lnTo>
                    <a:pt x="197103" y="1859153"/>
                  </a:lnTo>
                  <a:lnTo>
                    <a:pt x="245363" y="1854454"/>
                  </a:lnTo>
                  <a:lnTo>
                    <a:pt x="293496" y="1859153"/>
                  </a:lnTo>
                  <a:lnTo>
                    <a:pt x="338454" y="1872742"/>
                  </a:lnTo>
                  <a:lnTo>
                    <a:pt x="379094" y="1894078"/>
                  </a:lnTo>
                  <a:lnTo>
                    <a:pt x="414527" y="1922526"/>
                  </a:lnTo>
                  <a:lnTo>
                    <a:pt x="443738" y="1956943"/>
                  </a:lnTo>
                  <a:lnTo>
                    <a:pt x="465708" y="1996313"/>
                  </a:lnTo>
                  <a:lnTo>
                    <a:pt x="479678" y="2040001"/>
                  </a:lnTo>
                  <a:lnTo>
                    <a:pt x="484631" y="2086864"/>
                  </a:lnTo>
                  <a:lnTo>
                    <a:pt x="479678" y="2133727"/>
                  </a:lnTo>
                  <a:lnTo>
                    <a:pt x="465708" y="2177288"/>
                  </a:lnTo>
                  <a:lnTo>
                    <a:pt x="443738" y="2216785"/>
                  </a:lnTo>
                  <a:lnTo>
                    <a:pt x="414527" y="2251202"/>
                  </a:lnTo>
                  <a:lnTo>
                    <a:pt x="379094" y="2279523"/>
                  </a:lnTo>
                  <a:lnTo>
                    <a:pt x="338454" y="2300986"/>
                  </a:lnTo>
                  <a:lnTo>
                    <a:pt x="293496" y="2314448"/>
                  </a:lnTo>
                  <a:lnTo>
                    <a:pt x="245363" y="2319147"/>
                  </a:lnTo>
                  <a:lnTo>
                    <a:pt x="197103" y="2314448"/>
                  </a:lnTo>
                  <a:lnTo>
                    <a:pt x="152145" y="2300986"/>
                  </a:lnTo>
                  <a:lnTo>
                    <a:pt x="111505" y="2279523"/>
                  </a:lnTo>
                  <a:lnTo>
                    <a:pt x="76200" y="2251202"/>
                  </a:lnTo>
                  <a:lnTo>
                    <a:pt x="46989" y="2216785"/>
                  </a:lnTo>
                  <a:lnTo>
                    <a:pt x="24891" y="2177288"/>
                  </a:lnTo>
                  <a:lnTo>
                    <a:pt x="10921" y="2133727"/>
                  </a:lnTo>
                  <a:lnTo>
                    <a:pt x="6095" y="2086864"/>
                  </a:lnTo>
                  <a:close/>
                </a:path>
                <a:path w="2353309" h="2713990">
                  <a:moveTo>
                    <a:pt x="1862074" y="231648"/>
                  </a:moveTo>
                  <a:lnTo>
                    <a:pt x="1867027" y="184912"/>
                  </a:lnTo>
                  <a:lnTo>
                    <a:pt x="1880870" y="141478"/>
                  </a:lnTo>
                  <a:lnTo>
                    <a:pt x="1902840" y="102108"/>
                  </a:lnTo>
                  <a:lnTo>
                    <a:pt x="1931924" y="67818"/>
                  </a:lnTo>
                  <a:lnTo>
                    <a:pt x="1967229" y="39624"/>
                  </a:lnTo>
                  <a:lnTo>
                    <a:pt x="2007743" y="18161"/>
                  </a:lnTo>
                  <a:lnTo>
                    <a:pt x="2052574" y="4699"/>
                  </a:lnTo>
                  <a:lnTo>
                    <a:pt x="2100579" y="0"/>
                  </a:lnTo>
                  <a:lnTo>
                    <a:pt x="2148712" y="4699"/>
                  </a:lnTo>
                  <a:lnTo>
                    <a:pt x="2193417" y="18161"/>
                  </a:lnTo>
                  <a:lnTo>
                    <a:pt x="2233929" y="39624"/>
                  </a:lnTo>
                  <a:lnTo>
                    <a:pt x="2269235" y="67818"/>
                  </a:lnTo>
                  <a:lnTo>
                    <a:pt x="2298319" y="102108"/>
                  </a:lnTo>
                  <a:lnTo>
                    <a:pt x="2320289" y="141478"/>
                  </a:lnTo>
                  <a:lnTo>
                    <a:pt x="2334259" y="184912"/>
                  </a:lnTo>
                  <a:lnTo>
                    <a:pt x="2339085" y="231648"/>
                  </a:lnTo>
                  <a:lnTo>
                    <a:pt x="2334259" y="278257"/>
                  </a:lnTo>
                  <a:lnTo>
                    <a:pt x="2320289" y="321691"/>
                  </a:lnTo>
                  <a:lnTo>
                    <a:pt x="2298319" y="361061"/>
                  </a:lnTo>
                  <a:lnTo>
                    <a:pt x="2269235" y="395351"/>
                  </a:lnTo>
                  <a:lnTo>
                    <a:pt x="2233929" y="423672"/>
                  </a:lnTo>
                  <a:lnTo>
                    <a:pt x="2193417" y="445008"/>
                  </a:lnTo>
                  <a:lnTo>
                    <a:pt x="2148712" y="458470"/>
                  </a:lnTo>
                  <a:lnTo>
                    <a:pt x="2100579" y="463169"/>
                  </a:lnTo>
                  <a:lnTo>
                    <a:pt x="2052574" y="458470"/>
                  </a:lnTo>
                  <a:lnTo>
                    <a:pt x="2007743" y="445008"/>
                  </a:lnTo>
                  <a:lnTo>
                    <a:pt x="1967229" y="423672"/>
                  </a:lnTo>
                  <a:lnTo>
                    <a:pt x="1931924" y="395351"/>
                  </a:lnTo>
                  <a:lnTo>
                    <a:pt x="1902840" y="361061"/>
                  </a:lnTo>
                  <a:lnTo>
                    <a:pt x="1880870" y="321691"/>
                  </a:lnTo>
                  <a:lnTo>
                    <a:pt x="1867027" y="278257"/>
                  </a:lnTo>
                  <a:lnTo>
                    <a:pt x="1862074" y="231648"/>
                  </a:lnTo>
                  <a:close/>
                </a:path>
                <a:path w="2353309" h="2713990">
                  <a:moveTo>
                    <a:pt x="1875789" y="1033145"/>
                  </a:moveTo>
                  <a:lnTo>
                    <a:pt x="1880743" y="986409"/>
                  </a:lnTo>
                  <a:lnTo>
                    <a:pt x="1894585" y="942975"/>
                  </a:lnTo>
                  <a:lnTo>
                    <a:pt x="1916556" y="903605"/>
                  </a:lnTo>
                  <a:lnTo>
                    <a:pt x="1945639" y="869315"/>
                  </a:lnTo>
                  <a:lnTo>
                    <a:pt x="1980946" y="841121"/>
                  </a:lnTo>
                  <a:lnTo>
                    <a:pt x="2021458" y="819658"/>
                  </a:lnTo>
                  <a:lnTo>
                    <a:pt x="2066289" y="806196"/>
                  </a:lnTo>
                  <a:lnTo>
                    <a:pt x="2114296" y="801497"/>
                  </a:lnTo>
                  <a:lnTo>
                    <a:pt x="2162429" y="806196"/>
                  </a:lnTo>
                  <a:lnTo>
                    <a:pt x="2207132" y="819658"/>
                  </a:lnTo>
                  <a:lnTo>
                    <a:pt x="2247646" y="841121"/>
                  </a:lnTo>
                  <a:lnTo>
                    <a:pt x="2282952" y="869315"/>
                  </a:lnTo>
                  <a:lnTo>
                    <a:pt x="2312034" y="903605"/>
                  </a:lnTo>
                  <a:lnTo>
                    <a:pt x="2334005" y="942975"/>
                  </a:lnTo>
                  <a:lnTo>
                    <a:pt x="2347976" y="986409"/>
                  </a:lnTo>
                  <a:lnTo>
                    <a:pt x="2352802" y="1033145"/>
                  </a:lnTo>
                  <a:lnTo>
                    <a:pt x="2347976" y="1079754"/>
                  </a:lnTo>
                  <a:lnTo>
                    <a:pt x="2334005" y="1123315"/>
                  </a:lnTo>
                  <a:lnTo>
                    <a:pt x="2312034" y="1162558"/>
                  </a:lnTo>
                  <a:lnTo>
                    <a:pt x="2282952" y="1196848"/>
                  </a:lnTo>
                  <a:lnTo>
                    <a:pt x="2247646" y="1225169"/>
                  </a:lnTo>
                  <a:lnTo>
                    <a:pt x="2207132" y="1246505"/>
                  </a:lnTo>
                  <a:lnTo>
                    <a:pt x="2162429" y="1260094"/>
                  </a:lnTo>
                  <a:lnTo>
                    <a:pt x="2114296" y="1264793"/>
                  </a:lnTo>
                  <a:lnTo>
                    <a:pt x="2066289" y="1260094"/>
                  </a:lnTo>
                  <a:lnTo>
                    <a:pt x="2021458" y="1246505"/>
                  </a:lnTo>
                  <a:lnTo>
                    <a:pt x="1980946" y="1225169"/>
                  </a:lnTo>
                  <a:lnTo>
                    <a:pt x="1945639" y="1196848"/>
                  </a:lnTo>
                  <a:lnTo>
                    <a:pt x="1916556" y="1162558"/>
                  </a:lnTo>
                  <a:lnTo>
                    <a:pt x="1894585" y="1123315"/>
                  </a:lnTo>
                  <a:lnTo>
                    <a:pt x="1880743" y="1079754"/>
                  </a:lnTo>
                  <a:lnTo>
                    <a:pt x="1875789" y="1033145"/>
                  </a:lnTo>
                  <a:close/>
                </a:path>
                <a:path w="2353309" h="2713990">
                  <a:moveTo>
                    <a:pt x="1875789" y="1782064"/>
                  </a:moveTo>
                  <a:lnTo>
                    <a:pt x="1880743" y="1735201"/>
                  </a:lnTo>
                  <a:lnTo>
                    <a:pt x="1894585" y="1691640"/>
                  </a:lnTo>
                  <a:lnTo>
                    <a:pt x="1916556" y="1652143"/>
                  </a:lnTo>
                  <a:lnTo>
                    <a:pt x="1945639" y="1617726"/>
                  </a:lnTo>
                  <a:lnTo>
                    <a:pt x="1980946" y="1589405"/>
                  </a:lnTo>
                  <a:lnTo>
                    <a:pt x="2021458" y="1567942"/>
                  </a:lnTo>
                  <a:lnTo>
                    <a:pt x="2066289" y="1554353"/>
                  </a:lnTo>
                  <a:lnTo>
                    <a:pt x="2114296" y="1549654"/>
                  </a:lnTo>
                  <a:lnTo>
                    <a:pt x="2162429" y="1554353"/>
                  </a:lnTo>
                  <a:lnTo>
                    <a:pt x="2207132" y="1567942"/>
                  </a:lnTo>
                  <a:lnTo>
                    <a:pt x="2247646" y="1589405"/>
                  </a:lnTo>
                  <a:lnTo>
                    <a:pt x="2282952" y="1617726"/>
                  </a:lnTo>
                  <a:lnTo>
                    <a:pt x="2312034" y="1652143"/>
                  </a:lnTo>
                  <a:lnTo>
                    <a:pt x="2334005" y="1691640"/>
                  </a:lnTo>
                  <a:lnTo>
                    <a:pt x="2347976" y="1735201"/>
                  </a:lnTo>
                  <a:lnTo>
                    <a:pt x="2352802" y="1782064"/>
                  </a:lnTo>
                  <a:lnTo>
                    <a:pt x="2347976" y="1828927"/>
                  </a:lnTo>
                  <a:lnTo>
                    <a:pt x="2334005" y="1872488"/>
                  </a:lnTo>
                  <a:lnTo>
                    <a:pt x="2312034" y="1911985"/>
                  </a:lnTo>
                  <a:lnTo>
                    <a:pt x="2282952" y="1946402"/>
                  </a:lnTo>
                  <a:lnTo>
                    <a:pt x="2247646" y="1974723"/>
                  </a:lnTo>
                  <a:lnTo>
                    <a:pt x="2207132" y="1996186"/>
                  </a:lnTo>
                  <a:lnTo>
                    <a:pt x="2162429" y="2009775"/>
                  </a:lnTo>
                  <a:lnTo>
                    <a:pt x="2114296" y="2014474"/>
                  </a:lnTo>
                  <a:lnTo>
                    <a:pt x="2066289" y="2009775"/>
                  </a:lnTo>
                  <a:lnTo>
                    <a:pt x="2021458" y="1996186"/>
                  </a:lnTo>
                  <a:lnTo>
                    <a:pt x="1980946" y="1974723"/>
                  </a:lnTo>
                  <a:lnTo>
                    <a:pt x="1945639" y="1946402"/>
                  </a:lnTo>
                  <a:lnTo>
                    <a:pt x="1916556" y="1911985"/>
                  </a:lnTo>
                  <a:lnTo>
                    <a:pt x="1894585" y="1872488"/>
                  </a:lnTo>
                  <a:lnTo>
                    <a:pt x="1880743" y="1828927"/>
                  </a:lnTo>
                  <a:lnTo>
                    <a:pt x="1875789" y="1782064"/>
                  </a:lnTo>
                  <a:close/>
                </a:path>
                <a:path w="2353309" h="2713990">
                  <a:moveTo>
                    <a:pt x="1875789" y="2482215"/>
                  </a:moveTo>
                  <a:lnTo>
                    <a:pt x="1880743" y="2435606"/>
                  </a:lnTo>
                  <a:lnTo>
                    <a:pt x="1894585" y="2392172"/>
                  </a:lnTo>
                  <a:lnTo>
                    <a:pt x="1916556" y="2352802"/>
                  </a:lnTo>
                  <a:lnTo>
                    <a:pt x="1945639" y="2318512"/>
                  </a:lnTo>
                  <a:lnTo>
                    <a:pt x="1980946" y="2290191"/>
                  </a:lnTo>
                  <a:lnTo>
                    <a:pt x="2021458" y="2268855"/>
                  </a:lnTo>
                  <a:lnTo>
                    <a:pt x="2066289" y="2255393"/>
                  </a:lnTo>
                  <a:lnTo>
                    <a:pt x="2114296" y="2250694"/>
                  </a:lnTo>
                  <a:lnTo>
                    <a:pt x="2162429" y="2255393"/>
                  </a:lnTo>
                  <a:lnTo>
                    <a:pt x="2207132" y="2268855"/>
                  </a:lnTo>
                  <a:lnTo>
                    <a:pt x="2247646" y="2290191"/>
                  </a:lnTo>
                  <a:lnTo>
                    <a:pt x="2282952" y="2318512"/>
                  </a:lnTo>
                  <a:lnTo>
                    <a:pt x="2312034" y="2352802"/>
                  </a:lnTo>
                  <a:lnTo>
                    <a:pt x="2334005" y="2392172"/>
                  </a:lnTo>
                  <a:lnTo>
                    <a:pt x="2347976" y="2435606"/>
                  </a:lnTo>
                  <a:lnTo>
                    <a:pt x="2352802" y="2482215"/>
                  </a:lnTo>
                  <a:lnTo>
                    <a:pt x="2347976" y="2528951"/>
                  </a:lnTo>
                  <a:lnTo>
                    <a:pt x="2334005" y="2572385"/>
                  </a:lnTo>
                  <a:lnTo>
                    <a:pt x="2312034" y="2611755"/>
                  </a:lnTo>
                  <a:lnTo>
                    <a:pt x="2282952" y="2646045"/>
                  </a:lnTo>
                  <a:lnTo>
                    <a:pt x="2247646" y="2674239"/>
                  </a:lnTo>
                  <a:lnTo>
                    <a:pt x="2207132" y="2695702"/>
                  </a:lnTo>
                  <a:lnTo>
                    <a:pt x="2162429" y="2709164"/>
                  </a:lnTo>
                  <a:lnTo>
                    <a:pt x="2114296" y="2713863"/>
                  </a:lnTo>
                  <a:lnTo>
                    <a:pt x="2066289" y="2709164"/>
                  </a:lnTo>
                  <a:lnTo>
                    <a:pt x="2021458" y="2695702"/>
                  </a:lnTo>
                  <a:lnTo>
                    <a:pt x="1980946" y="2674239"/>
                  </a:lnTo>
                  <a:lnTo>
                    <a:pt x="1945639" y="2646045"/>
                  </a:lnTo>
                  <a:lnTo>
                    <a:pt x="1916556" y="2611755"/>
                  </a:lnTo>
                  <a:lnTo>
                    <a:pt x="1894585" y="2572385"/>
                  </a:lnTo>
                  <a:lnTo>
                    <a:pt x="1880743" y="2528951"/>
                  </a:lnTo>
                  <a:lnTo>
                    <a:pt x="1875789" y="248221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9173718" y="1869185"/>
            <a:ext cx="476884" cy="463550"/>
          </a:xfrm>
          <a:custGeom>
            <a:avLst/>
            <a:gdLst/>
            <a:ahLst/>
            <a:cxnLst/>
            <a:rect l="l" t="t" r="r" b="b"/>
            <a:pathLst>
              <a:path w="476884" h="463550">
                <a:moveTo>
                  <a:pt x="0" y="231521"/>
                </a:moveTo>
                <a:lnTo>
                  <a:pt x="4825" y="184912"/>
                </a:lnTo>
                <a:lnTo>
                  <a:pt x="18668" y="141477"/>
                </a:lnTo>
                <a:lnTo>
                  <a:pt x="40639" y="102108"/>
                </a:lnTo>
                <a:lnTo>
                  <a:pt x="69850" y="67817"/>
                </a:lnTo>
                <a:lnTo>
                  <a:pt x="105028" y="39497"/>
                </a:lnTo>
                <a:lnTo>
                  <a:pt x="145541" y="18161"/>
                </a:lnTo>
                <a:lnTo>
                  <a:pt x="190246" y="4699"/>
                </a:lnTo>
                <a:lnTo>
                  <a:pt x="238251" y="0"/>
                </a:lnTo>
                <a:lnTo>
                  <a:pt x="286257" y="4699"/>
                </a:lnTo>
                <a:lnTo>
                  <a:pt x="330961" y="18161"/>
                </a:lnTo>
                <a:lnTo>
                  <a:pt x="371475" y="39497"/>
                </a:lnTo>
                <a:lnTo>
                  <a:pt x="406653" y="67817"/>
                </a:lnTo>
                <a:lnTo>
                  <a:pt x="435863" y="102108"/>
                </a:lnTo>
                <a:lnTo>
                  <a:pt x="457834" y="141477"/>
                </a:lnTo>
                <a:lnTo>
                  <a:pt x="471677" y="184912"/>
                </a:lnTo>
                <a:lnTo>
                  <a:pt x="476503" y="231521"/>
                </a:lnTo>
                <a:lnTo>
                  <a:pt x="471677" y="278129"/>
                </a:lnTo>
                <a:lnTo>
                  <a:pt x="457834" y="321563"/>
                </a:lnTo>
                <a:lnTo>
                  <a:pt x="435863" y="360934"/>
                </a:lnTo>
                <a:lnTo>
                  <a:pt x="406653" y="395224"/>
                </a:lnTo>
                <a:lnTo>
                  <a:pt x="371475" y="423544"/>
                </a:lnTo>
                <a:lnTo>
                  <a:pt x="330961" y="444880"/>
                </a:lnTo>
                <a:lnTo>
                  <a:pt x="286257" y="458342"/>
                </a:lnTo>
                <a:lnTo>
                  <a:pt x="238251" y="463041"/>
                </a:lnTo>
                <a:lnTo>
                  <a:pt x="190246" y="458342"/>
                </a:lnTo>
                <a:lnTo>
                  <a:pt x="145541" y="444880"/>
                </a:lnTo>
                <a:lnTo>
                  <a:pt x="105028" y="423544"/>
                </a:lnTo>
                <a:lnTo>
                  <a:pt x="69850" y="395224"/>
                </a:lnTo>
                <a:lnTo>
                  <a:pt x="40639" y="360934"/>
                </a:lnTo>
                <a:lnTo>
                  <a:pt x="18668" y="321563"/>
                </a:lnTo>
                <a:lnTo>
                  <a:pt x="4825" y="278129"/>
                </a:lnTo>
                <a:lnTo>
                  <a:pt x="0" y="23152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81338" y="2570226"/>
            <a:ext cx="476884" cy="464820"/>
          </a:xfrm>
          <a:custGeom>
            <a:avLst/>
            <a:gdLst/>
            <a:ahLst/>
            <a:cxnLst/>
            <a:rect l="l" t="t" r="r" b="b"/>
            <a:pathLst>
              <a:path w="476884" h="464819">
                <a:moveTo>
                  <a:pt x="0" y="232410"/>
                </a:moveTo>
                <a:lnTo>
                  <a:pt x="4825" y="185547"/>
                </a:lnTo>
                <a:lnTo>
                  <a:pt x="18668" y="141986"/>
                </a:lnTo>
                <a:lnTo>
                  <a:pt x="40639" y="102488"/>
                </a:lnTo>
                <a:lnTo>
                  <a:pt x="69850" y="68072"/>
                </a:lnTo>
                <a:lnTo>
                  <a:pt x="105028" y="39624"/>
                </a:lnTo>
                <a:lnTo>
                  <a:pt x="145541" y="18287"/>
                </a:lnTo>
                <a:lnTo>
                  <a:pt x="190245" y="4699"/>
                </a:lnTo>
                <a:lnTo>
                  <a:pt x="238251" y="0"/>
                </a:lnTo>
                <a:lnTo>
                  <a:pt x="286257" y="4699"/>
                </a:lnTo>
                <a:lnTo>
                  <a:pt x="330961" y="18287"/>
                </a:lnTo>
                <a:lnTo>
                  <a:pt x="371475" y="39624"/>
                </a:lnTo>
                <a:lnTo>
                  <a:pt x="406653" y="68072"/>
                </a:lnTo>
                <a:lnTo>
                  <a:pt x="435863" y="102488"/>
                </a:lnTo>
                <a:lnTo>
                  <a:pt x="457834" y="141986"/>
                </a:lnTo>
                <a:lnTo>
                  <a:pt x="471677" y="185547"/>
                </a:lnTo>
                <a:lnTo>
                  <a:pt x="476503" y="232410"/>
                </a:lnTo>
                <a:lnTo>
                  <a:pt x="471677" y="279273"/>
                </a:lnTo>
                <a:lnTo>
                  <a:pt x="457834" y="322834"/>
                </a:lnTo>
                <a:lnTo>
                  <a:pt x="435863" y="362331"/>
                </a:lnTo>
                <a:lnTo>
                  <a:pt x="406653" y="396748"/>
                </a:lnTo>
                <a:lnTo>
                  <a:pt x="371475" y="425196"/>
                </a:lnTo>
                <a:lnTo>
                  <a:pt x="330961" y="446531"/>
                </a:lnTo>
                <a:lnTo>
                  <a:pt x="286257" y="460121"/>
                </a:lnTo>
                <a:lnTo>
                  <a:pt x="238251" y="464819"/>
                </a:lnTo>
                <a:lnTo>
                  <a:pt x="190245" y="460121"/>
                </a:lnTo>
                <a:lnTo>
                  <a:pt x="145541" y="446531"/>
                </a:lnTo>
                <a:lnTo>
                  <a:pt x="105028" y="425196"/>
                </a:lnTo>
                <a:lnTo>
                  <a:pt x="69850" y="396748"/>
                </a:lnTo>
                <a:lnTo>
                  <a:pt x="40639" y="362331"/>
                </a:lnTo>
                <a:lnTo>
                  <a:pt x="18668" y="322834"/>
                </a:lnTo>
                <a:lnTo>
                  <a:pt x="4825" y="279273"/>
                </a:lnTo>
                <a:lnTo>
                  <a:pt x="0" y="232410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67400" y="1234439"/>
            <a:ext cx="1473835" cy="2103120"/>
          </a:xfrm>
          <a:custGeom>
            <a:avLst/>
            <a:gdLst/>
            <a:ahLst/>
            <a:cxnLst/>
            <a:rect l="l" t="t" r="r" b="b"/>
            <a:pathLst>
              <a:path w="1473834" h="2103120">
                <a:moveTo>
                  <a:pt x="1306449" y="0"/>
                </a:moveTo>
                <a:lnTo>
                  <a:pt x="1315084" y="30607"/>
                </a:lnTo>
                <a:lnTo>
                  <a:pt x="3048" y="400812"/>
                </a:lnTo>
                <a:lnTo>
                  <a:pt x="4952" y="407288"/>
                </a:lnTo>
                <a:lnTo>
                  <a:pt x="4825" y="407670"/>
                </a:lnTo>
                <a:lnTo>
                  <a:pt x="0" y="411861"/>
                </a:lnTo>
                <a:lnTo>
                  <a:pt x="1418590" y="2049399"/>
                </a:lnTo>
                <a:lnTo>
                  <a:pt x="1394586" y="2070227"/>
                </a:lnTo>
                <a:lnTo>
                  <a:pt x="1473327" y="2102866"/>
                </a:lnTo>
                <a:lnTo>
                  <a:pt x="1452245" y="2020316"/>
                </a:lnTo>
                <a:lnTo>
                  <a:pt x="1428242" y="2041144"/>
                </a:lnTo>
                <a:lnTo>
                  <a:pt x="60071" y="461645"/>
                </a:lnTo>
                <a:lnTo>
                  <a:pt x="1340611" y="1523492"/>
                </a:lnTo>
                <a:lnTo>
                  <a:pt x="1320419" y="1547876"/>
                </a:lnTo>
                <a:lnTo>
                  <a:pt x="1403477" y="1567180"/>
                </a:lnTo>
                <a:lnTo>
                  <a:pt x="1369059" y="1489202"/>
                </a:lnTo>
                <a:lnTo>
                  <a:pt x="1348740" y="1513713"/>
                </a:lnTo>
                <a:lnTo>
                  <a:pt x="32512" y="422401"/>
                </a:lnTo>
                <a:lnTo>
                  <a:pt x="1328420" y="803148"/>
                </a:lnTo>
                <a:lnTo>
                  <a:pt x="1319529" y="833501"/>
                </a:lnTo>
                <a:lnTo>
                  <a:pt x="1403477" y="818514"/>
                </a:lnTo>
                <a:lnTo>
                  <a:pt x="1341120" y="760476"/>
                </a:lnTo>
                <a:lnTo>
                  <a:pt x="1332102" y="790956"/>
                </a:lnTo>
                <a:lnTo>
                  <a:pt x="26415" y="407415"/>
                </a:lnTo>
                <a:lnTo>
                  <a:pt x="1318514" y="42799"/>
                </a:lnTo>
                <a:lnTo>
                  <a:pt x="1327150" y="73406"/>
                </a:lnTo>
                <a:lnTo>
                  <a:pt x="1390142" y="16001"/>
                </a:lnTo>
                <a:lnTo>
                  <a:pt x="1306449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29728" y="1219200"/>
            <a:ext cx="1450975" cy="2261235"/>
          </a:xfrm>
          <a:custGeom>
            <a:avLst/>
            <a:gdLst/>
            <a:ahLst/>
            <a:cxnLst/>
            <a:rect l="l" t="t" r="r" b="b"/>
            <a:pathLst>
              <a:path w="1450975" h="2261235">
                <a:moveTo>
                  <a:pt x="801243" y="1561973"/>
                </a:moveTo>
                <a:lnTo>
                  <a:pt x="782193" y="1561973"/>
                </a:lnTo>
                <a:lnTo>
                  <a:pt x="16637" y="2249170"/>
                </a:lnTo>
                <a:lnTo>
                  <a:pt x="15621" y="2249678"/>
                </a:lnTo>
                <a:lnTo>
                  <a:pt x="15748" y="2249932"/>
                </a:lnTo>
                <a:lnTo>
                  <a:pt x="14224" y="2251329"/>
                </a:lnTo>
                <a:lnTo>
                  <a:pt x="19176" y="2256790"/>
                </a:lnTo>
                <a:lnTo>
                  <a:pt x="21208" y="2261108"/>
                </a:lnTo>
                <a:lnTo>
                  <a:pt x="22478" y="2260473"/>
                </a:lnTo>
                <a:lnTo>
                  <a:pt x="22910" y="2260473"/>
                </a:lnTo>
                <a:lnTo>
                  <a:pt x="23368" y="2260092"/>
                </a:lnTo>
                <a:lnTo>
                  <a:pt x="87047" y="2228977"/>
                </a:lnTo>
                <a:lnTo>
                  <a:pt x="58039" y="2228977"/>
                </a:lnTo>
                <a:lnTo>
                  <a:pt x="801243" y="1561973"/>
                </a:lnTo>
                <a:close/>
              </a:path>
              <a:path w="1450975" h="2261235">
                <a:moveTo>
                  <a:pt x="22910" y="2260473"/>
                </a:moveTo>
                <a:lnTo>
                  <a:pt x="22478" y="2260473"/>
                </a:lnTo>
                <a:lnTo>
                  <a:pt x="22605" y="2260727"/>
                </a:lnTo>
                <a:lnTo>
                  <a:pt x="22910" y="2260473"/>
                </a:lnTo>
                <a:close/>
              </a:path>
              <a:path w="1450975" h="2261235">
                <a:moveTo>
                  <a:pt x="1374648" y="1509140"/>
                </a:moveTo>
                <a:lnTo>
                  <a:pt x="1374648" y="1585849"/>
                </a:lnTo>
                <a:lnTo>
                  <a:pt x="58039" y="2228977"/>
                </a:lnTo>
                <a:lnTo>
                  <a:pt x="87047" y="2228977"/>
                </a:lnTo>
                <a:lnTo>
                  <a:pt x="1385062" y="1594739"/>
                </a:lnTo>
                <a:lnTo>
                  <a:pt x="1420908" y="1594739"/>
                </a:lnTo>
                <a:lnTo>
                  <a:pt x="1450467" y="1556130"/>
                </a:lnTo>
                <a:lnTo>
                  <a:pt x="1450848" y="1556130"/>
                </a:lnTo>
                <a:lnTo>
                  <a:pt x="1450594" y="1555877"/>
                </a:lnTo>
                <a:lnTo>
                  <a:pt x="1450848" y="1555623"/>
                </a:lnTo>
                <a:lnTo>
                  <a:pt x="1450340" y="1555623"/>
                </a:lnTo>
                <a:lnTo>
                  <a:pt x="1449958" y="1554861"/>
                </a:lnTo>
                <a:lnTo>
                  <a:pt x="1437894" y="1514094"/>
                </a:lnTo>
                <a:lnTo>
                  <a:pt x="1437856" y="1513966"/>
                </a:lnTo>
                <a:lnTo>
                  <a:pt x="1383792" y="1513966"/>
                </a:lnTo>
                <a:lnTo>
                  <a:pt x="1374648" y="1509140"/>
                </a:lnTo>
                <a:close/>
              </a:path>
              <a:path w="1450975" h="2261235">
                <a:moveTo>
                  <a:pt x="1420908" y="1594739"/>
                </a:moveTo>
                <a:lnTo>
                  <a:pt x="1385062" y="1594739"/>
                </a:lnTo>
                <a:lnTo>
                  <a:pt x="1399031" y="1623314"/>
                </a:lnTo>
                <a:lnTo>
                  <a:pt x="1420908" y="1594739"/>
                </a:lnTo>
                <a:close/>
              </a:path>
              <a:path w="1450975" h="2261235">
                <a:moveTo>
                  <a:pt x="18669" y="800862"/>
                </a:moveTo>
                <a:lnTo>
                  <a:pt x="18415" y="807212"/>
                </a:lnTo>
                <a:lnTo>
                  <a:pt x="15494" y="812800"/>
                </a:lnTo>
                <a:lnTo>
                  <a:pt x="741172" y="1192276"/>
                </a:lnTo>
                <a:lnTo>
                  <a:pt x="15621" y="1549780"/>
                </a:lnTo>
                <a:lnTo>
                  <a:pt x="18104" y="1554861"/>
                </a:lnTo>
                <a:lnTo>
                  <a:pt x="18415" y="1555623"/>
                </a:lnTo>
                <a:lnTo>
                  <a:pt x="18415" y="1561973"/>
                </a:lnTo>
                <a:lnTo>
                  <a:pt x="1369060" y="1561973"/>
                </a:lnTo>
                <a:lnTo>
                  <a:pt x="1374648" y="1573402"/>
                </a:lnTo>
                <a:lnTo>
                  <a:pt x="1374648" y="1549273"/>
                </a:lnTo>
                <a:lnTo>
                  <a:pt x="45212" y="1549273"/>
                </a:lnTo>
                <a:lnTo>
                  <a:pt x="755142" y="1199514"/>
                </a:lnTo>
                <a:lnTo>
                  <a:pt x="782234" y="1199514"/>
                </a:lnTo>
                <a:lnTo>
                  <a:pt x="769112" y="1192657"/>
                </a:lnTo>
                <a:lnTo>
                  <a:pt x="784051" y="1185290"/>
                </a:lnTo>
                <a:lnTo>
                  <a:pt x="755269" y="1185290"/>
                </a:lnTo>
                <a:lnTo>
                  <a:pt x="45847" y="814451"/>
                </a:lnTo>
                <a:lnTo>
                  <a:pt x="436137" y="814451"/>
                </a:lnTo>
                <a:lnTo>
                  <a:pt x="18669" y="800862"/>
                </a:lnTo>
                <a:close/>
              </a:path>
              <a:path w="1450975" h="2261235">
                <a:moveTo>
                  <a:pt x="1027429" y="1327658"/>
                </a:moveTo>
                <a:lnTo>
                  <a:pt x="1027429" y="1341882"/>
                </a:lnTo>
                <a:lnTo>
                  <a:pt x="796417" y="1549273"/>
                </a:lnTo>
                <a:lnTo>
                  <a:pt x="815340" y="1549273"/>
                </a:lnTo>
                <a:lnTo>
                  <a:pt x="1039368" y="1348232"/>
                </a:lnTo>
                <a:lnTo>
                  <a:pt x="1066780" y="1348232"/>
                </a:lnTo>
                <a:lnTo>
                  <a:pt x="1049527" y="1339214"/>
                </a:lnTo>
                <a:lnTo>
                  <a:pt x="1056599" y="1332864"/>
                </a:lnTo>
                <a:lnTo>
                  <a:pt x="1037463" y="1332864"/>
                </a:lnTo>
                <a:lnTo>
                  <a:pt x="1027429" y="1327658"/>
                </a:lnTo>
                <a:close/>
              </a:path>
              <a:path w="1450975" h="2261235">
                <a:moveTo>
                  <a:pt x="1374648" y="1537208"/>
                </a:moveTo>
                <a:lnTo>
                  <a:pt x="1368298" y="1549273"/>
                </a:lnTo>
                <a:lnTo>
                  <a:pt x="1374648" y="1549273"/>
                </a:lnTo>
                <a:lnTo>
                  <a:pt x="1374648" y="1537208"/>
                </a:lnTo>
                <a:close/>
              </a:path>
              <a:path w="1450975" h="2261235">
                <a:moveTo>
                  <a:pt x="1066780" y="1348232"/>
                </a:moveTo>
                <a:lnTo>
                  <a:pt x="1039368" y="1348232"/>
                </a:lnTo>
                <a:lnTo>
                  <a:pt x="1374013" y="1523111"/>
                </a:lnTo>
                <a:lnTo>
                  <a:pt x="1370456" y="1526413"/>
                </a:lnTo>
                <a:lnTo>
                  <a:pt x="1374648" y="1527937"/>
                </a:lnTo>
                <a:lnTo>
                  <a:pt x="1374648" y="1509140"/>
                </a:lnTo>
                <a:lnTo>
                  <a:pt x="1066780" y="1348232"/>
                </a:lnTo>
                <a:close/>
              </a:path>
              <a:path w="1450975" h="2261235">
                <a:moveTo>
                  <a:pt x="1392301" y="1484757"/>
                </a:moveTo>
                <a:lnTo>
                  <a:pt x="1392301" y="1503426"/>
                </a:lnTo>
                <a:lnTo>
                  <a:pt x="1389633" y="1508505"/>
                </a:lnTo>
                <a:lnTo>
                  <a:pt x="1383792" y="1513966"/>
                </a:lnTo>
                <a:lnTo>
                  <a:pt x="1437856" y="1513966"/>
                </a:lnTo>
                <a:lnTo>
                  <a:pt x="1431864" y="1493647"/>
                </a:lnTo>
                <a:lnTo>
                  <a:pt x="1405636" y="1493647"/>
                </a:lnTo>
                <a:lnTo>
                  <a:pt x="1404099" y="1491488"/>
                </a:lnTo>
                <a:lnTo>
                  <a:pt x="1398651" y="1491488"/>
                </a:lnTo>
                <a:lnTo>
                  <a:pt x="1392301" y="1484757"/>
                </a:lnTo>
                <a:close/>
              </a:path>
              <a:path w="1450975" h="2261235">
                <a:moveTo>
                  <a:pt x="1170234" y="1246504"/>
                </a:moveTo>
                <a:lnTo>
                  <a:pt x="1152778" y="1246504"/>
                </a:lnTo>
                <a:lnTo>
                  <a:pt x="1392301" y="1503426"/>
                </a:lnTo>
                <a:lnTo>
                  <a:pt x="1392301" y="1484757"/>
                </a:lnTo>
                <a:lnTo>
                  <a:pt x="1170234" y="1246504"/>
                </a:lnTo>
                <a:close/>
              </a:path>
              <a:path w="1450975" h="2261235">
                <a:moveTo>
                  <a:pt x="1426210" y="1474470"/>
                </a:moveTo>
                <a:lnTo>
                  <a:pt x="1405636" y="1493647"/>
                </a:lnTo>
                <a:lnTo>
                  <a:pt x="1431864" y="1493647"/>
                </a:lnTo>
                <a:lnTo>
                  <a:pt x="1426210" y="1474470"/>
                </a:lnTo>
                <a:close/>
              </a:path>
              <a:path w="1450975" h="2261235">
                <a:moveTo>
                  <a:pt x="1400937" y="1487042"/>
                </a:moveTo>
                <a:lnTo>
                  <a:pt x="1398651" y="1491488"/>
                </a:lnTo>
                <a:lnTo>
                  <a:pt x="1404099" y="1491488"/>
                </a:lnTo>
                <a:lnTo>
                  <a:pt x="1400937" y="1487042"/>
                </a:lnTo>
                <a:close/>
              </a:path>
              <a:path w="1450975" h="2261235">
                <a:moveTo>
                  <a:pt x="782234" y="1199514"/>
                </a:moveTo>
                <a:lnTo>
                  <a:pt x="755142" y="1199514"/>
                </a:lnTo>
                <a:lnTo>
                  <a:pt x="1027429" y="1341882"/>
                </a:lnTo>
                <a:lnTo>
                  <a:pt x="1027429" y="1327658"/>
                </a:lnTo>
                <a:lnTo>
                  <a:pt x="782234" y="1199514"/>
                </a:lnTo>
                <a:close/>
              </a:path>
              <a:path w="1450975" h="2261235">
                <a:moveTo>
                  <a:pt x="1144143" y="1218438"/>
                </a:moveTo>
                <a:lnTo>
                  <a:pt x="1144143" y="1237234"/>
                </a:lnTo>
                <a:lnTo>
                  <a:pt x="1037463" y="1332864"/>
                </a:lnTo>
                <a:lnTo>
                  <a:pt x="1056599" y="1332864"/>
                </a:lnTo>
                <a:lnTo>
                  <a:pt x="1152778" y="1246504"/>
                </a:lnTo>
                <a:lnTo>
                  <a:pt x="1170234" y="1246504"/>
                </a:lnTo>
                <a:lnTo>
                  <a:pt x="1162303" y="1237996"/>
                </a:lnTo>
                <a:lnTo>
                  <a:pt x="1172633" y="1228725"/>
                </a:lnTo>
                <a:lnTo>
                  <a:pt x="1153668" y="1228725"/>
                </a:lnTo>
                <a:lnTo>
                  <a:pt x="1144143" y="1218438"/>
                </a:lnTo>
                <a:close/>
              </a:path>
              <a:path w="1450975" h="2261235">
                <a:moveTo>
                  <a:pt x="1015096" y="1080008"/>
                </a:moveTo>
                <a:lnTo>
                  <a:pt x="997585" y="1080008"/>
                </a:lnTo>
                <a:lnTo>
                  <a:pt x="1144143" y="1237234"/>
                </a:lnTo>
                <a:lnTo>
                  <a:pt x="1144143" y="1218438"/>
                </a:lnTo>
                <a:lnTo>
                  <a:pt x="1015096" y="1080008"/>
                </a:lnTo>
                <a:close/>
              </a:path>
              <a:path w="1450975" h="2261235">
                <a:moveTo>
                  <a:pt x="1444117" y="976376"/>
                </a:moveTo>
                <a:lnTo>
                  <a:pt x="1361821" y="998982"/>
                </a:lnTo>
                <a:lnTo>
                  <a:pt x="1383156" y="1022603"/>
                </a:lnTo>
                <a:lnTo>
                  <a:pt x="1153668" y="1228725"/>
                </a:lnTo>
                <a:lnTo>
                  <a:pt x="1172633" y="1228725"/>
                </a:lnTo>
                <a:lnTo>
                  <a:pt x="1391666" y="1032128"/>
                </a:lnTo>
                <a:lnTo>
                  <a:pt x="1422137" y="1032128"/>
                </a:lnTo>
                <a:lnTo>
                  <a:pt x="1444117" y="976376"/>
                </a:lnTo>
                <a:close/>
              </a:path>
              <a:path w="1450975" h="2261235">
                <a:moveTo>
                  <a:pt x="988568" y="1051687"/>
                </a:moveTo>
                <a:lnTo>
                  <a:pt x="988568" y="1070355"/>
                </a:lnTo>
                <a:lnTo>
                  <a:pt x="755269" y="1185290"/>
                </a:lnTo>
                <a:lnTo>
                  <a:pt x="784051" y="1185290"/>
                </a:lnTo>
                <a:lnTo>
                  <a:pt x="997585" y="1080008"/>
                </a:lnTo>
                <a:lnTo>
                  <a:pt x="1015096" y="1080008"/>
                </a:lnTo>
                <a:lnTo>
                  <a:pt x="1009650" y="1074165"/>
                </a:lnTo>
                <a:lnTo>
                  <a:pt x="1029230" y="1064514"/>
                </a:lnTo>
                <a:lnTo>
                  <a:pt x="1000505" y="1064514"/>
                </a:lnTo>
                <a:lnTo>
                  <a:pt x="988568" y="1051687"/>
                </a:lnTo>
                <a:close/>
              </a:path>
              <a:path w="1450975" h="2261235">
                <a:moveTo>
                  <a:pt x="436137" y="814451"/>
                </a:moveTo>
                <a:lnTo>
                  <a:pt x="45847" y="814451"/>
                </a:lnTo>
                <a:lnTo>
                  <a:pt x="772160" y="838073"/>
                </a:lnTo>
                <a:lnTo>
                  <a:pt x="988568" y="1070355"/>
                </a:lnTo>
                <a:lnTo>
                  <a:pt x="988568" y="1051687"/>
                </a:lnTo>
                <a:lnTo>
                  <a:pt x="790067" y="838708"/>
                </a:lnTo>
                <a:lnTo>
                  <a:pt x="1180664" y="838708"/>
                </a:lnTo>
                <a:lnTo>
                  <a:pt x="777875" y="825626"/>
                </a:lnTo>
                <a:lnTo>
                  <a:pt x="777283" y="824991"/>
                </a:lnTo>
                <a:lnTo>
                  <a:pt x="759968" y="824991"/>
                </a:lnTo>
                <a:lnTo>
                  <a:pt x="436137" y="814451"/>
                </a:lnTo>
                <a:close/>
              </a:path>
              <a:path w="1450975" h="2261235">
                <a:moveTo>
                  <a:pt x="1368932" y="802386"/>
                </a:moveTo>
                <a:lnTo>
                  <a:pt x="1368932" y="816990"/>
                </a:lnTo>
                <a:lnTo>
                  <a:pt x="1368714" y="824991"/>
                </a:lnTo>
                <a:lnTo>
                  <a:pt x="1368662" y="826897"/>
                </a:lnTo>
                <a:lnTo>
                  <a:pt x="1368552" y="830961"/>
                </a:lnTo>
                <a:lnTo>
                  <a:pt x="1367281" y="832992"/>
                </a:lnTo>
                <a:lnTo>
                  <a:pt x="1367281" y="869441"/>
                </a:lnTo>
                <a:lnTo>
                  <a:pt x="1366901" y="883920"/>
                </a:lnTo>
                <a:lnTo>
                  <a:pt x="1000505" y="1064514"/>
                </a:lnTo>
                <a:lnTo>
                  <a:pt x="1029230" y="1064514"/>
                </a:lnTo>
                <a:lnTo>
                  <a:pt x="1378585" y="892301"/>
                </a:lnTo>
                <a:lnTo>
                  <a:pt x="1414216" y="892301"/>
                </a:lnTo>
                <a:lnTo>
                  <a:pt x="1443354" y="853948"/>
                </a:lnTo>
                <a:lnTo>
                  <a:pt x="1444117" y="853566"/>
                </a:lnTo>
                <a:lnTo>
                  <a:pt x="1443640" y="853566"/>
                </a:lnTo>
                <a:lnTo>
                  <a:pt x="1444117" y="852932"/>
                </a:lnTo>
                <a:lnTo>
                  <a:pt x="1443227" y="852932"/>
                </a:lnTo>
                <a:lnTo>
                  <a:pt x="1415067" y="809498"/>
                </a:lnTo>
                <a:lnTo>
                  <a:pt x="1381252" y="809498"/>
                </a:lnTo>
                <a:lnTo>
                  <a:pt x="1368932" y="802386"/>
                </a:lnTo>
                <a:close/>
              </a:path>
              <a:path w="1450975" h="2261235">
                <a:moveTo>
                  <a:pt x="1422137" y="1032128"/>
                </a:moveTo>
                <a:lnTo>
                  <a:pt x="1391666" y="1032128"/>
                </a:lnTo>
                <a:lnTo>
                  <a:pt x="1412875" y="1055624"/>
                </a:lnTo>
                <a:lnTo>
                  <a:pt x="1422137" y="1032128"/>
                </a:lnTo>
                <a:close/>
              </a:path>
              <a:path w="1450975" h="2261235">
                <a:moveTo>
                  <a:pt x="1414216" y="892301"/>
                </a:moveTo>
                <a:lnTo>
                  <a:pt x="1378585" y="892301"/>
                </a:lnTo>
                <a:lnTo>
                  <a:pt x="1392681" y="920750"/>
                </a:lnTo>
                <a:lnTo>
                  <a:pt x="1414216" y="892301"/>
                </a:lnTo>
                <a:close/>
              </a:path>
              <a:path w="1450975" h="2261235">
                <a:moveTo>
                  <a:pt x="1180664" y="838708"/>
                </a:moveTo>
                <a:lnTo>
                  <a:pt x="790067" y="838708"/>
                </a:lnTo>
                <a:lnTo>
                  <a:pt x="1361313" y="857250"/>
                </a:lnTo>
                <a:lnTo>
                  <a:pt x="1367281" y="869441"/>
                </a:lnTo>
                <a:lnTo>
                  <a:pt x="1367281" y="844550"/>
                </a:lnTo>
                <a:lnTo>
                  <a:pt x="1360551" y="844550"/>
                </a:lnTo>
                <a:lnTo>
                  <a:pt x="1180664" y="838708"/>
                </a:lnTo>
                <a:close/>
              </a:path>
              <a:path w="1450975" h="2261235">
                <a:moveTo>
                  <a:pt x="1367281" y="832992"/>
                </a:moveTo>
                <a:lnTo>
                  <a:pt x="1360551" y="844550"/>
                </a:lnTo>
                <a:lnTo>
                  <a:pt x="1367281" y="844550"/>
                </a:lnTo>
                <a:lnTo>
                  <a:pt x="1367281" y="832992"/>
                </a:lnTo>
                <a:close/>
              </a:path>
              <a:path w="1450975" h="2261235">
                <a:moveTo>
                  <a:pt x="7874" y="0"/>
                </a:moveTo>
                <a:lnTo>
                  <a:pt x="4699" y="5461"/>
                </a:lnTo>
                <a:lnTo>
                  <a:pt x="0" y="9778"/>
                </a:lnTo>
                <a:lnTo>
                  <a:pt x="759968" y="824991"/>
                </a:lnTo>
                <a:lnTo>
                  <a:pt x="777283" y="824991"/>
                </a:lnTo>
                <a:lnTo>
                  <a:pt x="39243" y="33147"/>
                </a:lnTo>
                <a:lnTo>
                  <a:pt x="64100" y="33147"/>
                </a:lnTo>
                <a:lnTo>
                  <a:pt x="7874" y="0"/>
                </a:lnTo>
                <a:close/>
              </a:path>
              <a:path w="1450975" h="2261235">
                <a:moveTo>
                  <a:pt x="64100" y="33147"/>
                </a:moveTo>
                <a:lnTo>
                  <a:pt x="39243" y="33147"/>
                </a:lnTo>
                <a:lnTo>
                  <a:pt x="1368932" y="816990"/>
                </a:lnTo>
                <a:lnTo>
                  <a:pt x="1368932" y="802386"/>
                </a:lnTo>
                <a:lnTo>
                  <a:pt x="64100" y="33147"/>
                </a:lnTo>
                <a:close/>
              </a:path>
              <a:path w="1450975" h="2261235">
                <a:moveTo>
                  <a:pt x="1397380" y="782192"/>
                </a:moveTo>
                <a:lnTo>
                  <a:pt x="1381252" y="809498"/>
                </a:lnTo>
                <a:lnTo>
                  <a:pt x="1415067" y="809498"/>
                </a:lnTo>
                <a:lnTo>
                  <a:pt x="1397380" y="782192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19395" y="1601724"/>
            <a:ext cx="76835" cy="76200"/>
          </a:xfrm>
          <a:custGeom>
            <a:avLst/>
            <a:gdLst/>
            <a:ahLst/>
            <a:cxnLst/>
            <a:rect l="l" t="t" r="r" b="b"/>
            <a:pathLst>
              <a:path w="76835" h="76200">
                <a:moveTo>
                  <a:pt x="1015" y="0"/>
                </a:moveTo>
                <a:lnTo>
                  <a:pt x="633" y="31876"/>
                </a:lnTo>
                <a:lnTo>
                  <a:pt x="13334" y="31876"/>
                </a:lnTo>
                <a:lnTo>
                  <a:pt x="13190" y="39115"/>
                </a:lnTo>
                <a:lnTo>
                  <a:pt x="13080" y="44576"/>
                </a:lnTo>
                <a:lnTo>
                  <a:pt x="379" y="44576"/>
                </a:lnTo>
                <a:lnTo>
                  <a:pt x="0" y="76200"/>
                </a:lnTo>
                <a:lnTo>
                  <a:pt x="76834" y="39115"/>
                </a:lnTo>
                <a:lnTo>
                  <a:pt x="1015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904232" y="2366772"/>
            <a:ext cx="492125" cy="76200"/>
            <a:chOff x="4904232" y="2366772"/>
            <a:chExt cx="492125" cy="762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9522" y="2366772"/>
              <a:ext cx="63753" cy="762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04232" y="2398521"/>
              <a:ext cx="492125" cy="12700"/>
            </a:xfrm>
            <a:custGeom>
              <a:avLst/>
              <a:gdLst/>
              <a:ahLst/>
              <a:cxnLst/>
              <a:rect l="l" t="t" r="r" b="b"/>
              <a:pathLst>
                <a:path w="492125" h="12700">
                  <a:moveTo>
                    <a:pt x="415328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415328" y="12700"/>
                  </a:lnTo>
                  <a:lnTo>
                    <a:pt x="415328" y="0"/>
                  </a:lnTo>
                  <a:close/>
                </a:path>
                <a:path w="492125" h="12700">
                  <a:moveTo>
                    <a:pt x="491744" y="6350"/>
                  </a:moveTo>
                  <a:lnTo>
                    <a:pt x="479044" y="0"/>
                  </a:lnTo>
                  <a:lnTo>
                    <a:pt x="428117" y="0"/>
                  </a:lnTo>
                  <a:lnTo>
                    <a:pt x="428117" y="12700"/>
                  </a:lnTo>
                  <a:lnTo>
                    <a:pt x="479044" y="12700"/>
                  </a:lnTo>
                  <a:lnTo>
                    <a:pt x="491744" y="635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5326253" y="3069335"/>
            <a:ext cx="63500" cy="76200"/>
          </a:xfrm>
          <a:custGeom>
            <a:avLst/>
            <a:gdLst/>
            <a:ahLst/>
            <a:cxnLst/>
            <a:rect l="l" t="t" r="r" b="b"/>
            <a:pathLst>
              <a:path w="63500" h="76200">
                <a:moveTo>
                  <a:pt x="0" y="0"/>
                </a:moveTo>
                <a:lnTo>
                  <a:pt x="0" y="76200"/>
                </a:lnTo>
                <a:lnTo>
                  <a:pt x="63500" y="44450"/>
                </a:lnTo>
                <a:lnTo>
                  <a:pt x="12700" y="44450"/>
                </a:lnTo>
                <a:lnTo>
                  <a:pt x="12700" y="31750"/>
                </a:lnTo>
                <a:lnTo>
                  <a:pt x="6350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648444" y="2061971"/>
            <a:ext cx="398145" cy="76200"/>
          </a:xfrm>
          <a:custGeom>
            <a:avLst/>
            <a:gdLst/>
            <a:ahLst/>
            <a:cxnLst/>
            <a:rect l="l" t="t" r="r" b="b"/>
            <a:pathLst>
              <a:path w="398145" h="76200">
                <a:moveTo>
                  <a:pt x="32151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513" y="44450"/>
                </a:lnTo>
                <a:lnTo>
                  <a:pt x="321513" y="31750"/>
                </a:lnTo>
                <a:close/>
              </a:path>
              <a:path w="398145" h="76200">
                <a:moveTo>
                  <a:pt x="397764" y="38100"/>
                </a:moveTo>
                <a:lnTo>
                  <a:pt x="385064" y="31750"/>
                </a:lnTo>
                <a:lnTo>
                  <a:pt x="321564" y="0"/>
                </a:lnTo>
                <a:lnTo>
                  <a:pt x="321564" y="76200"/>
                </a:lnTo>
                <a:lnTo>
                  <a:pt x="385064" y="44450"/>
                </a:lnTo>
                <a:lnTo>
                  <a:pt x="397764" y="3810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9656064" y="2764535"/>
            <a:ext cx="405130" cy="76200"/>
            <a:chOff x="9656064" y="2764535"/>
            <a:chExt cx="405130" cy="7620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84867" y="2764535"/>
              <a:ext cx="63626" cy="76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656064" y="2796285"/>
              <a:ext cx="405130" cy="12700"/>
            </a:xfrm>
            <a:custGeom>
              <a:avLst/>
              <a:gdLst/>
              <a:ahLst/>
              <a:cxnLst/>
              <a:rect l="l" t="t" r="r" b="b"/>
              <a:pathLst>
                <a:path w="405129" h="12700">
                  <a:moveTo>
                    <a:pt x="328764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28764" y="12700"/>
                  </a:lnTo>
                  <a:lnTo>
                    <a:pt x="328764" y="0"/>
                  </a:lnTo>
                  <a:close/>
                </a:path>
                <a:path w="405129" h="12700">
                  <a:moveTo>
                    <a:pt x="405130" y="6350"/>
                  </a:moveTo>
                  <a:lnTo>
                    <a:pt x="392430" y="0"/>
                  </a:lnTo>
                  <a:lnTo>
                    <a:pt x="341503" y="0"/>
                  </a:lnTo>
                  <a:lnTo>
                    <a:pt x="341503" y="12700"/>
                  </a:lnTo>
                  <a:lnTo>
                    <a:pt x="392430" y="12700"/>
                  </a:lnTo>
                  <a:lnTo>
                    <a:pt x="405130" y="635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16635" y="412241"/>
            <a:ext cx="23787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80" dirty="0">
                <a:latin typeface="Calibri"/>
                <a:cs typeface="Calibri"/>
              </a:rPr>
              <a:t>Toy</a:t>
            </a:r>
            <a:r>
              <a:rPr sz="3200" spc="-1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Example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4715" y="1758695"/>
            <a:ext cx="1702308" cy="131216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3004" y="3776471"/>
            <a:ext cx="1665732" cy="134721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464944" y="3002407"/>
            <a:ext cx="1158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64944" y="5006441"/>
            <a:ext cx="1158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04232" y="2189988"/>
            <a:ext cx="4267200" cy="3001010"/>
            <a:chOff x="4904232" y="2189988"/>
            <a:chExt cx="4267200" cy="3001010"/>
          </a:xfrm>
        </p:grpSpPr>
        <p:sp>
          <p:nvSpPr>
            <p:cNvPr id="24" name="object 24"/>
            <p:cNvSpPr/>
            <p:nvPr/>
          </p:nvSpPr>
          <p:spPr>
            <a:xfrm>
              <a:off x="5401818" y="4257294"/>
              <a:ext cx="476884" cy="463550"/>
            </a:xfrm>
            <a:custGeom>
              <a:avLst/>
              <a:gdLst/>
              <a:ahLst/>
              <a:cxnLst/>
              <a:rect l="l" t="t" r="r" b="b"/>
              <a:pathLst>
                <a:path w="476885" h="463550">
                  <a:moveTo>
                    <a:pt x="0" y="231520"/>
                  </a:moveTo>
                  <a:lnTo>
                    <a:pt x="4826" y="184911"/>
                  </a:lnTo>
                  <a:lnTo>
                    <a:pt x="18669" y="141477"/>
                  </a:lnTo>
                  <a:lnTo>
                    <a:pt x="40640" y="102107"/>
                  </a:lnTo>
                  <a:lnTo>
                    <a:pt x="69850" y="67817"/>
                  </a:lnTo>
                  <a:lnTo>
                    <a:pt x="105029" y="39496"/>
                  </a:lnTo>
                  <a:lnTo>
                    <a:pt x="145542" y="18160"/>
                  </a:lnTo>
                  <a:lnTo>
                    <a:pt x="190246" y="4698"/>
                  </a:lnTo>
                  <a:lnTo>
                    <a:pt x="238252" y="0"/>
                  </a:lnTo>
                  <a:lnTo>
                    <a:pt x="286258" y="4698"/>
                  </a:lnTo>
                  <a:lnTo>
                    <a:pt x="330962" y="18160"/>
                  </a:lnTo>
                  <a:lnTo>
                    <a:pt x="371475" y="39496"/>
                  </a:lnTo>
                  <a:lnTo>
                    <a:pt x="406654" y="67817"/>
                  </a:lnTo>
                  <a:lnTo>
                    <a:pt x="435864" y="102107"/>
                  </a:lnTo>
                  <a:lnTo>
                    <a:pt x="457835" y="141477"/>
                  </a:lnTo>
                  <a:lnTo>
                    <a:pt x="471678" y="184911"/>
                  </a:lnTo>
                  <a:lnTo>
                    <a:pt x="476504" y="231520"/>
                  </a:lnTo>
                  <a:lnTo>
                    <a:pt x="471678" y="278129"/>
                  </a:lnTo>
                  <a:lnTo>
                    <a:pt x="457835" y="321563"/>
                  </a:lnTo>
                  <a:lnTo>
                    <a:pt x="435864" y="360933"/>
                  </a:lnTo>
                  <a:lnTo>
                    <a:pt x="406654" y="395223"/>
                  </a:lnTo>
                  <a:lnTo>
                    <a:pt x="371475" y="423544"/>
                  </a:lnTo>
                  <a:lnTo>
                    <a:pt x="330962" y="444880"/>
                  </a:lnTo>
                  <a:lnTo>
                    <a:pt x="286258" y="458342"/>
                  </a:lnTo>
                  <a:lnTo>
                    <a:pt x="238252" y="463041"/>
                  </a:lnTo>
                  <a:lnTo>
                    <a:pt x="190246" y="458342"/>
                  </a:lnTo>
                  <a:lnTo>
                    <a:pt x="145542" y="444880"/>
                  </a:lnTo>
                  <a:lnTo>
                    <a:pt x="105029" y="423544"/>
                  </a:lnTo>
                  <a:lnTo>
                    <a:pt x="69850" y="395223"/>
                  </a:lnTo>
                  <a:lnTo>
                    <a:pt x="40640" y="360933"/>
                  </a:lnTo>
                  <a:lnTo>
                    <a:pt x="18669" y="321563"/>
                  </a:lnTo>
                  <a:lnTo>
                    <a:pt x="4826" y="278129"/>
                  </a:lnTo>
                  <a:lnTo>
                    <a:pt x="0" y="23152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04232" y="2189987"/>
              <a:ext cx="4267200" cy="2697480"/>
            </a:xfrm>
            <a:custGeom>
              <a:avLst/>
              <a:gdLst/>
              <a:ahLst/>
              <a:cxnLst/>
              <a:rect l="l" t="t" r="r" b="b"/>
              <a:pathLst>
                <a:path w="4267200" h="2697479">
                  <a:moveTo>
                    <a:pt x="470535" y="2293620"/>
                  </a:moveTo>
                  <a:lnTo>
                    <a:pt x="394335" y="2255520"/>
                  </a:lnTo>
                  <a:lnTo>
                    <a:pt x="394335" y="2287270"/>
                  </a:lnTo>
                  <a:lnTo>
                    <a:pt x="0" y="2287270"/>
                  </a:lnTo>
                  <a:lnTo>
                    <a:pt x="0" y="2299970"/>
                  </a:lnTo>
                  <a:lnTo>
                    <a:pt x="394335" y="2299970"/>
                  </a:lnTo>
                  <a:lnTo>
                    <a:pt x="394335" y="2331720"/>
                  </a:lnTo>
                  <a:lnTo>
                    <a:pt x="470535" y="2293620"/>
                  </a:lnTo>
                  <a:close/>
                </a:path>
                <a:path w="4267200" h="2697479">
                  <a:moveTo>
                    <a:pt x="2365121" y="2693035"/>
                  </a:moveTo>
                  <a:lnTo>
                    <a:pt x="2365083" y="2692654"/>
                  </a:lnTo>
                  <a:lnTo>
                    <a:pt x="2364219" y="2681351"/>
                  </a:lnTo>
                  <a:lnTo>
                    <a:pt x="2363851" y="2676398"/>
                  </a:lnTo>
                  <a:lnTo>
                    <a:pt x="2364613" y="2676271"/>
                  </a:lnTo>
                  <a:lnTo>
                    <a:pt x="2363851" y="2675636"/>
                  </a:lnTo>
                  <a:lnTo>
                    <a:pt x="2362085" y="2649347"/>
                  </a:lnTo>
                  <a:lnTo>
                    <a:pt x="2360803" y="2630424"/>
                  </a:lnTo>
                  <a:lnTo>
                    <a:pt x="2360244" y="2622296"/>
                  </a:lnTo>
                  <a:lnTo>
                    <a:pt x="2359787" y="2615565"/>
                  </a:lnTo>
                  <a:lnTo>
                    <a:pt x="2359279" y="2608072"/>
                  </a:lnTo>
                  <a:lnTo>
                    <a:pt x="2346452" y="2615565"/>
                  </a:lnTo>
                  <a:lnTo>
                    <a:pt x="2345182" y="2610231"/>
                  </a:lnTo>
                  <a:lnTo>
                    <a:pt x="2330704" y="2622296"/>
                  </a:lnTo>
                  <a:lnTo>
                    <a:pt x="2320798" y="2605532"/>
                  </a:lnTo>
                  <a:lnTo>
                    <a:pt x="2320798" y="2630424"/>
                  </a:lnTo>
                  <a:lnTo>
                    <a:pt x="2299716" y="2605278"/>
                  </a:lnTo>
                  <a:lnTo>
                    <a:pt x="2299716" y="2625090"/>
                  </a:lnTo>
                  <a:lnTo>
                    <a:pt x="2292858" y="2649347"/>
                  </a:lnTo>
                  <a:lnTo>
                    <a:pt x="1038199" y="2293493"/>
                  </a:lnTo>
                  <a:lnTo>
                    <a:pt x="1005967" y="2284349"/>
                  </a:lnTo>
                  <a:lnTo>
                    <a:pt x="1016558" y="2277491"/>
                  </a:lnTo>
                  <a:lnTo>
                    <a:pt x="1029525" y="2269109"/>
                  </a:lnTo>
                  <a:lnTo>
                    <a:pt x="1664081" y="1858645"/>
                  </a:lnTo>
                  <a:lnTo>
                    <a:pt x="2299716" y="2625090"/>
                  </a:lnTo>
                  <a:lnTo>
                    <a:pt x="2299716" y="2605278"/>
                  </a:lnTo>
                  <a:lnTo>
                    <a:pt x="1680667" y="1858645"/>
                  </a:lnTo>
                  <a:lnTo>
                    <a:pt x="1674863" y="1851660"/>
                  </a:lnTo>
                  <a:lnTo>
                    <a:pt x="1690001" y="1841881"/>
                  </a:lnTo>
                  <a:lnTo>
                    <a:pt x="1811020" y="1763649"/>
                  </a:lnTo>
                  <a:lnTo>
                    <a:pt x="2320798" y="2630424"/>
                  </a:lnTo>
                  <a:lnTo>
                    <a:pt x="2320798" y="2605532"/>
                  </a:lnTo>
                  <a:lnTo>
                    <a:pt x="1825713" y="1763649"/>
                  </a:lnTo>
                  <a:lnTo>
                    <a:pt x="1821688" y="1756791"/>
                  </a:lnTo>
                  <a:lnTo>
                    <a:pt x="1838566" y="1745869"/>
                  </a:lnTo>
                  <a:lnTo>
                    <a:pt x="2297938" y="1448816"/>
                  </a:lnTo>
                  <a:lnTo>
                    <a:pt x="2315083" y="1475486"/>
                  </a:lnTo>
                  <a:lnTo>
                    <a:pt x="2330793" y="1448816"/>
                  </a:lnTo>
                  <a:lnTo>
                    <a:pt x="2358390" y="1402080"/>
                  </a:lnTo>
                  <a:lnTo>
                    <a:pt x="2273681" y="1411478"/>
                  </a:lnTo>
                  <a:lnTo>
                    <a:pt x="2290953" y="1438148"/>
                  </a:lnTo>
                  <a:lnTo>
                    <a:pt x="1815211" y="1745869"/>
                  </a:lnTo>
                  <a:lnTo>
                    <a:pt x="1804670" y="1727835"/>
                  </a:lnTo>
                  <a:lnTo>
                    <a:pt x="1804670" y="1752727"/>
                  </a:lnTo>
                  <a:lnTo>
                    <a:pt x="1666748" y="1841881"/>
                  </a:lnTo>
                  <a:lnTo>
                    <a:pt x="1655940" y="1828927"/>
                  </a:lnTo>
                  <a:lnTo>
                    <a:pt x="1655940" y="1848866"/>
                  </a:lnTo>
                  <a:lnTo>
                    <a:pt x="1005967" y="2269109"/>
                  </a:lnTo>
                  <a:lnTo>
                    <a:pt x="1516253" y="1680464"/>
                  </a:lnTo>
                  <a:lnTo>
                    <a:pt x="1655940" y="1848866"/>
                  </a:lnTo>
                  <a:lnTo>
                    <a:pt x="1655940" y="1828927"/>
                  </a:lnTo>
                  <a:lnTo>
                    <a:pt x="1532864" y="1680464"/>
                  </a:lnTo>
                  <a:lnTo>
                    <a:pt x="1524762" y="1670685"/>
                  </a:lnTo>
                  <a:lnTo>
                    <a:pt x="1533334" y="1660779"/>
                  </a:lnTo>
                  <a:lnTo>
                    <a:pt x="1662684" y="1511427"/>
                  </a:lnTo>
                  <a:lnTo>
                    <a:pt x="1804670" y="1752727"/>
                  </a:lnTo>
                  <a:lnTo>
                    <a:pt x="1804670" y="1727835"/>
                  </a:lnTo>
                  <a:lnTo>
                    <a:pt x="1677339" y="1511427"/>
                  </a:lnTo>
                  <a:lnTo>
                    <a:pt x="1671447" y="1501394"/>
                  </a:lnTo>
                  <a:lnTo>
                    <a:pt x="1681454" y="1489837"/>
                  </a:lnTo>
                  <a:lnTo>
                    <a:pt x="2203323" y="887857"/>
                  </a:lnTo>
                  <a:lnTo>
                    <a:pt x="2227199" y="908558"/>
                  </a:lnTo>
                  <a:lnTo>
                    <a:pt x="2232482" y="887857"/>
                  </a:lnTo>
                  <a:lnTo>
                    <a:pt x="2248281" y="826008"/>
                  </a:lnTo>
                  <a:lnTo>
                    <a:pt x="2169668" y="858647"/>
                  </a:lnTo>
                  <a:lnTo>
                    <a:pt x="2193671" y="879475"/>
                  </a:lnTo>
                  <a:lnTo>
                    <a:pt x="1664589" y="1489837"/>
                  </a:lnTo>
                  <a:lnTo>
                    <a:pt x="965835" y="301625"/>
                  </a:lnTo>
                  <a:lnTo>
                    <a:pt x="954913" y="307975"/>
                  </a:lnTo>
                  <a:lnTo>
                    <a:pt x="1655940" y="1499870"/>
                  </a:lnTo>
                  <a:lnTo>
                    <a:pt x="1516507" y="1660779"/>
                  </a:lnTo>
                  <a:lnTo>
                    <a:pt x="971296" y="1003300"/>
                  </a:lnTo>
                  <a:lnTo>
                    <a:pt x="961517" y="1011428"/>
                  </a:lnTo>
                  <a:lnTo>
                    <a:pt x="1507998" y="1670431"/>
                  </a:lnTo>
                  <a:lnTo>
                    <a:pt x="981964" y="2277491"/>
                  </a:lnTo>
                  <a:lnTo>
                    <a:pt x="974344" y="2275332"/>
                  </a:lnTo>
                  <a:lnTo>
                    <a:pt x="970788" y="2287524"/>
                  </a:lnTo>
                  <a:lnTo>
                    <a:pt x="972820" y="2288032"/>
                  </a:lnTo>
                  <a:lnTo>
                    <a:pt x="967740" y="2293874"/>
                  </a:lnTo>
                  <a:lnTo>
                    <a:pt x="972185" y="2297557"/>
                  </a:lnTo>
                  <a:lnTo>
                    <a:pt x="975995" y="2303653"/>
                  </a:lnTo>
                  <a:lnTo>
                    <a:pt x="991743" y="2293493"/>
                  </a:lnTo>
                  <a:lnTo>
                    <a:pt x="2289429" y="2661539"/>
                  </a:lnTo>
                  <a:lnTo>
                    <a:pt x="2280666" y="2692019"/>
                  </a:lnTo>
                  <a:lnTo>
                    <a:pt x="2337435" y="2681351"/>
                  </a:lnTo>
                  <a:lnTo>
                    <a:pt x="2364613" y="2693289"/>
                  </a:lnTo>
                  <a:lnTo>
                    <a:pt x="2364359" y="2692654"/>
                  </a:lnTo>
                  <a:lnTo>
                    <a:pt x="2365121" y="2693035"/>
                  </a:lnTo>
                  <a:close/>
                </a:path>
                <a:path w="4267200" h="2697479">
                  <a:moveTo>
                    <a:pt x="4267200" y="702564"/>
                  </a:moveTo>
                  <a:lnTo>
                    <a:pt x="4191762" y="742315"/>
                  </a:lnTo>
                  <a:lnTo>
                    <a:pt x="4217543" y="760857"/>
                  </a:lnTo>
                  <a:lnTo>
                    <a:pt x="2889885" y="2614803"/>
                  </a:lnTo>
                  <a:lnTo>
                    <a:pt x="4230624" y="70485"/>
                  </a:lnTo>
                  <a:lnTo>
                    <a:pt x="4258691" y="85217"/>
                  </a:lnTo>
                  <a:lnTo>
                    <a:pt x="4260469" y="0"/>
                  </a:lnTo>
                  <a:lnTo>
                    <a:pt x="4191254" y="49657"/>
                  </a:lnTo>
                  <a:lnTo>
                    <a:pt x="4219321" y="64516"/>
                  </a:lnTo>
                  <a:lnTo>
                    <a:pt x="2836037" y="2690114"/>
                  </a:lnTo>
                  <a:lnTo>
                    <a:pt x="2840228" y="2692273"/>
                  </a:lnTo>
                  <a:lnTo>
                    <a:pt x="2846832" y="2696972"/>
                  </a:lnTo>
                  <a:lnTo>
                    <a:pt x="4227957" y="768223"/>
                  </a:lnTo>
                  <a:lnTo>
                    <a:pt x="4253738" y="786638"/>
                  </a:lnTo>
                  <a:lnTo>
                    <a:pt x="4267200" y="702564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262622" y="4712970"/>
              <a:ext cx="476884" cy="464820"/>
            </a:xfrm>
            <a:custGeom>
              <a:avLst/>
              <a:gdLst/>
              <a:ahLst/>
              <a:cxnLst/>
              <a:rect l="l" t="t" r="r" b="b"/>
              <a:pathLst>
                <a:path w="476884" h="464820">
                  <a:moveTo>
                    <a:pt x="0" y="232409"/>
                  </a:moveTo>
                  <a:lnTo>
                    <a:pt x="4825" y="185546"/>
                  </a:lnTo>
                  <a:lnTo>
                    <a:pt x="18669" y="141985"/>
                  </a:lnTo>
                  <a:lnTo>
                    <a:pt x="40639" y="102488"/>
                  </a:lnTo>
                  <a:lnTo>
                    <a:pt x="69850" y="68071"/>
                  </a:lnTo>
                  <a:lnTo>
                    <a:pt x="105028" y="39623"/>
                  </a:lnTo>
                  <a:lnTo>
                    <a:pt x="145542" y="18287"/>
                  </a:lnTo>
                  <a:lnTo>
                    <a:pt x="190246" y="4698"/>
                  </a:lnTo>
                  <a:lnTo>
                    <a:pt x="238251" y="0"/>
                  </a:lnTo>
                  <a:lnTo>
                    <a:pt x="286257" y="4698"/>
                  </a:lnTo>
                  <a:lnTo>
                    <a:pt x="330961" y="18287"/>
                  </a:lnTo>
                  <a:lnTo>
                    <a:pt x="371475" y="39623"/>
                  </a:lnTo>
                  <a:lnTo>
                    <a:pt x="406653" y="68071"/>
                  </a:lnTo>
                  <a:lnTo>
                    <a:pt x="435863" y="102488"/>
                  </a:lnTo>
                  <a:lnTo>
                    <a:pt x="457834" y="141985"/>
                  </a:lnTo>
                  <a:lnTo>
                    <a:pt x="471677" y="185546"/>
                  </a:lnTo>
                  <a:lnTo>
                    <a:pt x="476503" y="232409"/>
                  </a:lnTo>
                  <a:lnTo>
                    <a:pt x="471677" y="279260"/>
                  </a:lnTo>
                  <a:lnTo>
                    <a:pt x="457834" y="322884"/>
                  </a:lnTo>
                  <a:lnTo>
                    <a:pt x="435863" y="362369"/>
                  </a:lnTo>
                  <a:lnTo>
                    <a:pt x="406653" y="396760"/>
                  </a:lnTo>
                  <a:lnTo>
                    <a:pt x="371475" y="425132"/>
                  </a:lnTo>
                  <a:lnTo>
                    <a:pt x="330961" y="446557"/>
                  </a:lnTo>
                  <a:lnTo>
                    <a:pt x="286257" y="460095"/>
                  </a:lnTo>
                  <a:lnTo>
                    <a:pt x="238251" y="464819"/>
                  </a:lnTo>
                  <a:lnTo>
                    <a:pt x="190246" y="460095"/>
                  </a:lnTo>
                  <a:lnTo>
                    <a:pt x="145542" y="446557"/>
                  </a:lnTo>
                  <a:lnTo>
                    <a:pt x="105028" y="425132"/>
                  </a:lnTo>
                  <a:lnTo>
                    <a:pt x="69850" y="396760"/>
                  </a:lnTo>
                  <a:lnTo>
                    <a:pt x="40639" y="362369"/>
                  </a:lnTo>
                  <a:lnTo>
                    <a:pt x="18669" y="322884"/>
                  </a:lnTo>
                  <a:lnTo>
                    <a:pt x="4825" y="279260"/>
                  </a:lnTo>
                  <a:lnTo>
                    <a:pt x="0" y="23240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57088" y="3557016"/>
              <a:ext cx="73150" cy="6248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54040" y="3814572"/>
              <a:ext cx="54862" cy="609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32704" y="4058411"/>
              <a:ext cx="33527" cy="5638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72172" y="3863339"/>
              <a:ext cx="73150" cy="777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67600" y="4062983"/>
              <a:ext cx="62482" cy="10515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59980" y="4305300"/>
              <a:ext cx="42670" cy="777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78267" y="4523232"/>
              <a:ext cx="36574" cy="51815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4818379" y="4466971"/>
            <a:ext cx="4768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3600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77232" y="1351279"/>
            <a:ext cx="617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3885" algn="l"/>
              </a:tabLst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spc="-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u="heavy" dirty="0">
                <a:solidFill>
                  <a:srgbClr val="FF0000"/>
                </a:solidFill>
                <a:uFill>
                  <a:solidFill>
                    <a:srgbClr val="4470C4"/>
                  </a:solidFill>
                </a:uFill>
                <a:latin typeface="Calibri"/>
                <a:cs typeface="Calibri"/>
              </a:rPr>
              <a:t>	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09235" y="211607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95520" y="2795397"/>
            <a:ext cx="668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1800" b="1" u="sng" dirty="0">
                <a:solidFill>
                  <a:srgbClr val="FF0000"/>
                </a:solidFill>
                <a:uFill>
                  <a:solidFill>
                    <a:srgbClr val="4470C4"/>
                  </a:solidFill>
                </a:uFill>
                <a:latin typeface="Calibri"/>
                <a:cs typeface="Calibri"/>
              </a:rPr>
              <a:t>	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939273" y="1753361"/>
            <a:ext cx="4070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CAR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954514" y="2355037"/>
            <a:ext cx="4197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Bike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600" y="800100"/>
            <a:ext cx="5154167" cy="274015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912105" y="3947414"/>
            <a:ext cx="502284" cy="490220"/>
            <a:chOff x="4912105" y="3947414"/>
            <a:chExt cx="502284" cy="490220"/>
          </a:xfrm>
        </p:grpSpPr>
        <p:sp>
          <p:nvSpPr>
            <p:cNvPr id="4" name="object 4"/>
            <p:cNvSpPr/>
            <p:nvPr/>
          </p:nvSpPr>
          <p:spPr>
            <a:xfrm>
              <a:off x="4924043" y="3959352"/>
              <a:ext cx="476884" cy="464820"/>
            </a:xfrm>
            <a:custGeom>
              <a:avLst/>
              <a:gdLst/>
              <a:ahLst/>
              <a:cxnLst/>
              <a:rect l="l" t="t" r="r" b="b"/>
              <a:pathLst>
                <a:path w="476885" h="464820">
                  <a:moveTo>
                    <a:pt x="238251" y="0"/>
                  </a:moveTo>
                  <a:lnTo>
                    <a:pt x="190245" y="4699"/>
                  </a:lnTo>
                  <a:lnTo>
                    <a:pt x="145541" y="18287"/>
                  </a:lnTo>
                  <a:lnTo>
                    <a:pt x="105028" y="39624"/>
                  </a:lnTo>
                  <a:lnTo>
                    <a:pt x="69850" y="68072"/>
                  </a:lnTo>
                  <a:lnTo>
                    <a:pt x="40639" y="102489"/>
                  </a:lnTo>
                  <a:lnTo>
                    <a:pt x="18668" y="141859"/>
                  </a:lnTo>
                  <a:lnTo>
                    <a:pt x="4825" y="185420"/>
                  </a:lnTo>
                  <a:lnTo>
                    <a:pt x="0" y="232283"/>
                  </a:lnTo>
                  <a:lnTo>
                    <a:pt x="4825" y="279019"/>
                  </a:lnTo>
                  <a:lnTo>
                    <a:pt x="18668" y="322706"/>
                  </a:lnTo>
                  <a:lnTo>
                    <a:pt x="40639" y="362077"/>
                  </a:lnTo>
                  <a:lnTo>
                    <a:pt x="69850" y="396494"/>
                  </a:lnTo>
                  <a:lnTo>
                    <a:pt x="105028" y="424942"/>
                  </a:lnTo>
                  <a:lnTo>
                    <a:pt x="145541" y="446278"/>
                  </a:lnTo>
                  <a:lnTo>
                    <a:pt x="190245" y="459867"/>
                  </a:lnTo>
                  <a:lnTo>
                    <a:pt x="238251" y="464566"/>
                  </a:lnTo>
                  <a:lnTo>
                    <a:pt x="286257" y="459867"/>
                  </a:lnTo>
                  <a:lnTo>
                    <a:pt x="330961" y="446278"/>
                  </a:lnTo>
                  <a:lnTo>
                    <a:pt x="371475" y="424942"/>
                  </a:lnTo>
                  <a:lnTo>
                    <a:pt x="406653" y="396494"/>
                  </a:lnTo>
                  <a:lnTo>
                    <a:pt x="435863" y="362077"/>
                  </a:lnTo>
                  <a:lnTo>
                    <a:pt x="457834" y="322706"/>
                  </a:lnTo>
                  <a:lnTo>
                    <a:pt x="471677" y="279019"/>
                  </a:lnTo>
                  <a:lnTo>
                    <a:pt x="476503" y="232283"/>
                  </a:lnTo>
                  <a:lnTo>
                    <a:pt x="471677" y="185420"/>
                  </a:lnTo>
                  <a:lnTo>
                    <a:pt x="457834" y="141859"/>
                  </a:lnTo>
                  <a:lnTo>
                    <a:pt x="435863" y="102489"/>
                  </a:lnTo>
                  <a:lnTo>
                    <a:pt x="406653" y="68072"/>
                  </a:lnTo>
                  <a:lnTo>
                    <a:pt x="371475" y="39624"/>
                  </a:lnTo>
                  <a:lnTo>
                    <a:pt x="330961" y="18287"/>
                  </a:lnTo>
                  <a:lnTo>
                    <a:pt x="286257" y="4699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24805" y="3960114"/>
              <a:ext cx="476884" cy="464820"/>
            </a:xfrm>
            <a:custGeom>
              <a:avLst/>
              <a:gdLst/>
              <a:ahLst/>
              <a:cxnLst/>
              <a:rect l="l" t="t" r="r" b="b"/>
              <a:pathLst>
                <a:path w="476885" h="464820">
                  <a:moveTo>
                    <a:pt x="0" y="232283"/>
                  </a:moveTo>
                  <a:lnTo>
                    <a:pt x="4826" y="185419"/>
                  </a:lnTo>
                  <a:lnTo>
                    <a:pt x="18669" y="141859"/>
                  </a:lnTo>
                  <a:lnTo>
                    <a:pt x="40640" y="102488"/>
                  </a:lnTo>
                  <a:lnTo>
                    <a:pt x="69850" y="68072"/>
                  </a:lnTo>
                  <a:lnTo>
                    <a:pt x="105029" y="39624"/>
                  </a:lnTo>
                  <a:lnTo>
                    <a:pt x="145542" y="18287"/>
                  </a:lnTo>
                  <a:lnTo>
                    <a:pt x="190246" y="4699"/>
                  </a:lnTo>
                  <a:lnTo>
                    <a:pt x="238252" y="0"/>
                  </a:lnTo>
                  <a:lnTo>
                    <a:pt x="286258" y="4699"/>
                  </a:lnTo>
                  <a:lnTo>
                    <a:pt x="330962" y="18287"/>
                  </a:lnTo>
                  <a:lnTo>
                    <a:pt x="371475" y="39624"/>
                  </a:lnTo>
                  <a:lnTo>
                    <a:pt x="406654" y="68072"/>
                  </a:lnTo>
                  <a:lnTo>
                    <a:pt x="435864" y="102488"/>
                  </a:lnTo>
                  <a:lnTo>
                    <a:pt x="457835" y="141859"/>
                  </a:lnTo>
                  <a:lnTo>
                    <a:pt x="471678" y="185419"/>
                  </a:lnTo>
                  <a:lnTo>
                    <a:pt x="476504" y="232283"/>
                  </a:lnTo>
                  <a:lnTo>
                    <a:pt x="471678" y="279019"/>
                  </a:lnTo>
                  <a:lnTo>
                    <a:pt x="457835" y="322706"/>
                  </a:lnTo>
                  <a:lnTo>
                    <a:pt x="435864" y="362077"/>
                  </a:lnTo>
                  <a:lnTo>
                    <a:pt x="406654" y="396494"/>
                  </a:lnTo>
                  <a:lnTo>
                    <a:pt x="371475" y="424942"/>
                  </a:lnTo>
                  <a:lnTo>
                    <a:pt x="330962" y="446278"/>
                  </a:lnTo>
                  <a:lnTo>
                    <a:pt x="286258" y="459867"/>
                  </a:lnTo>
                  <a:lnTo>
                    <a:pt x="238252" y="464566"/>
                  </a:lnTo>
                  <a:lnTo>
                    <a:pt x="190246" y="459867"/>
                  </a:lnTo>
                  <a:lnTo>
                    <a:pt x="145542" y="446278"/>
                  </a:lnTo>
                  <a:lnTo>
                    <a:pt x="105029" y="424942"/>
                  </a:lnTo>
                  <a:lnTo>
                    <a:pt x="69850" y="396494"/>
                  </a:lnTo>
                  <a:lnTo>
                    <a:pt x="40640" y="362077"/>
                  </a:lnTo>
                  <a:lnTo>
                    <a:pt x="18669" y="322706"/>
                  </a:lnTo>
                  <a:lnTo>
                    <a:pt x="4826" y="279019"/>
                  </a:lnTo>
                  <a:lnTo>
                    <a:pt x="0" y="232283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780530" y="4342129"/>
            <a:ext cx="502284" cy="490220"/>
            <a:chOff x="6780530" y="4342129"/>
            <a:chExt cx="502284" cy="490220"/>
          </a:xfrm>
        </p:grpSpPr>
        <p:sp>
          <p:nvSpPr>
            <p:cNvPr id="7" name="object 7"/>
            <p:cNvSpPr/>
            <p:nvPr/>
          </p:nvSpPr>
          <p:spPr>
            <a:xfrm>
              <a:off x="6792468" y="4354067"/>
              <a:ext cx="476884" cy="464820"/>
            </a:xfrm>
            <a:custGeom>
              <a:avLst/>
              <a:gdLst/>
              <a:ahLst/>
              <a:cxnLst/>
              <a:rect l="l" t="t" r="r" b="b"/>
              <a:pathLst>
                <a:path w="476884" h="464820">
                  <a:moveTo>
                    <a:pt x="238251" y="0"/>
                  </a:moveTo>
                  <a:lnTo>
                    <a:pt x="190246" y="4698"/>
                  </a:lnTo>
                  <a:lnTo>
                    <a:pt x="145541" y="18287"/>
                  </a:lnTo>
                  <a:lnTo>
                    <a:pt x="105028" y="39623"/>
                  </a:lnTo>
                  <a:lnTo>
                    <a:pt x="69850" y="68071"/>
                  </a:lnTo>
                  <a:lnTo>
                    <a:pt x="40639" y="102488"/>
                  </a:lnTo>
                  <a:lnTo>
                    <a:pt x="18668" y="141858"/>
                  </a:lnTo>
                  <a:lnTo>
                    <a:pt x="4825" y="185419"/>
                  </a:lnTo>
                  <a:lnTo>
                    <a:pt x="0" y="232282"/>
                  </a:lnTo>
                  <a:lnTo>
                    <a:pt x="4825" y="279018"/>
                  </a:lnTo>
                  <a:lnTo>
                    <a:pt x="18668" y="322706"/>
                  </a:lnTo>
                  <a:lnTo>
                    <a:pt x="40639" y="362076"/>
                  </a:lnTo>
                  <a:lnTo>
                    <a:pt x="69850" y="396493"/>
                  </a:lnTo>
                  <a:lnTo>
                    <a:pt x="105028" y="424941"/>
                  </a:lnTo>
                  <a:lnTo>
                    <a:pt x="145541" y="446277"/>
                  </a:lnTo>
                  <a:lnTo>
                    <a:pt x="190246" y="459866"/>
                  </a:lnTo>
                  <a:lnTo>
                    <a:pt x="238251" y="464565"/>
                  </a:lnTo>
                  <a:lnTo>
                    <a:pt x="286257" y="459866"/>
                  </a:lnTo>
                  <a:lnTo>
                    <a:pt x="330961" y="446277"/>
                  </a:lnTo>
                  <a:lnTo>
                    <a:pt x="371475" y="424941"/>
                  </a:lnTo>
                  <a:lnTo>
                    <a:pt x="406653" y="396493"/>
                  </a:lnTo>
                  <a:lnTo>
                    <a:pt x="435863" y="362076"/>
                  </a:lnTo>
                  <a:lnTo>
                    <a:pt x="457834" y="322706"/>
                  </a:lnTo>
                  <a:lnTo>
                    <a:pt x="471677" y="279018"/>
                  </a:lnTo>
                  <a:lnTo>
                    <a:pt x="476503" y="232282"/>
                  </a:lnTo>
                  <a:lnTo>
                    <a:pt x="471677" y="185419"/>
                  </a:lnTo>
                  <a:lnTo>
                    <a:pt x="457834" y="141858"/>
                  </a:lnTo>
                  <a:lnTo>
                    <a:pt x="435863" y="102488"/>
                  </a:lnTo>
                  <a:lnTo>
                    <a:pt x="406653" y="68071"/>
                  </a:lnTo>
                  <a:lnTo>
                    <a:pt x="371475" y="39623"/>
                  </a:lnTo>
                  <a:lnTo>
                    <a:pt x="330961" y="18287"/>
                  </a:lnTo>
                  <a:lnTo>
                    <a:pt x="286257" y="4698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93230" y="4354829"/>
              <a:ext cx="476884" cy="464820"/>
            </a:xfrm>
            <a:custGeom>
              <a:avLst/>
              <a:gdLst/>
              <a:ahLst/>
              <a:cxnLst/>
              <a:rect l="l" t="t" r="r" b="b"/>
              <a:pathLst>
                <a:path w="476884" h="464820">
                  <a:moveTo>
                    <a:pt x="0" y="232283"/>
                  </a:moveTo>
                  <a:lnTo>
                    <a:pt x="4825" y="185420"/>
                  </a:lnTo>
                  <a:lnTo>
                    <a:pt x="18669" y="141859"/>
                  </a:lnTo>
                  <a:lnTo>
                    <a:pt x="40640" y="102489"/>
                  </a:lnTo>
                  <a:lnTo>
                    <a:pt x="69850" y="68072"/>
                  </a:lnTo>
                  <a:lnTo>
                    <a:pt x="105028" y="39624"/>
                  </a:lnTo>
                  <a:lnTo>
                    <a:pt x="145542" y="18288"/>
                  </a:lnTo>
                  <a:lnTo>
                    <a:pt x="190246" y="4699"/>
                  </a:lnTo>
                  <a:lnTo>
                    <a:pt x="238251" y="0"/>
                  </a:lnTo>
                  <a:lnTo>
                    <a:pt x="286258" y="4699"/>
                  </a:lnTo>
                  <a:lnTo>
                    <a:pt x="330962" y="18288"/>
                  </a:lnTo>
                  <a:lnTo>
                    <a:pt x="371475" y="39624"/>
                  </a:lnTo>
                  <a:lnTo>
                    <a:pt x="406653" y="68072"/>
                  </a:lnTo>
                  <a:lnTo>
                    <a:pt x="435864" y="102489"/>
                  </a:lnTo>
                  <a:lnTo>
                    <a:pt x="457835" y="141859"/>
                  </a:lnTo>
                  <a:lnTo>
                    <a:pt x="471677" y="185420"/>
                  </a:lnTo>
                  <a:lnTo>
                    <a:pt x="476503" y="232283"/>
                  </a:lnTo>
                  <a:lnTo>
                    <a:pt x="471677" y="279019"/>
                  </a:lnTo>
                  <a:lnTo>
                    <a:pt x="457835" y="322707"/>
                  </a:lnTo>
                  <a:lnTo>
                    <a:pt x="435864" y="362077"/>
                  </a:lnTo>
                  <a:lnTo>
                    <a:pt x="406653" y="396494"/>
                  </a:lnTo>
                  <a:lnTo>
                    <a:pt x="371475" y="424942"/>
                  </a:lnTo>
                  <a:lnTo>
                    <a:pt x="330962" y="446278"/>
                  </a:lnTo>
                  <a:lnTo>
                    <a:pt x="286258" y="459867"/>
                  </a:lnTo>
                  <a:lnTo>
                    <a:pt x="238251" y="464566"/>
                  </a:lnTo>
                  <a:lnTo>
                    <a:pt x="190246" y="459867"/>
                  </a:lnTo>
                  <a:lnTo>
                    <a:pt x="145542" y="446278"/>
                  </a:lnTo>
                  <a:lnTo>
                    <a:pt x="105028" y="424942"/>
                  </a:lnTo>
                  <a:lnTo>
                    <a:pt x="69850" y="396494"/>
                  </a:lnTo>
                  <a:lnTo>
                    <a:pt x="40640" y="362077"/>
                  </a:lnTo>
                  <a:lnTo>
                    <a:pt x="18669" y="322707"/>
                  </a:lnTo>
                  <a:lnTo>
                    <a:pt x="4825" y="279019"/>
                  </a:lnTo>
                  <a:lnTo>
                    <a:pt x="0" y="23228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4427220" y="4148327"/>
            <a:ext cx="471170" cy="76200"/>
          </a:xfrm>
          <a:custGeom>
            <a:avLst/>
            <a:gdLst/>
            <a:ahLst/>
            <a:cxnLst/>
            <a:rect l="l" t="t" r="r" b="b"/>
            <a:pathLst>
              <a:path w="471170" h="76200">
                <a:moveTo>
                  <a:pt x="39452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525" y="44450"/>
                </a:lnTo>
                <a:lnTo>
                  <a:pt x="394525" y="31750"/>
                </a:lnTo>
                <a:close/>
              </a:path>
              <a:path w="471170" h="76200">
                <a:moveTo>
                  <a:pt x="470789" y="38100"/>
                </a:moveTo>
                <a:lnTo>
                  <a:pt x="458089" y="31750"/>
                </a:lnTo>
                <a:lnTo>
                  <a:pt x="394589" y="0"/>
                </a:lnTo>
                <a:lnTo>
                  <a:pt x="394589" y="76200"/>
                </a:lnTo>
                <a:lnTo>
                  <a:pt x="458089" y="44450"/>
                </a:lnTo>
                <a:lnTo>
                  <a:pt x="470789" y="3810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81244" y="2194432"/>
            <a:ext cx="1409700" cy="2392045"/>
          </a:xfrm>
          <a:custGeom>
            <a:avLst/>
            <a:gdLst/>
            <a:ahLst/>
            <a:cxnLst/>
            <a:rect l="l" t="t" r="r" b="b"/>
            <a:pathLst>
              <a:path w="1409700" h="2392045">
                <a:moveTo>
                  <a:pt x="1408897" y="2379726"/>
                </a:moveTo>
                <a:lnTo>
                  <a:pt x="1382140" y="2379726"/>
                </a:lnTo>
                <a:lnTo>
                  <a:pt x="1409191" y="2391664"/>
                </a:lnTo>
                <a:lnTo>
                  <a:pt x="1409064" y="2391029"/>
                </a:lnTo>
                <a:lnTo>
                  <a:pt x="1409673" y="2391029"/>
                </a:lnTo>
                <a:lnTo>
                  <a:pt x="1408897" y="2379726"/>
                </a:lnTo>
                <a:close/>
              </a:path>
              <a:path w="1409700" h="2392045">
                <a:moveTo>
                  <a:pt x="1409673" y="2391029"/>
                </a:moveTo>
                <a:lnTo>
                  <a:pt x="1409064" y="2391029"/>
                </a:lnTo>
                <a:lnTo>
                  <a:pt x="1409700" y="2391410"/>
                </a:lnTo>
                <a:lnTo>
                  <a:pt x="1409673" y="2391029"/>
                </a:lnTo>
                <a:close/>
              </a:path>
              <a:path w="1409700" h="2392045">
                <a:moveTo>
                  <a:pt x="83283" y="1991867"/>
                </a:moveTo>
                <a:lnTo>
                  <a:pt x="36829" y="1991867"/>
                </a:lnTo>
                <a:lnTo>
                  <a:pt x="1334134" y="2359914"/>
                </a:lnTo>
                <a:lnTo>
                  <a:pt x="1325372" y="2390393"/>
                </a:lnTo>
                <a:lnTo>
                  <a:pt x="1382140" y="2379726"/>
                </a:lnTo>
                <a:lnTo>
                  <a:pt x="1408897" y="2379726"/>
                </a:lnTo>
                <a:lnTo>
                  <a:pt x="1408556" y="2374772"/>
                </a:lnTo>
                <a:lnTo>
                  <a:pt x="1409191" y="2374645"/>
                </a:lnTo>
                <a:lnTo>
                  <a:pt x="1408556" y="2374010"/>
                </a:lnTo>
                <a:lnTo>
                  <a:pt x="1406700" y="2347722"/>
                </a:lnTo>
                <a:lnTo>
                  <a:pt x="1337563" y="2347722"/>
                </a:lnTo>
                <a:lnTo>
                  <a:pt x="83283" y="1991867"/>
                </a:lnTo>
                <a:close/>
              </a:path>
              <a:path w="1409700" h="2392045">
                <a:moveTo>
                  <a:pt x="1344422" y="2303653"/>
                </a:moveTo>
                <a:lnTo>
                  <a:pt x="1344422" y="2323465"/>
                </a:lnTo>
                <a:lnTo>
                  <a:pt x="1337563" y="2347722"/>
                </a:lnTo>
                <a:lnTo>
                  <a:pt x="1406700" y="2347722"/>
                </a:lnTo>
                <a:lnTo>
                  <a:pt x="1405387" y="2328798"/>
                </a:lnTo>
                <a:lnTo>
                  <a:pt x="1365503" y="2328798"/>
                </a:lnTo>
                <a:lnTo>
                  <a:pt x="1344422" y="2303653"/>
                </a:lnTo>
                <a:close/>
              </a:path>
              <a:path w="1409700" h="2392045">
                <a:moveTo>
                  <a:pt x="870552" y="1462023"/>
                </a:moveTo>
                <a:lnTo>
                  <a:pt x="855852" y="1462023"/>
                </a:lnTo>
                <a:lnTo>
                  <a:pt x="1365503" y="2328798"/>
                </a:lnTo>
                <a:lnTo>
                  <a:pt x="1365503" y="2303906"/>
                </a:lnTo>
                <a:lnTo>
                  <a:pt x="870552" y="1462023"/>
                </a:lnTo>
                <a:close/>
              </a:path>
              <a:path w="1409700" h="2392045">
                <a:moveTo>
                  <a:pt x="1365503" y="2303906"/>
                </a:moveTo>
                <a:lnTo>
                  <a:pt x="1365503" y="2328798"/>
                </a:lnTo>
                <a:lnTo>
                  <a:pt x="1405387" y="2328798"/>
                </a:lnTo>
                <a:lnTo>
                  <a:pt x="1404831" y="2320671"/>
                </a:lnTo>
                <a:lnTo>
                  <a:pt x="1375409" y="2320671"/>
                </a:lnTo>
                <a:lnTo>
                  <a:pt x="1365503" y="2303906"/>
                </a:lnTo>
                <a:close/>
              </a:path>
              <a:path w="1409700" h="2392045">
                <a:moveTo>
                  <a:pt x="725499" y="1557019"/>
                </a:moveTo>
                <a:lnTo>
                  <a:pt x="709040" y="1557019"/>
                </a:lnTo>
                <a:lnTo>
                  <a:pt x="1344422" y="2323465"/>
                </a:lnTo>
                <a:lnTo>
                  <a:pt x="1344422" y="2303653"/>
                </a:lnTo>
                <a:lnTo>
                  <a:pt x="725499" y="1557019"/>
                </a:lnTo>
                <a:close/>
              </a:path>
              <a:path w="1409700" h="2392045">
                <a:moveTo>
                  <a:pt x="1389887" y="2308605"/>
                </a:moveTo>
                <a:lnTo>
                  <a:pt x="1375409" y="2320671"/>
                </a:lnTo>
                <a:lnTo>
                  <a:pt x="1404831" y="2320671"/>
                </a:lnTo>
                <a:lnTo>
                  <a:pt x="1404370" y="2313940"/>
                </a:lnTo>
                <a:lnTo>
                  <a:pt x="1391157" y="2313940"/>
                </a:lnTo>
                <a:lnTo>
                  <a:pt x="1389887" y="2308605"/>
                </a:lnTo>
                <a:close/>
              </a:path>
              <a:path w="1409700" h="2392045">
                <a:moveTo>
                  <a:pt x="1403857" y="2306447"/>
                </a:moveTo>
                <a:lnTo>
                  <a:pt x="1391157" y="2313940"/>
                </a:lnTo>
                <a:lnTo>
                  <a:pt x="1404370" y="2313940"/>
                </a:lnTo>
                <a:lnTo>
                  <a:pt x="1403857" y="2306447"/>
                </a:lnTo>
                <a:close/>
              </a:path>
              <a:path w="1409700" h="2392045">
                <a:moveTo>
                  <a:pt x="19430" y="1973706"/>
                </a:moveTo>
                <a:lnTo>
                  <a:pt x="15875" y="1985898"/>
                </a:lnTo>
                <a:lnTo>
                  <a:pt x="17779" y="1986533"/>
                </a:lnTo>
                <a:lnTo>
                  <a:pt x="12826" y="1992248"/>
                </a:lnTo>
                <a:lnTo>
                  <a:pt x="17144" y="1996058"/>
                </a:lnTo>
                <a:lnTo>
                  <a:pt x="21081" y="2002027"/>
                </a:lnTo>
                <a:lnTo>
                  <a:pt x="36829" y="1991867"/>
                </a:lnTo>
                <a:lnTo>
                  <a:pt x="83283" y="1991867"/>
                </a:lnTo>
                <a:lnTo>
                  <a:pt x="51053" y="1982723"/>
                </a:lnTo>
                <a:lnTo>
                  <a:pt x="61654" y="1975865"/>
                </a:lnTo>
                <a:lnTo>
                  <a:pt x="27050" y="1975865"/>
                </a:lnTo>
                <a:lnTo>
                  <a:pt x="19430" y="1973706"/>
                </a:lnTo>
                <a:close/>
              </a:path>
              <a:path w="1409700" h="2392045">
                <a:moveTo>
                  <a:pt x="16382" y="701675"/>
                </a:moveTo>
                <a:lnTo>
                  <a:pt x="6603" y="709802"/>
                </a:lnTo>
                <a:lnTo>
                  <a:pt x="552957" y="1368805"/>
                </a:lnTo>
                <a:lnTo>
                  <a:pt x="27050" y="1975865"/>
                </a:lnTo>
                <a:lnTo>
                  <a:pt x="61654" y="1975865"/>
                </a:lnTo>
                <a:lnTo>
                  <a:pt x="74609" y="1967483"/>
                </a:lnTo>
                <a:lnTo>
                  <a:pt x="51053" y="1967483"/>
                </a:lnTo>
                <a:lnTo>
                  <a:pt x="561213" y="1378839"/>
                </a:lnTo>
                <a:lnTo>
                  <a:pt x="577710" y="1378839"/>
                </a:lnTo>
                <a:lnTo>
                  <a:pt x="569594" y="1369059"/>
                </a:lnTo>
                <a:lnTo>
                  <a:pt x="578181" y="1359153"/>
                </a:lnTo>
                <a:lnTo>
                  <a:pt x="561339" y="1359153"/>
                </a:lnTo>
                <a:lnTo>
                  <a:pt x="16382" y="701675"/>
                </a:lnTo>
                <a:close/>
              </a:path>
              <a:path w="1409700" h="2392045">
                <a:moveTo>
                  <a:pt x="700913" y="1527302"/>
                </a:moveTo>
                <a:lnTo>
                  <a:pt x="700913" y="1547240"/>
                </a:lnTo>
                <a:lnTo>
                  <a:pt x="51053" y="1967483"/>
                </a:lnTo>
                <a:lnTo>
                  <a:pt x="74609" y="1967483"/>
                </a:lnTo>
                <a:lnTo>
                  <a:pt x="709040" y="1557019"/>
                </a:lnTo>
                <a:lnTo>
                  <a:pt x="725499" y="1557019"/>
                </a:lnTo>
                <a:lnTo>
                  <a:pt x="719708" y="1550034"/>
                </a:lnTo>
                <a:lnTo>
                  <a:pt x="734836" y="1540255"/>
                </a:lnTo>
                <a:lnTo>
                  <a:pt x="711580" y="1540255"/>
                </a:lnTo>
                <a:lnTo>
                  <a:pt x="700913" y="1527302"/>
                </a:lnTo>
                <a:close/>
              </a:path>
              <a:path w="1409700" h="2392045">
                <a:moveTo>
                  <a:pt x="577710" y="1378839"/>
                </a:moveTo>
                <a:lnTo>
                  <a:pt x="561213" y="1378839"/>
                </a:lnTo>
                <a:lnTo>
                  <a:pt x="700913" y="1547240"/>
                </a:lnTo>
                <a:lnTo>
                  <a:pt x="700913" y="1527302"/>
                </a:lnTo>
                <a:lnTo>
                  <a:pt x="577710" y="1378839"/>
                </a:lnTo>
                <a:close/>
              </a:path>
              <a:path w="1409700" h="2392045">
                <a:moveTo>
                  <a:pt x="849502" y="1426209"/>
                </a:moveTo>
                <a:lnTo>
                  <a:pt x="849502" y="1451102"/>
                </a:lnTo>
                <a:lnTo>
                  <a:pt x="711580" y="1540255"/>
                </a:lnTo>
                <a:lnTo>
                  <a:pt x="734836" y="1540255"/>
                </a:lnTo>
                <a:lnTo>
                  <a:pt x="855852" y="1462023"/>
                </a:lnTo>
                <a:lnTo>
                  <a:pt x="870552" y="1462023"/>
                </a:lnTo>
                <a:lnTo>
                  <a:pt x="866520" y="1455165"/>
                </a:lnTo>
                <a:lnTo>
                  <a:pt x="883406" y="1444243"/>
                </a:lnTo>
                <a:lnTo>
                  <a:pt x="860043" y="1444243"/>
                </a:lnTo>
                <a:lnTo>
                  <a:pt x="849502" y="1426209"/>
                </a:lnTo>
                <a:close/>
              </a:path>
              <a:path w="1409700" h="2392045">
                <a:moveTo>
                  <a:pt x="722182" y="1209802"/>
                </a:moveTo>
                <a:lnTo>
                  <a:pt x="707643" y="1209802"/>
                </a:lnTo>
                <a:lnTo>
                  <a:pt x="849502" y="1451102"/>
                </a:lnTo>
                <a:lnTo>
                  <a:pt x="849502" y="1426209"/>
                </a:lnTo>
                <a:lnTo>
                  <a:pt x="722182" y="1209802"/>
                </a:lnTo>
                <a:close/>
              </a:path>
              <a:path w="1409700" h="2392045">
                <a:moveTo>
                  <a:pt x="1402969" y="1100454"/>
                </a:moveTo>
                <a:lnTo>
                  <a:pt x="1318386" y="1109852"/>
                </a:lnTo>
                <a:lnTo>
                  <a:pt x="1335658" y="1136522"/>
                </a:lnTo>
                <a:lnTo>
                  <a:pt x="860043" y="1444243"/>
                </a:lnTo>
                <a:lnTo>
                  <a:pt x="883406" y="1444243"/>
                </a:lnTo>
                <a:lnTo>
                  <a:pt x="1342644" y="1147190"/>
                </a:lnTo>
                <a:lnTo>
                  <a:pt x="1375499" y="1147190"/>
                </a:lnTo>
                <a:lnTo>
                  <a:pt x="1402969" y="1100454"/>
                </a:lnTo>
                <a:close/>
              </a:path>
              <a:path w="1409700" h="2392045">
                <a:moveTo>
                  <a:pt x="10921" y="0"/>
                </a:moveTo>
                <a:lnTo>
                  <a:pt x="0" y="6350"/>
                </a:lnTo>
                <a:lnTo>
                  <a:pt x="700785" y="1198244"/>
                </a:lnTo>
                <a:lnTo>
                  <a:pt x="561339" y="1359153"/>
                </a:lnTo>
                <a:lnTo>
                  <a:pt x="578181" y="1359153"/>
                </a:lnTo>
                <a:lnTo>
                  <a:pt x="707643" y="1209802"/>
                </a:lnTo>
                <a:lnTo>
                  <a:pt x="722182" y="1209802"/>
                </a:lnTo>
                <a:lnTo>
                  <a:pt x="716279" y="1199768"/>
                </a:lnTo>
                <a:lnTo>
                  <a:pt x="726296" y="1188211"/>
                </a:lnTo>
                <a:lnTo>
                  <a:pt x="709548" y="1188211"/>
                </a:lnTo>
                <a:lnTo>
                  <a:pt x="10921" y="0"/>
                </a:lnTo>
                <a:close/>
              </a:path>
              <a:path w="1409700" h="2392045">
                <a:moveTo>
                  <a:pt x="1292986" y="524382"/>
                </a:moveTo>
                <a:lnTo>
                  <a:pt x="1214374" y="557021"/>
                </a:lnTo>
                <a:lnTo>
                  <a:pt x="1238377" y="577850"/>
                </a:lnTo>
                <a:lnTo>
                  <a:pt x="709548" y="1188211"/>
                </a:lnTo>
                <a:lnTo>
                  <a:pt x="726296" y="1188211"/>
                </a:lnTo>
                <a:lnTo>
                  <a:pt x="1248028" y="586231"/>
                </a:lnTo>
                <a:lnTo>
                  <a:pt x="1277199" y="586231"/>
                </a:lnTo>
                <a:lnTo>
                  <a:pt x="1292986" y="524382"/>
                </a:lnTo>
                <a:close/>
              </a:path>
              <a:path w="1409700" h="2392045">
                <a:moveTo>
                  <a:pt x="1375499" y="1147190"/>
                </a:moveTo>
                <a:lnTo>
                  <a:pt x="1342644" y="1147190"/>
                </a:lnTo>
                <a:lnTo>
                  <a:pt x="1359788" y="1173860"/>
                </a:lnTo>
                <a:lnTo>
                  <a:pt x="1375499" y="1147190"/>
                </a:lnTo>
                <a:close/>
              </a:path>
              <a:path w="1409700" h="2392045">
                <a:moveTo>
                  <a:pt x="1277199" y="586231"/>
                </a:moveTo>
                <a:lnTo>
                  <a:pt x="1248028" y="586231"/>
                </a:lnTo>
                <a:lnTo>
                  <a:pt x="1271904" y="606932"/>
                </a:lnTo>
                <a:lnTo>
                  <a:pt x="1277199" y="58623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61859" y="1892807"/>
            <a:ext cx="1431290" cy="2697480"/>
          </a:xfrm>
          <a:custGeom>
            <a:avLst/>
            <a:gdLst/>
            <a:ahLst/>
            <a:cxnLst/>
            <a:rect l="l" t="t" r="r" b="b"/>
            <a:pathLst>
              <a:path w="1431290" h="2697479">
                <a:moveTo>
                  <a:pt x="1424051" y="0"/>
                </a:moveTo>
                <a:lnTo>
                  <a:pt x="1354836" y="49656"/>
                </a:lnTo>
                <a:lnTo>
                  <a:pt x="1382903" y="64515"/>
                </a:lnTo>
                <a:lnTo>
                  <a:pt x="0" y="2690114"/>
                </a:lnTo>
                <a:lnTo>
                  <a:pt x="4191" y="2692272"/>
                </a:lnTo>
                <a:lnTo>
                  <a:pt x="10795" y="2696972"/>
                </a:lnTo>
                <a:lnTo>
                  <a:pt x="1391539" y="768222"/>
                </a:lnTo>
                <a:lnTo>
                  <a:pt x="1417320" y="786638"/>
                </a:lnTo>
                <a:lnTo>
                  <a:pt x="1430782" y="702563"/>
                </a:lnTo>
                <a:lnTo>
                  <a:pt x="1355344" y="742314"/>
                </a:lnTo>
                <a:lnTo>
                  <a:pt x="1381125" y="760856"/>
                </a:lnTo>
                <a:lnTo>
                  <a:pt x="53848" y="2614803"/>
                </a:lnTo>
                <a:lnTo>
                  <a:pt x="1394206" y="70484"/>
                </a:lnTo>
                <a:lnTo>
                  <a:pt x="1422273" y="85216"/>
                </a:lnTo>
                <a:lnTo>
                  <a:pt x="142405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715" y="1758695"/>
            <a:ext cx="1702308" cy="131216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16635" y="3020948"/>
            <a:ext cx="1158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66731" y="1613916"/>
            <a:ext cx="617220" cy="47701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0635" y="2324100"/>
            <a:ext cx="606551" cy="48920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254119" y="1274140"/>
            <a:ext cx="25272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575" b="1" spc="-37" baseline="-15873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50816" y="2049525"/>
            <a:ext cx="1371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62069" y="2171191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47388" y="2765805"/>
            <a:ext cx="2178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575" b="1" spc="-37" baseline="-15873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31513" y="4077970"/>
            <a:ext cx="4546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spc="-15" baseline="12152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050" b="1" spc="-10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11392" y="990041"/>
            <a:ext cx="247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31204" y="1341196"/>
            <a:ext cx="247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38190" y="3038983"/>
            <a:ext cx="2438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08294" y="3647033"/>
            <a:ext cx="257175" cy="68072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0.7</a:t>
            </a:r>
            <a:endParaRPr sz="14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900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66257" y="1703577"/>
            <a:ext cx="243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86069" y="2055368"/>
            <a:ext cx="243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06639" y="1225422"/>
            <a:ext cx="243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89569" y="2269312"/>
            <a:ext cx="247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76743" y="1947163"/>
            <a:ext cx="243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56550" y="2705455"/>
            <a:ext cx="257175" cy="68072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0.5</a:t>
            </a:r>
            <a:endParaRPr sz="14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900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927340" y="1555241"/>
            <a:ext cx="243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82227" y="1586864"/>
            <a:ext cx="2476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218168" y="2351024"/>
            <a:ext cx="243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80097" y="5080203"/>
            <a:ext cx="16789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Forward</a:t>
            </a:r>
            <a:r>
              <a:rPr sz="24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pass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140452" y="3299459"/>
            <a:ext cx="31750" cy="38100"/>
            <a:chOff x="5140452" y="3299459"/>
            <a:chExt cx="31750" cy="38100"/>
          </a:xfrm>
        </p:grpSpPr>
        <p:sp>
          <p:nvSpPr>
            <p:cNvPr id="36" name="object 36"/>
            <p:cNvSpPr/>
            <p:nvPr/>
          </p:nvSpPr>
          <p:spPr>
            <a:xfrm>
              <a:off x="5142230" y="3314572"/>
              <a:ext cx="30480" cy="22860"/>
            </a:xfrm>
            <a:custGeom>
              <a:avLst/>
              <a:gdLst/>
              <a:ahLst/>
              <a:cxnLst/>
              <a:rect l="l" t="t" r="r" b="b"/>
              <a:pathLst>
                <a:path w="30479" h="22860">
                  <a:moveTo>
                    <a:pt x="2413" y="11938"/>
                  </a:moveTo>
                  <a:lnTo>
                    <a:pt x="2286" y="10922"/>
                  </a:lnTo>
                  <a:lnTo>
                    <a:pt x="1905" y="9525"/>
                  </a:lnTo>
                  <a:lnTo>
                    <a:pt x="2032" y="10160"/>
                  </a:lnTo>
                  <a:lnTo>
                    <a:pt x="2032" y="10922"/>
                  </a:lnTo>
                  <a:lnTo>
                    <a:pt x="1981" y="10414"/>
                  </a:lnTo>
                  <a:lnTo>
                    <a:pt x="635" y="10414"/>
                  </a:lnTo>
                  <a:lnTo>
                    <a:pt x="2286" y="12827"/>
                  </a:lnTo>
                  <a:lnTo>
                    <a:pt x="2286" y="11607"/>
                  </a:lnTo>
                  <a:lnTo>
                    <a:pt x="2413" y="11938"/>
                  </a:lnTo>
                  <a:close/>
                </a:path>
                <a:path w="30479" h="22860">
                  <a:moveTo>
                    <a:pt x="2667" y="12700"/>
                  </a:moveTo>
                  <a:lnTo>
                    <a:pt x="2413" y="11176"/>
                  </a:lnTo>
                  <a:lnTo>
                    <a:pt x="2540" y="12192"/>
                  </a:lnTo>
                  <a:lnTo>
                    <a:pt x="2667" y="12700"/>
                  </a:lnTo>
                  <a:close/>
                </a:path>
                <a:path w="30479" h="22860">
                  <a:moveTo>
                    <a:pt x="11938" y="20447"/>
                  </a:moveTo>
                  <a:lnTo>
                    <a:pt x="6985" y="19939"/>
                  </a:lnTo>
                  <a:lnTo>
                    <a:pt x="7493" y="20447"/>
                  </a:lnTo>
                  <a:lnTo>
                    <a:pt x="11938" y="20447"/>
                  </a:lnTo>
                  <a:close/>
                </a:path>
                <a:path w="30479" h="22860">
                  <a:moveTo>
                    <a:pt x="29972" y="10922"/>
                  </a:moveTo>
                  <a:lnTo>
                    <a:pt x="27940" y="6096"/>
                  </a:lnTo>
                  <a:lnTo>
                    <a:pt x="27686" y="5969"/>
                  </a:lnTo>
                  <a:lnTo>
                    <a:pt x="25400" y="4699"/>
                  </a:lnTo>
                  <a:lnTo>
                    <a:pt x="25298" y="5003"/>
                  </a:lnTo>
                  <a:lnTo>
                    <a:pt x="25146" y="5207"/>
                  </a:lnTo>
                  <a:lnTo>
                    <a:pt x="25908" y="5969"/>
                  </a:lnTo>
                  <a:lnTo>
                    <a:pt x="25019" y="5207"/>
                  </a:lnTo>
                  <a:lnTo>
                    <a:pt x="24892" y="5334"/>
                  </a:lnTo>
                  <a:lnTo>
                    <a:pt x="24765" y="6223"/>
                  </a:lnTo>
                  <a:lnTo>
                    <a:pt x="24892" y="5207"/>
                  </a:lnTo>
                  <a:lnTo>
                    <a:pt x="24765" y="5334"/>
                  </a:lnTo>
                  <a:lnTo>
                    <a:pt x="24765" y="4953"/>
                  </a:lnTo>
                  <a:lnTo>
                    <a:pt x="24587" y="4800"/>
                  </a:lnTo>
                  <a:lnTo>
                    <a:pt x="24587" y="8255"/>
                  </a:lnTo>
                  <a:lnTo>
                    <a:pt x="24384" y="10160"/>
                  </a:lnTo>
                  <a:lnTo>
                    <a:pt x="24384" y="9525"/>
                  </a:lnTo>
                  <a:lnTo>
                    <a:pt x="24587" y="8255"/>
                  </a:lnTo>
                  <a:lnTo>
                    <a:pt x="24587" y="4800"/>
                  </a:lnTo>
                  <a:lnTo>
                    <a:pt x="24257" y="4495"/>
                  </a:lnTo>
                  <a:lnTo>
                    <a:pt x="24257" y="10414"/>
                  </a:lnTo>
                  <a:lnTo>
                    <a:pt x="22225" y="13589"/>
                  </a:lnTo>
                  <a:lnTo>
                    <a:pt x="22098" y="14097"/>
                  </a:lnTo>
                  <a:lnTo>
                    <a:pt x="21717" y="17018"/>
                  </a:lnTo>
                  <a:lnTo>
                    <a:pt x="22098" y="13589"/>
                  </a:lnTo>
                  <a:lnTo>
                    <a:pt x="24257" y="10414"/>
                  </a:lnTo>
                  <a:lnTo>
                    <a:pt x="24257" y="4495"/>
                  </a:lnTo>
                  <a:lnTo>
                    <a:pt x="23368" y="3683"/>
                  </a:lnTo>
                  <a:lnTo>
                    <a:pt x="22606" y="3365"/>
                  </a:lnTo>
                  <a:lnTo>
                    <a:pt x="22606" y="10922"/>
                  </a:lnTo>
                  <a:lnTo>
                    <a:pt x="22326" y="11328"/>
                  </a:lnTo>
                  <a:lnTo>
                    <a:pt x="22326" y="11976"/>
                  </a:lnTo>
                  <a:lnTo>
                    <a:pt x="22301" y="12242"/>
                  </a:lnTo>
                  <a:lnTo>
                    <a:pt x="19773" y="15074"/>
                  </a:lnTo>
                  <a:lnTo>
                    <a:pt x="20828" y="14224"/>
                  </a:lnTo>
                  <a:lnTo>
                    <a:pt x="22098" y="12573"/>
                  </a:lnTo>
                  <a:lnTo>
                    <a:pt x="22225" y="12446"/>
                  </a:lnTo>
                  <a:lnTo>
                    <a:pt x="22225" y="12319"/>
                  </a:lnTo>
                  <a:lnTo>
                    <a:pt x="22225" y="12192"/>
                  </a:lnTo>
                  <a:lnTo>
                    <a:pt x="22326" y="11976"/>
                  </a:lnTo>
                  <a:lnTo>
                    <a:pt x="22326" y="11328"/>
                  </a:lnTo>
                  <a:lnTo>
                    <a:pt x="19596" y="15189"/>
                  </a:lnTo>
                  <a:lnTo>
                    <a:pt x="22606" y="10922"/>
                  </a:lnTo>
                  <a:lnTo>
                    <a:pt x="22606" y="3365"/>
                  </a:lnTo>
                  <a:lnTo>
                    <a:pt x="21844" y="3048"/>
                  </a:lnTo>
                  <a:lnTo>
                    <a:pt x="21844" y="8382"/>
                  </a:lnTo>
                  <a:lnTo>
                    <a:pt x="20066" y="10287"/>
                  </a:lnTo>
                  <a:lnTo>
                    <a:pt x="21336" y="8890"/>
                  </a:lnTo>
                  <a:lnTo>
                    <a:pt x="21844" y="8382"/>
                  </a:lnTo>
                  <a:lnTo>
                    <a:pt x="21844" y="3048"/>
                  </a:lnTo>
                  <a:lnTo>
                    <a:pt x="19164" y="1917"/>
                  </a:lnTo>
                  <a:lnTo>
                    <a:pt x="19164" y="15506"/>
                  </a:lnTo>
                  <a:lnTo>
                    <a:pt x="18796" y="15748"/>
                  </a:lnTo>
                  <a:lnTo>
                    <a:pt x="19164" y="15506"/>
                  </a:lnTo>
                  <a:lnTo>
                    <a:pt x="19164" y="1917"/>
                  </a:lnTo>
                  <a:lnTo>
                    <a:pt x="17983" y="1409"/>
                  </a:lnTo>
                  <a:lnTo>
                    <a:pt x="17983" y="19964"/>
                  </a:lnTo>
                  <a:lnTo>
                    <a:pt x="16891" y="20828"/>
                  </a:lnTo>
                  <a:lnTo>
                    <a:pt x="17018" y="20701"/>
                  </a:lnTo>
                  <a:lnTo>
                    <a:pt x="17983" y="19964"/>
                  </a:lnTo>
                  <a:lnTo>
                    <a:pt x="17983" y="1409"/>
                  </a:lnTo>
                  <a:lnTo>
                    <a:pt x="17653" y="1270"/>
                  </a:lnTo>
                  <a:lnTo>
                    <a:pt x="14605" y="508"/>
                  </a:lnTo>
                  <a:lnTo>
                    <a:pt x="15621" y="508"/>
                  </a:lnTo>
                  <a:lnTo>
                    <a:pt x="14097" y="127"/>
                  </a:lnTo>
                  <a:lnTo>
                    <a:pt x="12573" y="127"/>
                  </a:lnTo>
                  <a:lnTo>
                    <a:pt x="12573" y="20066"/>
                  </a:lnTo>
                  <a:lnTo>
                    <a:pt x="12268" y="20015"/>
                  </a:lnTo>
                  <a:lnTo>
                    <a:pt x="12573" y="20066"/>
                  </a:lnTo>
                  <a:lnTo>
                    <a:pt x="12573" y="127"/>
                  </a:lnTo>
                  <a:lnTo>
                    <a:pt x="10795" y="88"/>
                  </a:lnTo>
                  <a:lnTo>
                    <a:pt x="10795" y="18288"/>
                  </a:lnTo>
                  <a:lnTo>
                    <a:pt x="9906" y="18288"/>
                  </a:lnTo>
                  <a:lnTo>
                    <a:pt x="9271" y="17653"/>
                  </a:lnTo>
                  <a:lnTo>
                    <a:pt x="10795" y="18288"/>
                  </a:lnTo>
                  <a:lnTo>
                    <a:pt x="10795" y="88"/>
                  </a:lnTo>
                  <a:lnTo>
                    <a:pt x="7112" y="0"/>
                  </a:lnTo>
                  <a:lnTo>
                    <a:pt x="4229" y="2794"/>
                  </a:lnTo>
                  <a:lnTo>
                    <a:pt x="1333" y="2794"/>
                  </a:lnTo>
                  <a:lnTo>
                    <a:pt x="1333" y="6604"/>
                  </a:lnTo>
                  <a:lnTo>
                    <a:pt x="406" y="6604"/>
                  </a:lnTo>
                  <a:lnTo>
                    <a:pt x="381" y="6477"/>
                  </a:lnTo>
                  <a:lnTo>
                    <a:pt x="254" y="5842"/>
                  </a:lnTo>
                  <a:lnTo>
                    <a:pt x="254" y="5461"/>
                  </a:lnTo>
                  <a:lnTo>
                    <a:pt x="381" y="6477"/>
                  </a:lnTo>
                  <a:lnTo>
                    <a:pt x="1206" y="6477"/>
                  </a:lnTo>
                  <a:lnTo>
                    <a:pt x="1333" y="6604"/>
                  </a:lnTo>
                  <a:lnTo>
                    <a:pt x="1333" y="2794"/>
                  </a:lnTo>
                  <a:lnTo>
                    <a:pt x="0" y="2794"/>
                  </a:lnTo>
                  <a:lnTo>
                    <a:pt x="127" y="4699"/>
                  </a:lnTo>
                  <a:lnTo>
                    <a:pt x="228" y="5308"/>
                  </a:lnTo>
                  <a:lnTo>
                    <a:pt x="228" y="5969"/>
                  </a:lnTo>
                  <a:lnTo>
                    <a:pt x="127" y="6604"/>
                  </a:lnTo>
                  <a:lnTo>
                    <a:pt x="533" y="9525"/>
                  </a:lnTo>
                  <a:lnTo>
                    <a:pt x="635" y="10160"/>
                  </a:lnTo>
                  <a:lnTo>
                    <a:pt x="1955" y="10160"/>
                  </a:lnTo>
                  <a:lnTo>
                    <a:pt x="1905" y="9525"/>
                  </a:lnTo>
                  <a:lnTo>
                    <a:pt x="2413" y="11176"/>
                  </a:lnTo>
                  <a:lnTo>
                    <a:pt x="2540" y="9525"/>
                  </a:lnTo>
                  <a:lnTo>
                    <a:pt x="2540" y="10414"/>
                  </a:lnTo>
                  <a:lnTo>
                    <a:pt x="5080" y="10414"/>
                  </a:lnTo>
                  <a:lnTo>
                    <a:pt x="4318" y="8890"/>
                  </a:lnTo>
                  <a:lnTo>
                    <a:pt x="5080" y="10287"/>
                  </a:lnTo>
                  <a:lnTo>
                    <a:pt x="5080" y="10414"/>
                  </a:lnTo>
                  <a:lnTo>
                    <a:pt x="5321" y="10922"/>
                  </a:lnTo>
                  <a:lnTo>
                    <a:pt x="2540" y="10922"/>
                  </a:lnTo>
                  <a:lnTo>
                    <a:pt x="2540" y="11303"/>
                  </a:lnTo>
                  <a:lnTo>
                    <a:pt x="2540" y="11557"/>
                  </a:lnTo>
                  <a:lnTo>
                    <a:pt x="2794" y="12192"/>
                  </a:lnTo>
                  <a:lnTo>
                    <a:pt x="2921" y="12446"/>
                  </a:lnTo>
                  <a:lnTo>
                    <a:pt x="3429" y="13208"/>
                  </a:lnTo>
                  <a:lnTo>
                    <a:pt x="3771" y="13627"/>
                  </a:lnTo>
                  <a:lnTo>
                    <a:pt x="4127" y="14097"/>
                  </a:lnTo>
                  <a:lnTo>
                    <a:pt x="3937" y="14097"/>
                  </a:lnTo>
                  <a:lnTo>
                    <a:pt x="5461" y="15240"/>
                  </a:lnTo>
                  <a:lnTo>
                    <a:pt x="5588" y="15367"/>
                  </a:lnTo>
                  <a:lnTo>
                    <a:pt x="5842" y="15494"/>
                  </a:lnTo>
                  <a:lnTo>
                    <a:pt x="5969" y="15621"/>
                  </a:lnTo>
                  <a:lnTo>
                    <a:pt x="5842" y="15557"/>
                  </a:lnTo>
                  <a:lnTo>
                    <a:pt x="5689" y="15443"/>
                  </a:lnTo>
                  <a:lnTo>
                    <a:pt x="7874" y="18669"/>
                  </a:lnTo>
                  <a:lnTo>
                    <a:pt x="7747" y="18669"/>
                  </a:lnTo>
                  <a:lnTo>
                    <a:pt x="5588" y="15367"/>
                  </a:lnTo>
                  <a:lnTo>
                    <a:pt x="3048" y="13716"/>
                  </a:lnTo>
                  <a:lnTo>
                    <a:pt x="2794" y="12954"/>
                  </a:lnTo>
                  <a:lnTo>
                    <a:pt x="2667" y="12700"/>
                  </a:lnTo>
                  <a:lnTo>
                    <a:pt x="2413" y="11938"/>
                  </a:lnTo>
                  <a:lnTo>
                    <a:pt x="2413" y="12954"/>
                  </a:lnTo>
                  <a:lnTo>
                    <a:pt x="2794" y="13462"/>
                  </a:lnTo>
                  <a:lnTo>
                    <a:pt x="2286" y="12827"/>
                  </a:lnTo>
                  <a:lnTo>
                    <a:pt x="2286" y="15240"/>
                  </a:lnTo>
                  <a:lnTo>
                    <a:pt x="3175" y="16383"/>
                  </a:lnTo>
                  <a:lnTo>
                    <a:pt x="3302" y="16637"/>
                  </a:lnTo>
                  <a:lnTo>
                    <a:pt x="4064" y="17399"/>
                  </a:lnTo>
                  <a:lnTo>
                    <a:pt x="6223" y="19939"/>
                  </a:lnTo>
                  <a:lnTo>
                    <a:pt x="6985" y="19939"/>
                  </a:lnTo>
                  <a:lnTo>
                    <a:pt x="11811" y="20320"/>
                  </a:lnTo>
                  <a:lnTo>
                    <a:pt x="13093" y="20421"/>
                  </a:lnTo>
                  <a:lnTo>
                    <a:pt x="11811" y="20320"/>
                  </a:lnTo>
                  <a:lnTo>
                    <a:pt x="14605" y="21590"/>
                  </a:lnTo>
                  <a:lnTo>
                    <a:pt x="16002" y="21590"/>
                  </a:lnTo>
                  <a:lnTo>
                    <a:pt x="16764" y="21844"/>
                  </a:lnTo>
                  <a:lnTo>
                    <a:pt x="17780" y="22098"/>
                  </a:lnTo>
                  <a:lnTo>
                    <a:pt x="22479" y="22733"/>
                  </a:lnTo>
                  <a:lnTo>
                    <a:pt x="25527" y="20828"/>
                  </a:lnTo>
                  <a:lnTo>
                    <a:pt x="26924" y="19939"/>
                  </a:lnTo>
                  <a:lnTo>
                    <a:pt x="26924" y="19812"/>
                  </a:lnTo>
                  <a:lnTo>
                    <a:pt x="29972" y="109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40452" y="3299459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905" y="20066"/>
                  </a:moveTo>
                  <a:lnTo>
                    <a:pt x="1778" y="17907"/>
                  </a:lnTo>
                  <a:lnTo>
                    <a:pt x="1778" y="19431"/>
                  </a:lnTo>
                  <a:lnTo>
                    <a:pt x="1905" y="20066"/>
                  </a:lnTo>
                  <a:close/>
                </a:path>
                <a:path w="29845" h="21589">
                  <a:moveTo>
                    <a:pt x="1905" y="20066"/>
                  </a:moveTo>
                  <a:lnTo>
                    <a:pt x="1651" y="18923"/>
                  </a:lnTo>
                  <a:lnTo>
                    <a:pt x="1778" y="19812"/>
                  </a:lnTo>
                  <a:lnTo>
                    <a:pt x="1905" y="20066"/>
                  </a:lnTo>
                  <a:close/>
                </a:path>
                <a:path w="29845" h="21589">
                  <a:moveTo>
                    <a:pt x="2032" y="20066"/>
                  </a:moveTo>
                  <a:lnTo>
                    <a:pt x="1905" y="20066"/>
                  </a:lnTo>
                  <a:lnTo>
                    <a:pt x="1778" y="20066"/>
                  </a:lnTo>
                  <a:lnTo>
                    <a:pt x="1905" y="20320"/>
                  </a:lnTo>
                  <a:lnTo>
                    <a:pt x="2032" y="20447"/>
                  </a:lnTo>
                  <a:lnTo>
                    <a:pt x="2032" y="20066"/>
                  </a:lnTo>
                  <a:close/>
                </a:path>
                <a:path w="29845" h="21589">
                  <a:moveTo>
                    <a:pt x="26670" y="20193"/>
                  </a:moveTo>
                  <a:lnTo>
                    <a:pt x="26543" y="20066"/>
                  </a:lnTo>
                  <a:lnTo>
                    <a:pt x="26543" y="20574"/>
                  </a:lnTo>
                  <a:lnTo>
                    <a:pt x="26670" y="20320"/>
                  </a:lnTo>
                  <a:lnTo>
                    <a:pt x="26670" y="20193"/>
                  </a:lnTo>
                  <a:close/>
                </a:path>
                <a:path w="29845" h="21589">
                  <a:moveTo>
                    <a:pt x="27178" y="10287"/>
                  </a:moveTo>
                  <a:lnTo>
                    <a:pt x="26924" y="7493"/>
                  </a:lnTo>
                  <a:lnTo>
                    <a:pt x="22860" y="2540"/>
                  </a:lnTo>
                  <a:lnTo>
                    <a:pt x="25781" y="7747"/>
                  </a:lnTo>
                  <a:lnTo>
                    <a:pt x="27178" y="10287"/>
                  </a:lnTo>
                  <a:close/>
                </a:path>
                <a:path w="29845" h="21589">
                  <a:moveTo>
                    <a:pt x="28575" y="12827"/>
                  </a:moveTo>
                  <a:lnTo>
                    <a:pt x="27178" y="10287"/>
                  </a:lnTo>
                  <a:lnTo>
                    <a:pt x="22860" y="2540"/>
                  </a:lnTo>
                  <a:lnTo>
                    <a:pt x="20320" y="1447"/>
                  </a:lnTo>
                  <a:lnTo>
                    <a:pt x="20320" y="16383"/>
                  </a:lnTo>
                  <a:lnTo>
                    <a:pt x="20193" y="16383"/>
                  </a:lnTo>
                  <a:lnTo>
                    <a:pt x="18097" y="15811"/>
                  </a:lnTo>
                  <a:lnTo>
                    <a:pt x="20320" y="16383"/>
                  </a:lnTo>
                  <a:lnTo>
                    <a:pt x="20320" y="1447"/>
                  </a:lnTo>
                  <a:lnTo>
                    <a:pt x="17018" y="0"/>
                  </a:lnTo>
                  <a:lnTo>
                    <a:pt x="14224" y="635"/>
                  </a:lnTo>
                  <a:lnTo>
                    <a:pt x="11557" y="0"/>
                  </a:lnTo>
                  <a:lnTo>
                    <a:pt x="5588" y="2540"/>
                  </a:lnTo>
                  <a:lnTo>
                    <a:pt x="1524" y="7493"/>
                  </a:lnTo>
                  <a:lnTo>
                    <a:pt x="1397" y="10414"/>
                  </a:lnTo>
                  <a:lnTo>
                    <a:pt x="1270" y="10642"/>
                  </a:lnTo>
                  <a:lnTo>
                    <a:pt x="1270" y="13462"/>
                  </a:lnTo>
                  <a:lnTo>
                    <a:pt x="1270" y="16383"/>
                  </a:lnTo>
                  <a:lnTo>
                    <a:pt x="1143" y="14097"/>
                  </a:lnTo>
                  <a:lnTo>
                    <a:pt x="1270" y="13462"/>
                  </a:lnTo>
                  <a:lnTo>
                    <a:pt x="1270" y="10642"/>
                  </a:lnTo>
                  <a:lnTo>
                    <a:pt x="0" y="12827"/>
                  </a:lnTo>
                  <a:lnTo>
                    <a:pt x="889" y="19304"/>
                  </a:lnTo>
                  <a:lnTo>
                    <a:pt x="1778" y="20193"/>
                  </a:lnTo>
                  <a:lnTo>
                    <a:pt x="1651" y="19304"/>
                  </a:lnTo>
                  <a:lnTo>
                    <a:pt x="1574" y="19050"/>
                  </a:lnTo>
                  <a:lnTo>
                    <a:pt x="1397" y="18415"/>
                  </a:lnTo>
                  <a:lnTo>
                    <a:pt x="1397" y="17780"/>
                  </a:lnTo>
                  <a:lnTo>
                    <a:pt x="1524" y="18669"/>
                  </a:lnTo>
                  <a:lnTo>
                    <a:pt x="1473" y="18288"/>
                  </a:lnTo>
                  <a:lnTo>
                    <a:pt x="1435" y="17995"/>
                  </a:lnTo>
                  <a:lnTo>
                    <a:pt x="1651" y="18923"/>
                  </a:lnTo>
                  <a:lnTo>
                    <a:pt x="1778" y="17907"/>
                  </a:lnTo>
                  <a:lnTo>
                    <a:pt x="6096" y="17907"/>
                  </a:lnTo>
                  <a:lnTo>
                    <a:pt x="8890" y="15113"/>
                  </a:lnTo>
                  <a:lnTo>
                    <a:pt x="14351" y="15240"/>
                  </a:lnTo>
                  <a:lnTo>
                    <a:pt x="15875" y="15240"/>
                  </a:lnTo>
                  <a:lnTo>
                    <a:pt x="17348" y="15621"/>
                  </a:lnTo>
                  <a:lnTo>
                    <a:pt x="16383" y="15621"/>
                  </a:lnTo>
                  <a:lnTo>
                    <a:pt x="19532" y="16433"/>
                  </a:lnTo>
                  <a:lnTo>
                    <a:pt x="25146" y="18923"/>
                  </a:lnTo>
                  <a:lnTo>
                    <a:pt x="26543" y="20066"/>
                  </a:lnTo>
                  <a:lnTo>
                    <a:pt x="26543" y="19431"/>
                  </a:lnTo>
                  <a:lnTo>
                    <a:pt x="26035" y="19177"/>
                  </a:lnTo>
                  <a:lnTo>
                    <a:pt x="25527" y="18796"/>
                  </a:lnTo>
                  <a:lnTo>
                    <a:pt x="26543" y="19431"/>
                  </a:lnTo>
                  <a:lnTo>
                    <a:pt x="26797" y="17907"/>
                  </a:lnTo>
                  <a:lnTo>
                    <a:pt x="26797" y="19050"/>
                  </a:lnTo>
                  <a:lnTo>
                    <a:pt x="26924" y="18542"/>
                  </a:lnTo>
                  <a:lnTo>
                    <a:pt x="26924" y="19685"/>
                  </a:lnTo>
                  <a:lnTo>
                    <a:pt x="26797" y="19812"/>
                  </a:lnTo>
                  <a:lnTo>
                    <a:pt x="26797" y="19685"/>
                  </a:lnTo>
                  <a:lnTo>
                    <a:pt x="26670" y="20066"/>
                  </a:lnTo>
                  <a:lnTo>
                    <a:pt x="26797" y="20193"/>
                  </a:lnTo>
                  <a:lnTo>
                    <a:pt x="27051" y="20066"/>
                  </a:lnTo>
                  <a:lnTo>
                    <a:pt x="27178" y="19812"/>
                  </a:lnTo>
                  <a:lnTo>
                    <a:pt x="27686" y="19304"/>
                  </a:lnTo>
                  <a:lnTo>
                    <a:pt x="27813" y="18796"/>
                  </a:lnTo>
                  <a:lnTo>
                    <a:pt x="27940" y="17526"/>
                  </a:lnTo>
                  <a:lnTo>
                    <a:pt x="28575" y="12827"/>
                  </a:lnTo>
                  <a:close/>
                </a:path>
                <a:path w="29845" h="21589">
                  <a:moveTo>
                    <a:pt x="29464" y="21082"/>
                  </a:moveTo>
                  <a:lnTo>
                    <a:pt x="27178" y="19812"/>
                  </a:lnTo>
                  <a:lnTo>
                    <a:pt x="27051" y="20193"/>
                  </a:lnTo>
                  <a:lnTo>
                    <a:pt x="27686" y="21082"/>
                  </a:lnTo>
                  <a:lnTo>
                    <a:pt x="29464" y="210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26735" y="3534155"/>
            <a:ext cx="32003" cy="57912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5114544" y="378104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28829" y="10668"/>
                </a:moveTo>
                <a:lnTo>
                  <a:pt x="24511" y="4191"/>
                </a:lnTo>
                <a:lnTo>
                  <a:pt x="24003" y="4064"/>
                </a:lnTo>
                <a:lnTo>
                  <a:pt x="24003" y="8509"/>
                </a:lnTo>
                <a:lnTo>
                  <a:pt x="23622" y="7137"/>
                </a:lnTo>
                <a:lnTo>
                  <a:pt x="23622" y="10795"/>
                </a:lnTo>
                <a:lnTo>
                  <a:pt x="22860" y="13843"/>
                </a:lnTo>
                <a:lnTo>
                  <a:pt x="23368" y="11684"/>
                </a:lnTo>
                <a:lnTo>
                  <a:pt x="23622" y="10795"/>
                </a:lnTo>
                <a:lnTo>
                  <a:pt x="23622" y="7137"/>
                </a:lnTo>
                <a:lnTo>
                  <a:pt x="23241" y="5715"/>
                </a:lnTo>
                <a:lnTo>
                  <a:pt x="24003" y="8509"/>
                </a:lnTo>
                <a:lnTo>
                  <a:pt x="24003" y="4064"/>
                </a:lnTo>
                <a:lnTo>
                  <a:pt x="23114" y="3810"/>
                </a:lnTo>
                <a:lnTo>
                  <a:pt x="22606" y="3175"/>
                </a:lnTo>
                <a:lnTo>
                  <a:pt x="19431" y="2032"/>
                </a:lnTo>
                <a:lnTo>
                  <a:pt x="18415" y="1143"/>
                </a:lnTo>
                <a:lnTo>
                  <a:pt x="18161" y="889"/>
                </a:lnTo>
                <a:lnTo>
                  <a:pt x="14605" y="0"/>
                </a:lnTo>
                <a:lnTo>
                  <a:pt x="14224" y="127"/>
                </a:lnTo>
                <a:lnTo>
                  <a:pt x="14224" y="1905"/>
                </a:lnTo>
                <a:lnTo>
                  <a:pt x="11176" y="2794"/>
                </a:lnTo>
                <a:lnTo>
                  <a:pt x="11557" y="2667"/>
                </a:lnTo>
                <a:lnTo>
                  <a:pt x="14224" y="1905"/>
                </a:lnTo>
                <a:lnTo>
                  <a:pt x="14224" y="127"/>
                </a:lnTo>
                <a:lnTo>
                  <a:pt x="11303" y="1016"/>
                </a:lnTo>
                <a:lnTo>
                  <a:pt x="10795" y="1143"/>
                </a:lnTo>
                <a:lnTo>
                  <a:pt x="10668" y="1143"/>
                </a:lnTo>
                <a:lnTo>
                  <a:pt x="10541" y="1270"/>
                </a:lnTo>
                <a:lnTo>
                  <a:pt x="9753" y="1473"/>
                </a:lnTo>
                <a:lnTo>
                  <a:pt x="9753" y="26530"/>
                </a:lnTo>
                <a:lnTo>
                  <a:pt x="8509" y="26416"/>
                </a:lnTo>
                <a:lnTo>
                  <a:pt x="4953" y="25400"/>
                </a:lnTo>
                <a:lnTo>
                  <a:pt x="4064" y="24765"/>
                </a:lnTo>
                <a:lnTo>
                  <a:pt x="2794" y="22606"/>
                </a:lnTo>
                <a:lnTo>
                  <a:pt x="2159" y="18415"/>
                </a:lnTo>
                <a:lnTo>
                  <a:pt x="2159" y="17907"/>
                </a:lnTo>
                <a:lnTo>
                  <a:pt x="2159" y="17780"/>
                </a:lnTo>
                <a:lnTo>
                  <a:pt x="2095" y="16256"/>
                </a:lnTo>
                <a:lnTo>
                  <a:pt x="2095" y="17589"/>
                </a:lnTo>
                <a:lnTo>
                  <a:pt x="2032" y="17399"/>
                </a:lnTo>
                <a:lnTo>
                  <a:pt x="1778" y="16002"/>
                </a:lnTo>
                <a:lnTo>
                  <a:pt x="2095" y="17589"/>
                </a:lnTo>
                <a:lnTo>
                  <a:pt x="2095" y="16256"/>
                </a:lnTo>
                <a:lnTo>
                  <a:pt x="2032" y="14351"/>
                </a:lnTo>
                <a:lnTo>
                  <a:pt x="4826" y="9271"/>
                </a:lnTo>
                <a:lnTo>
                  <a:pt x="5232" y="8610"/>
                </a:lnTo>
                <a:lnTo>
                  <a:pt x="2286" y="14097"/>
                </a:lnTo>
                <a:lnTo>
                  <a:pt x="2159" y="14732"/>
                </a:lnTo>
                <a:lnTo>
                  <a:pt x="2286" y="18034"/>
                </a:lnTo>
                <a:lnTo>
                  <a:pt x="2159" y="17907"/>
                </a:lnTo>
                <a:lnTo>
                  <a:pt x="3175" y="19659"/>
                </a:lnTo>
                <a:lnTo>
                  <a:pt x="5689" y="24257"/>
                </a:lnTo>
                <a:lnTo>
                  <a:pt x="5461" y="24257"/>
                </a:lnTo>
                <a:lnTo>
                  <a:pt x="5969" y="24765"/>
                </a:lnTo>
                <a:lnTo>
                  <a:pt x="9296" y="26162"/>
                </a:lnTo>
                <a:lnTo>
                  <a:pt x="9486" y="26238"/>
                </a:lnTo>
                <a:lnTo>
                  <a:pt x="9753" y="26530"/>
                </a:lnTo>
                <a:lnTo>
                  <a:pt x="9753" y="1473"/>
                </a:lnTo>
                <a:lnTo>
                  <a:pt x="8001" y="1905"/>
                </a:lnTo>
                <a:lnTo>
                  <a:pt x="6858" y="3048"/>
                </a:lnTo>
                <a:lnTo>
                  <a:pt x="6858" y="4826"/>
                </a:lnTo>
                <a:lnTo>
                  <a:pt x="6273" y="5803"/>
                </a:lnTo>
                <a:lnTo>
                  <a:pt x="6273" y="7112"/>
                </a:lnTo>
                <a:lnTo>
                  <a:pt x="5969" y="7239"/>
                </a:lnTo>
                <a:lnTo>
                  <a:pt x="6096" y="7112"/>
                </a:lnTo>
                <a:lnTo>
                  <a:pt x="6223" y="7112"/>
                </a:lnTo>
                <a:lnTo>
                  <a:pt x="6273" y="5803"/>
                </a:lnTo>
                <a:lnTo>
                  <a:pt x="6096" y="6096"/>
                </a:lnTo>
                <a:lnTo>
                  <a:pt x="6604" y="5207"/>
                </a:lnTo>
                <a:lnTo>
                  <a:pt x="6858" y="4826"/>
                </a:lnTo>
                <a:lnTo>
                  <a:pt x="6858" y="3048"/>
                </a:lnTo>
                <a:lnTo>
                  <a:pt x="6096" y="3810"/>
                </a:lnTo>
                <a:lnTo>
                  <a:pt x="5969" y="3911"/>
                </a:lnTo>
                <a:lnTo>
                  <a:pt x="5969" y="5715"/>
                </a:lnTo>
                <a:lnTo>
                  <a:pt x="5715" y="5969"/>
                </a:lnTo>
                <a:lnTo>
                  <a:pt x="5207" y="6223"/>
                </a:lnTo>
                <a:lnTo>
                  <a:pt x="5588" y="5969"/>
                </a:lnTo>
                <a:lnTo>
                  <a:pt x="5969" y="5715"/>
                </a:lnTo>
                <a:lnTo>
                  <a:pt x="5969" y="3911"/>
                </a:lnTo>
                <a:lnTo>
                  <a:pt x="5207" y="4445"/>
                </a:lnTo>
                <a:lnTo>
                  <a:pt x="4699" y="4572"/>
                </a:lnTo>
                <a:lnTo>
                  <a:pt x="4445" y="4826"/>
                </a:lnTo>
                <a:lnTo>
                  <a:pt x="3937" y="5207"/>
                </a:lnTo>
                <a:lnTo>
                  <a:pt x="3683" y="6223"/>
                </a:lnTo>
                <a:lnTo>
                  <a:pt x="1778" y="9017"/>
                </a:lnTo>
                <a:lnTo>
                  <a:pt x="2184" y="8509"/>
                </a:lnTo>
                <a:lnTo>
                  <a:pt x="3175" y="7874"/>
                </a:lnTo>
                <a:lnTo>
                  <a:pt x="2286" y="8509"/>
                </a:lnTo>
                <a:lnTo>
                  <a:pt x="1778" y="9017"/>
                </a:lnTo>
                <a:lnTo>
                  <a:pt x="889" y="10668"/>
                </a:lnTo>
                <a:lnTo>
                  <a:pt x="787" y="11239"/>
                </a:lnTo>
                <a:lnTo>
                  <a:pt x="889" y="11811"/>
                </a:lnTo>
                <a:lnTo>
                  <a:pt x="1524" y="14605"/>
                </a:lnTo>
                <a:lnTo>
                  <a:pt x="1612" y="14224"/>
                </a:lnTo>
                <a:lnTo>
                  <a:pt x="1524" y="14681"/>
                </a:lnTo>
                <a:lnTo>
                  <a:pt x="762" y="17399"/>
                </a:lnTo>
                <a:lnTo>
                  <a:pt x="762" y="17780"/>
                </a:lnTo>
                <a:lnTo>
                  <a:pt x="1016" y="19431"/>
                </a:lnTo>
                <a:lnTo>
                  <a:pt x="635" y="17526"/>
                </a:lnTo>
                <a:lnTo>
                  <a:pt x="1397" y="14732"/>
                </a:lnTo>
                <a:lnTo>
                  <a:pt x="1270" y="13843"/>
                </a:lnTo>
                <a:lnTo>
                  <a:pt x="762" y="11557"/>
                </a:lnTo>
                <a:lnTo>
                  <a:pt x="635" y="13779"/>
                </a:lnTo>
                <a:lnTo>
                  <a:pt x="635" y="10922"/>
                </a:lnTo>
                <a:lnTo>
                  <a:pt x="1778" y="9017"/>
                </a:lnTo>
                <a:lnTo>
                  <a:pt x="127" y="11303"/>
                </a:lnTo>
                <a:lnTo>
                  <a:pt x="0" y="12319"/>
                </a:lnTo>
                <a:lnTo>
                  <a:pt x="508" y="16002"/>
                </a:lnTo>
                <a:lnTo>
                  <a:pt x="127" y="20828"/>
                </a:lnTo>
                <a:lnTo>
                  <a:pt x="1270" y="22225"/>
                </a:lnTo>
                <a:lnTo>
                  <a:pt x="1397" y="22987"/>
                </a:lnTo>
                <a:lnTo>
                  <a:pt x="3048" y="24384"/>
                </a:lnTo>
                <a:lnTo>
                  <a:pt x="4191" y="25654"/>
                </a:lnTo>
                <a:lnTo>
                  <a:pt x="4826" y="25781"/>
                </a:lnTo>
                <a:lnTo>
                  <a:pt x="6604" y="27178"/>
                </a:lnTo>
                <a:lnTo>
                  <a:pt x="6858" y="27178"/>
                </a:lnTo>
                <a:lnTo>
                  <a:pt x="8255" y="28321"/>
                </a:lnTo>
                <a:lnTo>
                  <a:pt x="16129" y="28448"/>
                </a:lnTo>
                <a:lnTo>
                  <a:pt x="16891" y="28702"/>
                </a:lnTo>
                <a:lnTo>
                  <a:pt x="17399" y="28575"/>
                </a:lnTo>
                <a:lnTo>
                  <a:pt x="20574" y="28575"/>
                </a:lnTo>
                <a:lnTo>
                  <a:pt x="26035" y="24384"/>
                </a:lnTo>
                <a:lnTo>
                  <a:pt x="26670" y="21082"/>
                </a:lnTo>
                <a:lnTo>
                  <a:pt x="28829" y="18034"/>
                </a:lnTo>
                <a:lnTo>
                  <a:pt x="28829" y="11684"/>
                </a:lnTo>
                <a:lnTo>
                  <a:pt x="28702" y="11557"/>
                </a:lnTo>
                <a:lnTo>
                  <a:pt x="27406" y="17449"/>
                </a:lnTo>
                <a:lnTo>
                  <a:pt x="28575" y="11811"/>
                </a:lnTo>
                <a:lnTo>
                  <a:pt x="28575" y="11391"/>
                </a:lnTo>
                <a:lnTo>
                  <a:pt x="28702" y="11557"/>
                </a:lnTo>
                <a:lnTo>
                  <a:pt x="28829" y="10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24116" y="3668267"/>
            <a:ext cx="38098" cy="65531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7018020" y="4141089"/>
            <a:ext cx="41275" cy="34925"/>
          </a:xfrm>
          <a:custGeom>
            <a:avLst/>
            <a:gdLst/>
            <a:ahLst/>
            <a:cxnLst/>
            <a:rect l="l" t="t" r="r" b="b"/>
            <a:pathLst>
              <a:path w="41275" h="34925">
                <a:moveTo>
                  <a:pt x="40767" y="18542"/>
                </a:moveTo>
                <a:lnTo>
                  <a:pt x="38481" y="14605"/>
                </a:lnTo>
                <a:lnTo>
                  <a:pt x="38227" y="12700"/>
                </a:lnTo>
                <a:lnTo>
                  <a:pt x="35433" y="8636"/>
                </a:lnTo>
                <a:lnTo>
                  <a:pt x="35090" y="8470"/>
                </a:lnTo>
                <a:lnTo>
                  <a:pt x="34582" y="7874"/>
                </a:lnTo>
                <a:lnTo>
                  <a:pt x="34163" y="7239"/>
                </a:lnTo>
                <a:lnTo>
                  <a:pt x="32486" y="6604"/>
                </a:lnTo>
                <a:lnTo>
                  <a:pt x="26797" y="4445"/>
                </a:lnTo>
                <a:lnTo>
                  <a:pt x="23622" y="4584"/>
                </a:lnTo>
                <a:lnTo>
                  <a:pt x="23622" y="6477"/>
                </a:lnTo>
                <a:lnTo>
                  <a:pt x="23545" y="5715"/>
                </a:lnTo>
                <a:lnTo>
                  <a:pt x="23545" y="5588"/>
                </a:lnTo>
                <a:lnTo>
                  <a:pt x="23571" y="5334"/>
                </a:lnTo>
                <a:lnTo>
                  <a:pt x="23596" y="4699"/>
                </a:lnTo>
                <a:lnTo>
                  <a:pt x="23622" y="4445"/>
                </a:lnTo>
                <a:lnTo>
                  <a:pt x="23431" y="4445"/>
                </a:lnTo>
                <a:lnTo>
                  <a:pt x="23431" y="6413"/>
                </a:lnTo>
                <a:lnTo>
                  <a:pt x="22479" y="6096"/>
                </a:lnTo>
                <a:lnTo>
                  <a:pt x="23114" y="5969"/>
                </a:lnTo>
                <a:lnTo>
                  <a:pt x="23114" y="5715"/>
                </a:lnTo>
                <a:lnTo>
                  <a:pt x="23190" y="6057"/>
                </a:lnTo>
                <a:lnTo>
                  <a:pt x="22606" y="6096"/>
                </a:lnTo>
                <a:lnTo>
                  <a:pt x="23431" y="6413"/>
                </a:lnTo>
                <a:lnTo>
                  <a:pt x="23431" y="4445"/>
                </a:lnTo>
                <a:lnTo>
                  <a:pt x="23114" y="4445"/>
                </a:lnTo>
                <a:lnTo>
                  <a:pt x="22606" y="4622"/>
                </a:lnTo>
                <a:lnTo>
                  <a:pt x="22313" y="4635"/>
                </a:lnTo>
                <a:lnTo>
                  <a:pt x="22225" y="4445"/>
                </a:lnTo>
                <a:lnTo>
                  <a:pt x="21209" y="2921"/>
                </a:lnTo>
                <a:lnTo>
                  <a:pt x="20828" y="2413"/>
                </a:lnTo>
                <a:lnTo>
                  <a:pt x="20828" y="4686"/>
                </a:lnTo>
                <a:lnTo>
                  <a:pt x="20828" y="5207"/>
                </a:lnTo>
                <a:lnTo>
                  <a:pt x="17780" y="4699"/>
                </a:lnTo>
                <a:lnTo>
                  <a:pt x="18034" y="4699"/>
                </a:lnTo>
                <a:lnTo>
                  <a:pt x="20828" y="5207"/>
                </a:lnTo>
                <a:lnTo>
                  <a:pt x="20828" y="4686"/>
                </a:lnTo>
                <a:lnTo>
                  <a:pt x="20701" y="2159"/>
                </a:lnTo>
                <a:lnTo>
                  <a:pt x="17526" y="635"/>
                </a:lnTo>
                <a:lnTo>
                  <a:pt x="16675" y="215"/>
                </a:lnTo>
                <a:lnTo>
                  <a:pt x="16675" y="7988"/>
                </a:lnTo>
                <a:lnTo>
                  <a:pt x="15240" y="8470"/>
                </a:lnTo>
                <a:lnTo>
                  <a:pt x="14833" y="8585"/>
                </a:lnTo>
                <a:lnTo>
                  <a:pt x="15024" y="8470"/>
                </a:lnTo>
                <a:lnTo>
                  <a:pt x="16675" y="7988"/>
                </a:lnTo>
                <a:lnTo>
                  <a:pt x="16675" y="215"/>
                </a:lnTo>
                <a:lnTo>
                  <a:pt x="16256" y="0"/>
                </a:lnTo>
                <a:lnTo>
                  <a:pt x="13970" y="266"/>
                </a:lnTo>
                <a:lnTo>
                  <a:pt x="13970" y="8890"/>
                </a:lnTo>
                <a:lnTo>
                  <a:pt x="13652" y="9017"/>
                </a:lnTo>
                <a:lnTo>
                  <a:pt x="13970" y="8890"/>
                </a:lnTo>
                <a:lnTo>
                  <a:pt x="13970" y="266"/>
                </a:lnTo>
                <a:lnTo>
                  <a:pt x="12954" y="381"/>
                </a:lnTo>
                <a:lnTo>
                  <a:pt x="11557" y="533"/>
                </a:lnTo>
                <a:lnTo>
                  <a:pt x="11557" y="23241"/>
                </a:lnTo>
                <a:lnTo>
                  <a:pt x="11557" y="23622"/>
                </a:lnTo>
                <a:lnTo>
                  <a:pt x="11430" y="23241"/>
                </a:lnTo>
                <a:lnTo>
                  <a:pt x="11557" y="23241"/>
                </a:lnTo>
                <a:lnTo>
                  <a:pt x="11557" y="533"/>
                </a:lnTo>
                <a:lnTo>
                  <a:pt x="10541" y="635"/>
                </a:lnTo>
                <a:lnTo>
                  <a:pt x="7112" y="1016"/>
                </a:lnTo>
                <a:lnTo>
                  <a:pt x="3683" y="3302"/>
                </a:lnTo>
                <a:lnTo>
                  <a:pt x="0" y="10033"/>
                </a:lnTo>
                <a:lnTo>
                  <a:pt x="0" y="14097"/>
                </a:lnTo>
                <a:lnTo>
                  <a:pt x="254" y="14605"/>
                </a:lnTo>
                <a:lnTo>
                  <a:pt x="254" y="17780"/>
                </a:lnTo>
                <a:lnTo>
                  <a:pt x="3302" y="22225"/>
                </a:lnTo>
                <a:lnTo>
                  <a:pt x="8128" y="24130"/>
                </a:lnTo>
                <a:lnTo>
                  <a:pt x="8737" y="24384"/>
                </a:lnTo>
                <a:lnTo>
                  <a:pt x="10414" y="24384"/>
                </a:lnTo>
                <a:lnTo>
                  <a:pt x="12954" y="24384"/>
                </a:lnTo>
                <a:lnTo>
                  <a:pt x="12954" y="24765"/>
                </a:lnTo>
                <a:lnTo>
                  <a:pt x="10414" y="24765"/>
                </a:lnTo>
                <a:lnTo>
                  <a:pt x="9652" y="24765"/>
                </a:lnTo>
                <a:lnTo>
                  <a:pt x="9245" y="24765"/>
                </a:lnTo>
                <a:lnTo>
                  <a:pt x="11303" y="26035"/>
                </a:lnTo>
                <a:lnTo>
                  <a:pt x="12700" y="28067"/>
                </a:lnTo>
                <a:lnTo>
                  <a:pt x="13081" y="29718"/>
                </a:lnTo>
                <a:lnTo>
                  <a:pt x="14351" y="30480"/>
                </a:lnTo>
                <a:lnTo>
                  <a:pt x="19939" y="34163"/>
                </a:lnTo>
                <a:lnTo>
                  <a:pt x="20167" y="34163"/>
                </a:lnTo>
                <a:lnTo>
                  <a:pt x="20955" y="34036"/>
                </a:lnTo>
                <a:lnTo>
                  <a:pt x="21590" y="34544"/>
                </a:lnTo>
                <a:lnTo>
                  <a:pt x="28956" y="34544"/>
                </a:lnTo>
                <a:lnTo>
                  <a:pt x="31623" y="32258"/>
                </a:lnTo>
                <a:lnTo>
                  <a:pt x="34417" y="31877"/>
                </a:lnTo>
                <a:lnTo>
                  <a:pt x="37642" y="27813"/>
                </a:lnTo>
                <a:lnTo>
                  <a:pt x="38760" y="26416"/>
                </a:lnTo>
                <a:lnTo>
                  <a:pt x="38862" y="26289"/>
                </a:lnTo>
                <a:lnTo>
                  <a:pt x="39179" y="26035"/>
                </a:lnTo>
                <a:lnTo>
                  <a:pt x="15240" y="26035"/>
                </a:lnTo>
                <a:lnTo>
                  <a:pt x="13970" y="26035"/>
                </a:lnTo>
                <a:lnTo>
                  <a:pt x="13970" y="26289"/>
                </a:lnTo>
                <a:lnTo>
                  <a:pt x="13970" y="26035"/>
                </a:lnTo>
                <a:lnTo>
                  <a:pt x="13589" y="26035"/>
                </a:lnTo>
                <a:lnTo>
                  <a:pt x="12954" y="26035"/>
                </a:lnTo>
                <a:lnTo>
                  <a:pt x="12954" y="26670"/>
                </a:lnTo>
                <a:lnTo>
                  <a:pt x="12192" y="26416"/>
                </a:lnTo>
                <a:lnTo>
                  <a:pt x="12141" y="26174"/>
                </a:lnTo>
                <a:lnTo>
                  <a:pt x="12954" y="26670"/>
                </a:lnTo>
                <a:lnTo>
                  <a:pt x="12954" y="26035"/>
                </a:lnTo>
                <a:lnTo>
                  <a:pt x="12319" y="26035"/>
                </a:lnTo>
                <a:lnTo>
                  <a:pt x="11798" y="25781"/>
                </a:lnTo>
                <a:lnTo>
                  <a:pt x="12090" y="25781"/>
                </a:lnTo>
                <a:lnTo>
                  <a:pt x="12065" y="25527"/>
                </a:lnTo>
                <a:lnTo>
                  <a:pt x="12141" y="25781"/>
                </a:lnTo>
                <a:lnTo>
                  <a:pt x="12954" y="25781"/>
                </a:lnTo>
                <a:lnTo>
                  <a:pt x="13970" y="25781"/>
                </a:lnTo>
                <a:lnTo>
                  <a:pt x="15240" y="25781"/>
                </a:lnTo>
                <a:lnTo>
                  <a:pt x="39497" y="25781"/>
                </a:lnTo>
                <a:lnTo>
                  <a:pt x="40767" y="185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022465" y="3915155"/>
            <a:ext cx="31750" cy="31115"/>
          </a:xfrm>
          <a:custGeom>
            <a:avLst/>
            <a:gdLst/>
            <a:ahLst/>
            <a:cxnLst/>
            <a:rect l="l" t="t" r="r" b="b"/>
            <a:pathLst>
              <a:path w="31750" h="31114">
                <a:moveTo>
                  <a:pt x="7111" y="4064"/>
                </a:moveTo>
                <a:lnTo>
                  <a:pt x="761" y="9652"/>
                </a:lnTo>
                <a:lnTo>
                  <a:pt x="126" y="16129"/>
                </a:lnTo>
                <a:lnTo>
                  <a:pt x="0" y="17653"/>
                </a:lnTo>
                <a:lnTo>
                  <a:pt x="1777" y="19939"/>
                </a:lnTo>
                <a:lnTo>
                  <a:pt x="2793" y="23495"/>
                </a:lnTo>
                <a:lnTo>
                  <a:pt x="6603" y="25908"/>
                </a:lnTo>
                <a:lnTo>
                  <a:pt x="9369" y="29464"/>
                </a:lnTo>
                <a:lnTo>
                  <a:pt x="9927" y="29464"/>
                </a:lnTo>
                <a:lnTo>
                  <a:pt x="13864" y="30226"/>
                </a:lnTo>
                <a:lnTo>
                  <a:pt x="13411" y="30226"/>
                </a:lnTo>
                <a:lnTo>
                  <a:pt x="14224" y="30734"/>
                </a:lnTo>
                <a:lnTo>
                  <a:pt x="16636" y="30734"/>
                </a:lnTo>
                <a:lnTo>
                  <a:pt x="17525" y="30226"/>
                </a:lnTo>
                <a:lnTo>
                  <a:pt x="21843" y="29464"/>
                </a:lnTo>
                <a:lnTo>
                  <a:pt x="24637" y="26035"/>
                </a:lnTo>
                <a:lnTo>
                  <a:pt x="27177" y="24511"/>
                </a:lnTo>
                <a:lnTo>
                  <a:pt x="27685" y="24384"/>
                </a:lnTo>
                <a:lnTo>
                  <a:pt x="27812" y="24130"/>
                </a:lnTo>
                <a:lnTo>
                  <a:pt x="28066" y="24003"/>
                </a:lnTo>
                <a:lnTo>
                  <a:pt x="7111" y="24003"/>
                </a:lnTo>
                <a:lnTo>
                  <a:pt x="5460" y="18288"/>
                </a:lnTo>
                <a:lnTo>
                  <a:pt x="5333" y="17653"/>
                </a:lnTo>
                <a:lnTo>
                  <a:pt x="7111" y="17653"/>
                </a:lnTo>
                <a:lnTo>
                  <a:pt x="7111" y="4064"/>
                </a:lnTo>
                <a:close/>
              </a:path>
              <a:path w="31750" h="31114">
                <a:moveTo>
                  <a:pt x="7111" y="17653"/>
                </a:moveTo>
                <a:lnTo>
                  <a:pt x="5333" y="17653"/>
                </a:lnTo>
                <a:lnTo>
                  <a:pt x="7111" y="24003"/>
                </a:lnTo>
                <a:lnTo>
                  <a:pt x="7111" y="17653"/>
                </a:lnTo>
                <a:close/>
              </a:path>
              <a:path w="31750" h="31114">
                <a:moveTo>
                  <a:pt x="19684" y="0"/>
                </a:moveTo>
                <a:lnTo>
                  <a:pt x="11429" y="0"/>
                </a:lnTo>
                <a:lnTo>
                  <a:pt x="7111" y="4064"/>
                </a:lnTo>
                <a:lnTo>
                  <a:pt x="7111" y="24003"/>
                </a:lnTo>
                <a:lnTo>
                  <a:pt x="26288" y="24003"/>
                </a:lnTo>
                <a:lnTo>
                  <a:pt x="29487" y="19939"/>
                </a:lnTo>
                <a:lnTo>
                  <a:pt x="29590" y="8763"/>
                </a:lnTo>
                <a:lnTo>
                  <a:pt x="28828" y="8128"/>
                </a:lnTo>
                <a:lnTo>
                  <a:pt x="28320" y="6096"/>
                </a:lnTo>
                <a:lnTo>
                  <a:pt x="23494" y="3302"/>
                </a:lnTo>
                <a:lnTo>
                  <a:pt x="23204" y="3048"/>
                </a:lnTo>
                <a:lnTo>
                  <a:pt x="19557" y="3048"/>
                </a:lnTo>
                <a:lnTo>
                  <a:pt x="21488" y="2540"/>
                </a:lnTo>
                <a:lnTo>
                  <a:pt x="21970" y="2540"/>
                </a:lnTo>
                <a:lnTo>
                  <a:pt x="21970" y="2032"/>
                </a:lnTo>
                <a:lnTo>
                  <a:pt x="19684" y="0"/>
                </a:lnTo>
                <a:close/>
              </a:path>
              <a:path w="31750" h="31114">
                <a:moveTo>
                  <a:pt x="29590" y="8763"/>
                </a:moveTo>
                <a:lnTo>
                  <a:pt x="29490" y="19939"/>
                </a:lnTo>
                <a:lnTo>
                  <a:pt x="26627" y="23495"/>
                </a:lnTo>
                <a:lnTo>
                  <a:pt x="26288" y="24003"/>
                </a:lnTo>
                <a:lnTo>
                  <a:pt x="28066" y="24003"/>
                </a:lnTo>
                <a:lnTo>
                  <a:pt x="28270" y="23495"/>
                </a:lnTo>
                <a:lnTo>
                  <a:pt x="31368" y="18288"/>
                </a:lnTo>
                <a:lnTo>
                  <a:pt x="31241" y="17653"/>
                </a:lnTo>
                <a:lnTo>
                  <a:pt x="30606" y="9652"/>
                </a:lnTo>
                <a:lnTo>
                  <a:pt x="29590" y="8763"/>
                </a:lnTo>
                <a:close/>
              </a:path>
              <a:path w="31750" h="31114">
                <a:moveTo>
                  <a:pt x="21970" y="2032"/>
                </a:moveTo>
                <a:lnTo>
                  <a:pt x="21970" y="2540"/>
                </a:lnTo>
                <a:lnTo>
                  <a:pt x="21462" y="2540"/>
                </a:lnTo>
                <a:lnTo>
                  <a:pt x="19557" y="3048"/>
                </a:lnTo>
                <a:lnTo>
                  <a:pt x="23204" y="3048"/>
                </a:lnTo>
                <a:lnTo>
                  <a:pt x="22624" y="2540"/>
                </a:lnTo>
                <a:lnTo>
                  <a:pt x="21970" y="2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9858" y="940561"/>
            <a:ext cx="2141855" cy="2468245"/>
            <a:chOff x="3689858" y="940561"/>
            <a:chExt cx="2141855" cy="2468245"/>
          </a:xfrm>
        </p:grpSpPr>
        <p:sp>
          <p:nvSpPr>
            <p:cNvPr id="3" name="object 3"/>
            <p:cNvSpPr/>
            <p:nvPr/>
          </p:nvSpPr>
          <p:spPr>
            <a:xfrm>
              <a:off x="4126992" y="1159763"/>
              <a:ext cx="1323975" cy="2040889"/>
            </a:xfrm>
            <a:custGeom>
              <a:avLst/>
              <a:gdLst/>
              <a:ahLst/>
              <a:cxnLst/>
              <a:rect l="l" t="t" r="r" b="b"/>
              <a:pathLst>
                <a:path w="1323975" h="2040889">
                  <a:moveTo>
                    <a:pt x="1249045" y="0"/>
                  </a:moveTo>
                  <a:lnTo>
                    <a:pt x="1174496" y="17525"/>
                  </a:lnTo>
                  <a:lnTo>
                    <a:pt x="1192784" y="39497"/>
                  </a:lnTo>
                  <a:lnTo>
                    <a:pt x="0" y="1033526"/>
                  </a:lnTo>
                  <a:lnTo>
                    <a:pt x="3683" y="1037971"/>
                  </a:lnTo>
                  <a:lnTo>
                    <a:pt x="3683" y="1038478"/>
                  </a:lnTo>
                  <a:lnTo>
                    <a:pt x="508" y="1043305"/>
                  </a:lnTo>
                  <a:lnTo>
                    <a:pt x="332740" y="1254633"/>
                  </a:lnTo>
                  <a:lnTo>
                    <a:pt x="4699" y="1667637"/>
                  </a:lnTo>
                  <a:lnTo>
                    <a:pt x="9017" y="1671065"/>
                  </a:lnTo>
                  <a:lnTo>
                    <a:pt x="7493" y="1676400"/>
                  </a:lnTo>
                  <a:lnTo>
                    <a:pt x="1193038" y="2013077"/>
                  </a:lnTo>
                  <a:lnTo>
                    <a:pt x="1185291" y="2040509"/>
                  </a:lnTo>
                  <a:lnTo>
                    <a:pt x="1260602" y="2026285"/>
                  </a:lnTo>
                  <a:lnTo>
                    <a:pt x="1233992" y="2002028"/>
                  </a:lnTo>
                  <a:lnTo>
                    <a:pt x="1196213" y="2002028"/>
                  </a:lnTo>
                  <a:lnTo>
                    <a:pt x="32638" y="1671701"/>
                  </a:lnTo>
                  <a:lnTo>
                    <a:pt x="91128" y="1658874"/>
                  </a:lnTo>
                  <a:lnTo>
                    <a:pt x="37084" y="1658874"/>
                  </a:lnTo>
                  <a:lnTo>
                    <a:pt x="57489" y="1645031"/>
                  </a:lnTo>
                  <a:lnTo>
                    <a:pt x="37084" y="1645031"/>
                  </a:lnTo>
                  <a:lnTo>
                    <a:pt x="342392" y="1260856"/>
                  </a:lnTo>
                  <a:lnTo>
                    <a:pt x="363798" y="1260856"/>
                  </a:lnTo>
                  <a:lnTo>
                    <a:pt x="349631" y="1251839"/>
                  </a:lnTo>
                  <a:lnTo>
                    <a:pt x="354564" y="1245615"/>
                  </a:lnTo>
                  <a:lnTo>
                    <a:pt x="339852" y="1245615"/>
                  </a:lnTo>
                  <a:lnTo>
                    <a:pt x="39750" y="1054735"/>
                  </a:lnTo>
                  <a:lnTo>
                    <a:pt x="81459" y="1054735"/>
                  </a:lnTo>
                  <a:lnTo>
                    <a:pt x="24384" y="1038478"/>
                  </a:lnTo>
                  <a:lnTo>
                    <a:pt x="73885" y="1026033"/>
                  </a:lnTo>
                  <a:lnTo>
                    <a:pt x="26797" y="1026033"/>
                  </a:lnTo>
                  <a:lnTo>
                    <a:pt x="1200150" y="48260"/>
                  </a:lnTo>
                  <a:lnTo>
                    <a:pt x="1227978" y="48260"/>
                  </a:lnTo>
                  <a:lnTo>
                    <a:pt x="1235075" y="32131"/>
                  </a:lnTo>
                  <a:lnTo>
                    <a:pt x="1249045" y="0"/>
                  </a:lnTo>
                  <a:close/>
                </a:path>
                <a:path w="1323975" h="2040889">
                  <a:moveTo>
                    <a:pt x="1203960" y="1974596"/>
                  </a:moveTo>
                  <a:lnTo>
                    <a:pt x="1196213" y="2002028"/>
                  </a:lnTo>
                  <a:lnTo>
                    <a:pt x="1233992" y="2002028"/>
                  </a:lnTo>
                  <a:lnTo>
                    <a:pt x="1203960" y="1974596"/>
                  </a:lnTo>
                  <a:close/>
                </a:path>
                <a:path w="1323975" h="2040889">
                  <a:moveTo>
                    <a:pt x="764668" y="1515872"/>
                  </a:moveTo>
                  <a:lnTo>
                    <a:pt x="743204" y="1515872"/>
                  </a:lnTo>
                  <a:lnTo>
                    <a:pt x="1263015" y="1846580"/>
                  </a:lnTo>
                  <a:lnTo>
                    <a:pt x="1247775" y="1870583"/>
                  </a:lnTo>
                  <a:lnTo>
                    <a:pt x="1323848" y="1878584"/>
                  </a:lnTo>
                  <a:lnTo>
                    <a:pt x="1308354" y="1852676"/>
                  </a:lnTo>
                  <a:lnTo>
                    <a:pt x="1298798" y="1836801"/>
                  </a:lnTo>
                  <a:lnTo>
                    <a:pt x="1269111" y="1836801"/>
                  </a:lnTo>
                  <a:lnTo>
                    <a:pt x="764668" y="1515872"/>
                  </a:lnTo>
                  <a:close/>
                </a:path>
                <a:path w="1323975" h="2040889">
                  <a:moveTo>
                    <a:pt x="1284351" y="1812798"/>
                  </a:moveTo>
                  <a:lnTo>
                    <a:pt x="1269111" y="1836801"/>
                  </a:lnTo>
                  <a:lnTo>
                    <a:pt x="1298798" y="1836801"/>
                  </a:lnTo>
                  <a:lnTo>
                    <a:pt x="1284351" y="1812798"/>
                  </a:lnTo>
                  <a:close/>
                </a:path>
                <a:path w="1323975" h="2040889">
                  <a:moveTo>
                    <a:pt x="729488" y="1493520"/>
                  </a:moveTo>
                  <a:lnTo>
                    <a:pt x="729488" y="1507109"/>
                  </a:lnTo>
                  <a:lnTo>
                    <a:pt x="37084" y="1658874"/>
                  </a:lnTo>
                  <a:lnTo>
                    <a:pt x="91128" y="1658874"/>
                  </a:lnTo>
                  <a:lnTo>
                    <a:pt x="743204" y="1515872"/>
                  </a:lnTo>
                  <a:lnTo>
                    <a:pt x="764668" y="1515872"/>
                  </a:lnTo>
                  <a:lnTo>
                    <a:pt x="759079" y="1512315"/>
                  </a:lnTo>
                  <a:lnTo>
                    <a:pt x="798480" y="1503680"/>
                  </a:lnTo>
                  <a:lnTo>
                    <a:pt x="745363" y="1503680"/>
                  </a:lnTo>
                  <a:lnTo>
                    <a:pt x="729488" y="1493520"/>
                  </a:lnTo>
                  <a:close/>
                </a:path>
                <a:path w="1323975" h="2040889">
                  <a:moveTo>
                    <a:pt x="477138" y="1332991"/>
                  </a:moveTo>
                  <a:lnTo>
                    <a:pt x="477138" y="1346581"/>
                  </a:lnTo>
                  <a:lnTo>
                    <a:pt x="37084" y="1645031"/>
                  </a:lnTo>
                  <a:lnTo>
                    <a:pt x="57489" y="1645031"/>
                  </a:lnTo>
                  <a:lnTo>
                    <a:pt x="487680" y="1353185"/>
                  </a:lnTo>
                  <a:lnTo>
                    <a:pt x="508944" y="1353185"/>
                  </a:lnTo>
                  <a:lnTo>
                    <a:pt x="497967" y="1346200"/>
                  </a:lnTo>
                  <a:lnTo>
                    <a:pt x="507706" y="1339596"/>
                  </a:lnTo>
                  <a:lnTo>
                    <a:pt x="487425" y="1339596"/>
                  </a:lnTo>
                  <a:lnTo>
                    <a:pt x="477138" y="1332991"/>
                  </a:lnTo>
                  <a:close/>
                </a:path>
                <a:path w="1323975" h="2040889">
                  <a:moveTo>
                    <a:pt x="508944" y="1353185"/>
                  </a:moveTo>
                  <a:lnTo>
                    <a:pt x="487680" y="1353185"/>
                  </a:lnTo>
                  <a:lnTo>
                    <a:pt x="729488" y="1507109"/>
                  </a:lnTo>
                  <a:lnTo>
                    <a:pt x="729488" y="1493520"/>
                  </a:lnTo>
                  <a:lnTo>
                    <a:pt x="508944" y="1353185"/>
                  </a:lnTo>
                  <a:close/>
                </a:path>
                <a:path w="1323975" h="2040889">
                  <a:moveTo>
                    <a:pt x="1190117" y="1370330"/>
                  </a:moveTo>
                  <a:lnTo>
                    <a:pt x="1190117" y="1395349"/>
                  </a:lnTo>
                  <a:lnTo>
                    <a:pt x="1186942" y="1406778"/>
                  </a:lnTo>
                  <a:lnTo>
                    <a:pt x="745363" y="1503680"/>
                  </a:lnTo>
                  <a:lnTo>
                    <a:pt x="798480" y="1503680"/>
                  </a:lnTo>
                  <a:lnTo>
                    <a:pt x="1194816" y="1416812"/>
                  </a:lnTo>
                  <a:lnTo>
                    <a:pt x="1235506" y="1416812"/>
                  </a:lnTo>
                  <a:lnTo>
                    <a:pt x="1260602" y="1396491"/>
                  </a:lnTo>
                  <a:lnTo>
                    <a:pt x="1261248" y="1396491"/>
                  </a:lnTo>
                  <a:lnTo>
                    <a:pt x="1234766" y="1372235"/>
                  </a:lnTo>
                  <a:lnTo>
                    <a:pt x="1196721" y="1372235"/>
                  </a:lnTo>
                  <a:lnTo>
                    <a:pt x="1190117" y="1370330"/>
                  </a:lnTo>
                  <a:close/>
                </a:path>
                <a:path w="1323975" h="2040889">
                  <a:moveTo>
                    <a:pt x="1235506" y="1416812"/>
                  </a:moveTo>
                  <a:lnTo>
                    <a:pt x="1194816" y="1416812"/>
                  </a:lnTo>
                  <a:lnTo>
                    <a:pt x="1201039" y="1444625"/>
                  </a:lnTo>
                  <a:lnTo>
                    <a:pt x="1235506" y="1416812"/>
                  </a:lnTo>
                  <a:close/>
                </a:path>
                <a:path w="1323975" h="2040889">
                  <a:moveTo>
                    <a:pt x="706987" y="1232789"/>
                  </a:moveTo>
                  <a:lnTo>
                    <a:pt x="665226" y="1232789"/>
                  </a:lnTo>
                  <a:lnTo>
                    <a:pt x="1187069" y="1381252"/>
                  </a:lnTo>
                  <a:lnTo>
                    <a:pt x="1190117" y="1395349"/>
                  </a:lnTo>
                  <a:lnTo>
                    <a:pt x="1190117" y="1370330"/>
                  </a:lnTo>
                  <a:lnTo>
                    <a:pt x="706987" y="1232789"/>
                  </a:lnTo>
                  <a:close/>
                </a:path>
                <a:path w="1323975" h="2040889">
                  <a:moveTo>
                    <a:pt x="1204595" y="1344676"/>
                  </a:moveTo>
                  <a:lnTo>
                    <a:pt x="1196721" y="1372235"/>
                  </a:lnTo>
                  <a:lnTo>
                    <a:pt x="1234766" y="1372235"/>
                  </a:lnTo>
                  <a:lnTo>
                    <a:pt x="1204595" y="1344676"/>
                  </a:lnTo>
                  <a:close/>
                </a:path>
                <a:path w="1323975" h="2040889">
                  <a:moveTo>
                    <a:pt x="363798" y="1260856"/>
                  </a:moveTo>
                  <a:lnTo>
                    <a:pt x="342392" y="1260856"/>
                  </a:lnTo>
                  <a:lnTo>
                    <a:pt x="477138" y="1346581"/>
                  </a:lnTo>
                  <a:lnTo>
                    <a:pt x="477138" y="1332991"/>
                  </a:lnTo>
                  <a:lnTo>
                    <a:pt x="363798" y="1260856"/>
                  </a:lnTo>
                  <a:close/>
                </a:path>
                <a:path w="1323975" h="2040889">
                  <a:moveTo>
                    <a:pt x="650875" y="1216787"/>
                  </a:moveTo>
                  <a:lnTo>
                    <a:pt x="650875" y="1228725"/>
                  </a:lnTo>
                  <a:lnTo>
                    <a:pt x="487425" y="1339596"/>
                  </a:lnTo>
                  <a:lnTo>
                    <a:pt x="507706" y="1339596"/>
                  </a:lnTo>
                  <a:lnTo>
                    <a:pt x="665226" y="1232789"/>
                  </a:lnTo>
                  <a:lnTo>
                    <a:pt x="706987" y="1232789"/>
                  </a:lnTo>
                  <a:lnTo>
                    <a:pt x="677545" y="1224407"/>
                  </a:lnTo>
                  <a:lnTo>
                    <a:pt x="683532" y="1220343"/>
                  </a:lnTo>
                  <a:lnTo>
                    <a:pt x="663194" y="1220343"/>
                  </a:lnTo>
                  <a:lnTo>
                    <a:pt x="650875" y="1216787"/>
                  </a:lnTo>
                  <a:close/>
                </a:path>
                <a:path w="1323975" h="2040889">
                  <a:moveTo>
                    <a:pt x="408305" y="1147826"/>
                  </a:moveTo>
                  <a:lnTo>
                    <a:pt x="408305" y="1159637"/>
                  </a:lnTo>
                  <a:lnTo>
                    <a:pt x="339852" y="1245615"/>
                  </a:lnTo>
                  <a:lnTo>
                    <a:pt x="354564" y="1245615"/>
                  </a:lnTo>
                  <a:lnTo>
                    <a:pt x="420116" y="1162939"/>
                  </a:lnTo>
                  <a:lnTo>
                    <a:pt x="461760" y="1162939"/>
                  </a:lnTo>
                  <a:lnTo>
                    <a:pt x="427863" y="1153287"/>
                  </a:lnTo>
                  <a:lnTo>
                    <a:pt x="430486" y="1149985"/>
                  </a:lnTo>
                  <a:lnTo>
                    <a:pt x="415925" y="1149985"/>
                  </a:lnTo>
                  <a:lnTo>
                    <a:pt x="408305" y="1147826"/>
                  </a:lnTo>
                  <a:close/>
                </a:path>
                <a:path w="1323975" h="2040889">
                  <a:moveTo>
                    <a:pt x="461760" y="1162939"/>
                  </a:moveTo>
                  <a:lnTo>
                    <a:pt x="420116" y="1162939"/>
                  </a:lnTo>
                  <a:lnTo>
                    <a:pt x="650875" y="1228725"/>
                  </a:lnTo>
                  <a:lnTo>
                    <a:pt x="650875" y="1216787"/>
                  </a:lnTo>
                  <a:lnTo>
                    <a:pt x="461760" y="1162939"/>
                  </a:lnTo>
                  <a:close/>
                </a:path>
                <a:path w="1323975" h="2040889">
                  <a:moveTo>
                    <a:pt x="1248664" y="829945"/>
                  </a:moveTo>
                  <a:lnTo>
                    <a:pt x="1172718" y="839977"/>
                  </a:lnTo>
                  <a:lnTo>
                    <a:pt x="1188720" y="863726"/>
                  </a:lnTo>
                  <a:lnTo>
                    <a:pt x="663194" y="1220343"/>
                  </a:lnTo>
                  <a:lnTo>
                    <a:pt x="683532" y="1220343"/>
                  </a:lnTo>
                  <a:lnTo>
                    <a:pt x="1195070" y="873125"/>
                  </a:lnTo>
                  <a:lnTo>
                    <a:pt x="1224443" y="873125"/>
                  </a:lnTo>
                  <a:lnTo>
                    <a:pt x="1233297" y="857250"/>
                  </a:lnTo>
                  <a:lnTo>
                    <a:pt x="1248664" y="829945"/>
                  </a:lnTo>
                  <a:close/>
                </a:path>
                <a:path w="1323975" h="2040889">
                  <a:moveTo>
                    <a:pt x="81459" y="1054735"/>
                  </a:moveTo>
                  <a:lnTo>
                    <a:pt x="39750" y="1054735"/>
                  </a:lnTo>
                  <a:lnTo>
                    <a:pt x="408305" y="1159637"/>
                  </a:lnTo>
                  <a:lnTo>
                    <a:pt x="408305" y="1147826"/>
                  </a:lnTo>
                  <a:lnTo>
                    <a:pt x="81459" y="1054735"/>
                  </a:lnTo>
                  <a:close/>
                </a:path>
                <a:path w="1323975" h="2040889">
                  <a:moveTo>
                    <a:pt x="1248664" y="111125"/>
                  </a:moveTo>
                  <a:lnTo>
                    <a:pt x="1179195" y="143510"/>
                  </a:lnTo>
                  <a:lnTo>
                    <a:pt x="1201547" y="161289"/>
                  </a:lnTo>
                  <a:lnTo>
                    <a:pt x="636143" y="872871"/>
                  </a:lnTo>
                  <a:lnTo>
                    <a:pt x="624459" y="875791"/>
                  </a:lnTo>
                  <a:lnTo>
                    <a:pt x="624459" y="887602"/>
                  </a:lnTo>
                  <a:lnTo>
                    <a:pt x="415925" y="1149985"/>
                  </a:lnTo>
                  <a:lnTo>
                    <a:pt x="430486" y="1149985"/>
                  </a:lnTo>
                  <a:lnTo>
                    <a:pt x="642620" y="883031"/>
                  </a:lnTo>
                  <a:lnTo>
                    <a:pt x="701185" y="868299"/>
                  </a:lnTo>
                  <a:lnTo>
                    <a:pt x="654304" y="868299"/>
                  </a:lnTo>
                  <a:lnTo>
                    <a:pt x="1210437" y="168401"/>
                  </a:lnTo>
                  <a:lnTo>
                    <a:pt x="1236505" y="168401"/>
                  </a:lnTo>
                  <a:lnTo>
                    <a:pt x="1239901" y="152273"/>
                  </a:lnTo>
                  <a:lnTo>
                    <a:pt x="1248664" y="111125"/>
                  </a:lnTo>
                  <a:close/>
                </a:path>
                <a:path w="1323975" h="2040889">
                  <a:moveTo>
                    <a:pt x="624459" y="875791"/>
                  </a:moveTo>
                  <a:lnTo>
                    <a:pt x="26797" y="1026033"/>
                  </a:lnTo>
                  <a:lnTo>
                    <a:pt x="73885" y="1026033"/>
                  </a:lnTo>
                  <a:lnTo>
                    <a:pt x="624459" y="887602"/>
                  </a:lnTo>
                  <a:lnTo>
                    <a:pt x="624459" y="875791"/>
                  </a:lnTo>
                  <a:close/>
                </a:path>
                <a:path w="1323975" h="2040889">
                  <a:moveTo>
                    <a:pt x="1224443" y="873125"/>
                  </a:moveTo>
                  <a:lnTo>
                    <a:pt x="1195070" y="873125"/>
                  </a:lnTo>
                  <a:lnTo>
                    <a:pt x="1211199" y="896874"/>
                  </a:lnTo>
                  <a:lnTo>
                    <a:pt x="1224443" y="873125"/>
                  </a:lnTo>
                  <a:close/>
                </a:path>
                <a:path w="1323975" h="2040889">
                  <a:moveTo>
                    <a:pt x="1186307" y="704976"/>
                  </a:moveTo>
                  <a:lnTo>
                    <a:pt x="1193165" y="732789"/>
                  </a:lnTo>
                  <a:lnTo>
                    <a:pt x="654304" y="868299"/>
                  </a:lnTo>
                  <a:lnTo>
                    <a:pt x="701185" y="868299"/>
                  </a:lnTo>
                  <a:lnTo>
                    <a:pt x="1195959" y="743838"/>
                  </a:lnTo>
                  <a:lnTo>
                    <a:pt x="1235209" y="743838"/>
                  </a:lnTo>
                  <a:lnTo>
                    <a:pt x="1261110" y="721613"/>
                  </a:lnTo>
                  <a:lnTo>
                    <a:pt x="1186307" y="704976"/>
                  </a:lnTo>
                  <a:close/>
                </a:path>
                <a:path w="1323975" h="2040889">
                  <a:moveTo>
                    <a:pt x="1235209" y="743838"/>
                  </a:moveTo>
                  <a:lnTo>
                    <a:pt x="1195959" y="743838"/>
                  </a:lnTo>
                  <a:lnTo>
                    <a:pt x="1202944" y="771525"/>
                  </a:lnTo>
                  <a:lnTo>
                    <a:pt x="1235209" y="743838"/>
                  </a:lnTo>
                  <a:close/>
                </a:path>
                <a:path w="1323975" h="2040889">
                  <a:moveTo>
                    <a:pt x="1236505" y="168401"/>
                  </a:moveTo>
                  <a:lnTo>
                    <a:pt x="1210437" y="168401"/>
                  </a:lnTo>
                  <a:lnTo>
                    <a:pt x="1232789" y="186055"/>
                  </a:lnTo>
                  <a:lnTo>
                    <a:pt x="1236505" y="168401"/>
                  </a:lnTo>
                  <a:close/>
                </a:path>
                <a:path w="1323975" h="2040889">
                  <a:moveTo>
                    <a:pt x="1227978" y="48260"/>
                  </a:moveTo>
                  <a:lnTo>
                    <a:pt x="1200150" y="48260"/>
                  </a:lnTo>
                  <a:lnTo>
                    <a:pt x="1218311" y="70231"/>
                  </a:lnTo>
                  <a:lnTo>
                    <a:pt x="1227978" y="4826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02558" y="953261"/>
              <a:ext cx="2116455" cy="2442845"/>
            </a:xfrm>
            <a:custGeom>
              <a:avLst/>
              <a:gdLst/>
              <a:ahLst/>
              <a:cxnLst/>
              <a:rect l="l" t="t" r="r" b="b"/>
              <a:pathLst>
                <a:path w="2116454" h="2442845">
                  <a:moveTo>
                    <a:pt x="0" y="560959"/>
                  </a:moveTo>
                  <a:lnTo>
                    <a:pt x="4317" y="518922"/>
                  </a:lnTo>
                  <a:lnTo>
                    <a:pt x="16890" y="479805"/>
                  </a:lnTo>
                  <a:lnTo>
                    <a:pt x="36702" y="444373"/>
                  </a:lnTo>
                  <a:lnTo>
                    <a:pt x="62864" y="413512"/>
                  </a:lnTo>
                  <a:lnTo>
                    <a:pt x="94614" y="388112"/>
                  </a:lnTo>
                  <a:lnTo>
                    <a:pt x="131063" y="368808"/>
                  </a:lnTo>
                  <a:lnTo>
                    <a:pt x="171450" y="356742"/>
                  </a:lnTo>
                  <a:lnTo>
                    <a:pt x="214629" y="352425"/>
                  </a:lnTo>
                  <a:lnTo>
                    <a:pt x="257937" y="356742"/>
                  </a:lnTo>
                  <a:lnTo>
                    <a:pt x="298195" y="368808"/>
                  </a:lnTo>
                  <a:lnTo>
                    <a:pt x="334644" y="388112"/>
                  </a:lnTo>
                  <a:lnTo>
                    <a:pt x="366394" y="413512"/>
                  </a:lnTo>
                  <a:lnTo>
                    <a:pt x="392683" y="444373"/>
                  </a:lnTo>
                  <a:lnTo>
                    <a:pt x="412495" y="479805"/>
                  </a:lnTo>
                  <a:lnTo>
                    <a:pt x="424941" y="518922"/>
                  </a:lnTo>
                  <a:lnTo>
                    <a:pt x="429259" y="560959"/>
                  </a:lnTo>
                  <a:lnTo>
                    <a:pt x="424941" y="602996"/>
                  </a:lnTo>
                  <a:lnTo>
                    <a:pt x="412495" y="642112"/>
                  </a:lnTo>
                  <a:lnTo>
                    <a:pt x="392683" y="677417"/>
                  </a:lnTo>
                  <a:lnTo>
                    <a:pt x="366394" y="708278"/>
                  </a:lnTo>
                  <a:lnTo>
                    <a:pt x="334644" y="733805"/>
                  </a:lnTo>
                  <a:lnTo>
                    <a:pt x="298195" y="752983"/>
                  </a:lnTo>
                  <a:lnTo>
                    <a:pt x="257937" y="765175"/>
                  </a:lnTo>
                  <a:lnTo>
                    <a:pt x="214629" y="769365"/>
                  </a:lnTo>
                  <a:lnTo>
                    <a:pt x="171450" y="765175"/>
                  </a:lnTo>
                  <a:lnTo>
                    <a:pt x="131063" y="752983"/>
                  </a:lnTo>
                  <a:lnTo>
                    <a:pt x="94614" y="733805"/>
                  </a:lnTo>
                  <a:lnTo>
                    <a:pt x="62864" y="708278"/>
                  </a:lnTo>
                  <a:lnTo>
                    <a:pt x="36702" y="677417"/>
                  </a:lnTo>
                  <a:lnTo>
                    <a:pt x="16890" y="642112"/>
                  </a:lnTo>
                  <a:lnTo>
                    <a:pt x="4317" y="602996"/>
                  </a:lnTo>
                  <a:lnTo>
                    <a:pt x="0" y="560959"/>
                  </a:lnTo>
                  <a:close/>
                </a:path>
                <a:path w="2116454" h="2442845">
                  <a:moveTo>
                    <a:pt x="0" y="1246632"/>
                  </a:moveTo>
                  <a:lnTo>
                    <a:pt x="4317" y="1204722"/>
                  </a:lnTo>
                  <a:lnTo>
                    <a:pt x="16890" y="1165605"/>
                  </a:lnTo>
                  <a:lnTo>
                    <a:pt x="36702" y="1130173"/>
                  </a:lnTo>
                  <a:lnTo>
                    <a:pt x="62864" y="1099312"/>
                  </a:lnTo>
                  <a:lnTo>
                    <a:pt x="94614" y="1073785"/>
                  </a:lnTo>
                  <a:lnTo>
                    <a:pt x="131063" y="1054608"/>
                  </a:lnTo>
                  <a:lnTo>
                    <a:pt x="171450" y="1042415"/>
                  </a:lnTo>
                  <a:lnTo>
                    <a:pt x="214629" y="1038225"/>
                  </a:lnTo>
                  <a:lnTo>
                    <a:pt x="257937" y="1042415"/>
                  </a:lnTo>
                  <a:lnTo>
                    <a:pt x="298195" y="1054608"/>
                  </a:lnTo>
                  <a:lnTo>
                    <a:pt x="334644" y="1073785"/>
                  </a:lnTo>
                  <a:lnTo>
                    <a:pt x="366394" y="1099312"/>
                  </a:lnTo>
                  <a:lnTo>
                    <a:pt x="392683" y="1130173"/>
                  </a:lnTo>
                  <a:lnTo>
                    <a:pt x="412495" y="1165605"/>
                  </a:lnTo>
                  <a:lnTo>
                    <a:pt x="424941" y="1204722"/>
                  </a:lnTo>
                  <a:lnTo>
                    <a:pt x="429259" y="1246632"/>
                  </a:lnTo>
                  <a:lnTo>
                    <a:pt x="424941" y="1288668"/>
                  </a:lnTo>
                  <a:lnTo>
                    <a:pt x="412495" y="1327785"/>
                  </a:lnTo>
                  <a:lnTo>
                    <a:pt x="392683" y="1363217"/>
                  </a:lnTo>
                  <a:lnTo>
                    <a:pt x="366394" y="1394078"/>
                  </a:lnTo>
                  <a:lnTo>
                    <a:pt x="334644" y="1419478"/>
                  </a:lnTo>
                  <a:lnTo>
                    <a:pt x="298195" y="1438783"/>
                  </a:lnTo>
                  <a:lnTo>
                    <a:pt x="257937" y="1450975"/>
                  </a:lnTo>
                  <a:lnTo>
                    <a:pt x="214629" y="1455165"/>
                  </a:lnTo>
                  <a:lnTo>
                    <a:pt x="171450" y="1450975"/>
                  </a:lnTo>
                  <a:lnTo>
                    <a:pt x="131063" y="1438783"/>
                  </a:lnTo>
                  <a:lnTo>
                    <a:pt x="94614" y="1419478"/>
                  </a:lnTo>
                  <a:lnTo>
                    <a:pt x="62864" y="1394078"/>
                  </a:lnTo>
                  <a:lnTo>
                    <a:pt x="36702" y="1363217"/>
                  </a:lnTo>
                  <a:lnTo>
                    <a:pt x="16890" y="1327785"/>
                  </a:lnTo>
                  <a:lnTo>
                    <a:pt x="4317" y="1288668"/>
                  </a:lnTo>
                  <a:lnTo>
                    <a:pt x="0" y="1246632"/>
                  </a:lnTo>
                  <a:close/>
                </a:path>
                <a:path w="2116454" h="2442845">
                  <a:moveTo>
                    <a:pt x="5461" y="1878964"/>
                  </a:moveTo>
                  <a:lnTo>
                    <a:pt x="9905" y="1836927"/>
                  </a:lnTo>
                  <a:lnTo>
                    <a:pt x="22351" y="1797812"/>
                  </a:lnTo>
                  <a:lnTo>
                    <a:pt x="42163" y="1762378"/>
                  </a:lnTo>
                  <a:lnTo>
                    <a:pt x="68325" y="1731517"/>
                  </a:lnTo>
                  <a:lnTo>
                    <a:pt x="100075" y="1706117"/>
                  </a:lnTo>
                  <a:lnTo>
                    <a:pt x="136651" y="1686814"/>
                  </a:lnTo>
                  <a:lnTo>
                    <a:pt x="176911" y="1674749"/>
                  </a:lnTo>
                  <a:lnTo>
                    <a:pt x="220090" y="1670430"/>
                  </a:lnTo>
                  <a:lnTo>
                    <a:pt x="263397" y="1674749"/>
                  </a:lnTo>
                  <a:lnTo>
                    <a:pt x="303656" y="1686814"/>
                  </a:lnTo>
                  <a:lnTo>
                    <a:pt x="340105" y="1706117"/>
                  </a:lnTo>
                  <a:lnTo>
                    <a:pt x="371855" y="1731517"/>
                  </a:lnTo>
                  <a:lnTo>
                    <a:pt x="398144" y="1762378"/>
                  </a:lnTo>
                  <a:lnTo>
                    <a:pt x="417956" y="1797812"/>
                  </a:lnTo>
                  <a:lnTo>
                    <a:pt x="430402" y="1836927"/>
                  </a:lnTo>
                  <a:lnTo>
                    <a:pt x="434847" y="1878964"/>
                  </a:lnTo>
                  <a:lnTo>
                    <a:pt x="430402" y="1921002"/>
                  </a:lnTo>
                  <a:lnTo>
                    <a:pt x="417956" y="1960117"/>
                  </a:lnTo>
                  <a:lnTo>
                    <a:pt x="398144" y="1995424"/>
                  </a:lnTo>
                  <a:lnTo>
                    <a:pt x="371855" y="2026285"/>
                  </a:lnTo>
                  <a:lnTo>
                    <a:pt x="340105" y="2051812"/>
                  </a:lnTo>
                  <a:lnTo>
                    <a:pt x="303656" y="2070989"/>
                  </a:lnTo>
                  <a:lnTo>
                    <a:pt x="263397" y="2083181"/>
                  </a:lnTo>
                  <a:lnTo>
                    <a:pt x="220090" y="2087371"/>
                  </a:lnTo>
                  <a:lnTo>
                    <a:pt x="176911" y="2083181"/>
                  </a:lnTo>
                  <a:lnTo>
                    <a:pt x="136651" y="2070989"/>
                  </a:lnTo>
                  <a:lnTo>
                    <a:pt x="100075" y="2051812"/>
                  </a:lnTo>
                  <a:lnTo>
                    <a:pt x="68325" y="2026285"/>
                  </a:lnTo>
                  <a:lnTo>
                    <a:pt x="42163" y="1995424"/>
                  </a:lnTo>
                  <a:lnTo>
                    <a:pt x="22351" y="1960117"/>
                  </a:lnTo>
                  <a:lnTo>
                    <a:pt x="9905" y="1921002"/>
                  </a:lnTo>
                  <a:lnTo>
                    <a:pt x="5461" y="1878964"/>
                  </a:lnTo>
                  <a:close/>
                </a:path>
                <a:path w="2116454" h="2442845">
                  <a:moveTo>
                    <a:pt x="1674749" y="208407"/>
                  </a:moveTo>
                  <a:lnTo>
                    <a:pt x="1679066" y="166497"/>
                  </a:lnTo>
                  <a:lnTo>
                    <a:pt x="1691639" y="127380"/>
                  </a:lnTo>
                  <a:lnTo>
                    <a:pt x="1711452" y="91948"/>
                  </a:lnTo>
                  <a:lnTo>
                    <a:pt x="1737740" y="61087"/>
                  </a:lnTo>
                  <a:lnTo>
                    <a:pt x="1769617" y="35560"/>
                  </a:lnTo>
                  <a:lnTo>
                    <a:pt x="1806193" y="16383"/>
                  </a:lnTo>
                  <a:lnTo>
                    <a:pt x="1846706" y="4190"/>
                  </a:lnTo>
                  <a:lnTo>
                    <a:pt x="1890014" y="0"/>
                  </a:lnTo>
                  <a:lnTo>
                    <a:pt x="1933447" y="4190"/>
                  </a:lnTo>
                  <a:lnTo>
                    <a:pt x="1973833" y="16383"/>
                  </a:lnTo>
                  <a:lnTo>
                    <a:pt x="2010409" y="35560"/>
                  </a:lnTo>
                  <a:lnTo>
                    <a:pt x="2042287" y="61087"/>
                  </a:lnTo>
                  <a:lnTo>
                    <a:pt x="2068576" y="91948"/>
                  </a:lnTo>
                  <a:lnTo>
                    <a:pt x="2088514" y="127380"/>
                  </a:lnTo>
                  <a:lnTo>
                    <a:pt x="2101088" y="166497"/>
                  </a:lnTo>
                  <a:lnTo>
                    <a:pt x="2105405" y="208407"/>
                  </a:lnTo>
                  <a:lnTo>
                    <a:pt x="2101088" y="250443"/>
                  </a:lnTo>
                  <a:lnTo>
                    <a:pt x="2088514" y="289560"/>
                  </a:lnTo>
                  <a:lnTo>
                    <a:pt x="2068576" y="324992"/>
                  </a:lnTo>
                  <a:lnTo>
                    <a:pt x="2042287" y="355853"/>
                  </a:lnTo>
                  <a:lnTo>
                    <a:pt x="2010409" y="381380"/>
                  </a:lnTo>
                  <a:lnTo>
                    <a:pt x="1973833" y="400558"/>
                  </a:lnTo>
                  <a:lnTo>
                    <a:pt x="1933447" y="412750"/>
                  </a:lnTo>
                  <a:lnTo>
                    <a:pt x="1890014" y="416940"/>
                  </a:lnTo>
                  <a:lnTo>
                    <a:pt x="1846706" y="412750"/>
                  </a:lnTo>
                  <a:lnTo>
                    <a:pt x="1806193" y="400558"/>
                  </a:lnTo>
                  <a:lnTo>
                    <a:pt x="1769617" y="381380"/>
                  </a:lnTo>
                  <a:lnTo>
                    <a:pt x="1737740" y="355853"/>
                  </a:lnTo>
                  <a:lnTo>
                    <a:pt x="1711452" y="324992"/>
                  </a:lnTo>
                  <a:lnTo>
                    <a:pt x="1691639" y="289560"/>
                  </a:lnTo>
                  <a:lnTo>
                    <a:pt x="1679066" y="250443"/>
                  </a:lnTo>
                  <a:lnTo>
                    <a:pt x="1674749" y="208407"/>
                  </a:lnTo>
                  <a:close/>
                </a:path>
                <a:path w="2116454" h="2442845">
                  <a:moveTo>
                    <a:pt x="1687067" y="930528"/>
                  </a:moveTo>
                  <a:lnTo>
                    <a:pt x="1691386" y="888364"/>
                  </a:lnTo>
                  <a:lnTo>
                    <a:pt x="1703958" y="849122"/>
                  </a:lnTo>
                  <a:lnTo>
                    <a:pt x="1723770" y="813562"/>
                  </a:lnTo>
                  <a:lnTo>
                    <a:pt x="1749932" y="782701"/>
                  </a:lnTo>
                  <a:lnTo>
                    <a:pt x="1781682" y="757174"/>
                  </a:lnTo>
                  <a:lnTo>
                    <a:pt x="1818131" y="737870"/>
                  </a:lnTo>
                  <a:lnTo>
                    <a:pt x="1858517" y="725677"/>
                  </a:lnTo>
                  <a:lnTo>
                    <a:pt x="1901697" y="721360"/>
                  </a:lnTo>
                  <a:lnTo>
                    <a:pt x="1945004" y="725677"/>
                  </a:lnTo>
                  <a:lnTo>
                    <a:pt x="1985264" y="737870"/>
                  </a:lnTo>
                  <a:lnTo>
                    <a:pt x="2021713" y="757174"/>
                  </a:lnTo>
                  <a:lnTo>
                    <a:pt x="2053463" y="782701"/>
                  </a:lnTo>
                  <a:lnTo>
                    <a:pt x="2079752" y="813562"/>
                  </a:lnTo>
                  <a:lnTo>
                    <a:pt x="2099564" y="849122"/>
                  </a:lnTo>
                  <a:lnTo>
                    <a:pt x="2112009" y="888364"/>
                  </a:lnTo>
                  <a:lnTo>
                    <a:pt x="2116328" y="930528"/>
                  </a:lnTo>
                  <a:lnTo>
                    <a:pt x="2112009" y="972692"/>
                  </a:lnTo>
                  <a:lnTo>
                    <a:pt x="2099564" y="1011936"/>
                  </a:lnTo>
                  <a:lnTo>
                    <a:pt x="2079752" y="1047496"/>
                  </a:lnTo>
                  <a:lnTo>
                    <a:pt x="2053463" y="1078484"/>
                  </a:lnTo>
                  <a:lnTo>
                    <a:pt x="2021713" y="1104011"/>
                  </a:lnTo>
                  <a:lnTo>
                    <a:pt x="1985264" y="1123314"/>
                  </a:lnTo>
                  <a:lnTo>
                    <a:pt x="1945004" y="1135507"/>
                  </a:lnTo>
                  <a:lnTo>
                    <a:pt x="1901697" y="1139698"/>
                  </a:lnTo>
                  <a:lnTo>
                    <a:pt x="1858517" y="1135507"/>
                  </a:lnTo>
                  <a:lnTo>
                    <a:pt x="1818131" y="1123314"/>
                  </a:lnTo>
                  <a:lnTo>
                    <a:pt x="1781682" y="1104011"/>
                  </a:lnTo>
                  <a:lnTo>
                    <a:pt x="1749932" y="1078484"/>
                  </a:lnTo>
                  <a:lnTo>
                    <a:pt x="1723770" y="1047496"/>
                  </a:lnTo>
                  <a:lnTo>
                    <a:pt x="1703958" y="1011936"/>
                  </a:lnTo>
                  <a:lnTo>
                    <a:pt x="1691386" y="972692"/>
                  </a:lnTo>
                  <a:lnTo>
                    <a:pt x="1687067" y="930528"/>
                  </a:lnTo>
                  <a:close/>
                </a:path>
                <a:path w="2116454" h="2442845">
                  <a:moveTo>
                    <a:pt x="1687067" y="1604645"/>
                  </a:moveTo>
                  <a:lnTo>
                    <a:pt x="1691386" y="1562608"/>
                  </a:lnTo>
                  <a:lnTo>
                    <a:pt x="1703958" y="1523491"/>
                  </a:lnTo>
                  <a:lnTo>
                    <a:pt x="1723770" y="1488059"/>
                  </a:lnTo>
                  <a:lnTo>
                    <a:pt x="1749932" y="1457198"/>
                  </a:lnTo>
                  <a:lnTo>
                    <a:pt x="1781682" y="1431798"/>
                  </a:lnTo>
                  <a:lnTo>
                    <a:pt x="1818131" y="1412621"/>
                  </a:lnTo>
                  <a:lnTo>
                    <a:pt x="1858517" y="1400428"/>
                  </a:lnTo>
                  <a:lnTo>
                    <a:pt x="1901697" y="1396238"/>
                  </a:lnTo>
                  <a:lnTo>
                    <a:pt x="1945004" y="1400428"/>
                  </a:lnTo>
                  <a:lnTo>
                    <a:pt x="1985264" y="1412621"/>
                  </a:lnTo>
                  <a:lnTo>
                    <a:pt x="2021713" y="1431798"/>
                  </a:lnTo>
                  <a:lnTo>
                    <a:pt x="2053463" y="1457198"/>
                  </a:lnTo>
                  <a:lnTo>
                    <a:pt x="2079752" y="1488059"/>
                  </a:lnTo>
                  <a:lnTo>
                    <a:pt x="2099564" y="1523491"/>
                  </a:lnTo>
                  <a:lnTo>
                    <a:pt x="2112009" y="1562608"/>
                  </a:lnTo>
                  <a:lnTo>
                    <a:pt x="2116328" y="1604645"/>
                  </a:lnTo>
                  <a:lnTo>
                    <a:pt x="2112009" y="1646682"/>
                  </a:lnTo>
                  <a:lnTo>
                    <a:pt x="2099564" y="1685798"/>
                  </a:lnTo>
                  <a:lnTo>
                    <a:pt x="2079752" y="1721230"/>
                  </a:lnTo>
                  <a:lnTo>
                    <a:pt x="2053463" y="1752091"/>
                  </a:lnTo>
                  <a:lnTo>
                    <a:pt x="2021713" y="1777491"/>
                  </a:lnTo>
                  <a:lnTo>
                    <a:pt x="1985264" y="1796668"/>
                  </a:lnTo>
                  <a:lnTo>
                    <a:pt x="1945004" y="1808861"/>
                  </a:lnTo>
                  <a:lnTo>
                    <a:pt x="1901697" y="1813052"/>
                  </a:lnTo>
                  <a:lnTo>
                    <a:pt x="1858517" y="1808861"/>
                  </a:lnTo>
                  <a:lnTo>
                    <a:pt x="1818131" y="1796668"/>
                  </a:lnTo>
                  <a:lnTo>
                    <a:pt x="1781682" y="1777491"/>
                  </a:lnTo>
                  <a:lnTo>
                    <a:pt x="1749932" y="1752091"/>
                  </a:lnTo>
                  <a:lnTo>
                    <a:pt x="1723770" y="1721230"/>
                  </a:lnTo>
                  <a:lnTo>
                    <a:pt x="1703958" y="1685798"/>
                  </a:lnTo>
                  <a:lnTo>
                    <a:pt x="1691386" y="1646682"/>
                  </a:lnTo>
                  <a:lnTo>
                    <a:pt x="1687067" y="1604645"/>
                  </a:lnTo>
                  <a:close/>
                </a:path>
                <a:path w="2116454" h="2442845">
                  <a:moveTo>
                    <a:pt x="1687067" y="2234184"/>
                  </a:moveTo>
                  <a:lnTo>
                    <a:pt x="1691386" y="2192147"/>
                  </a:lnTo>
                  <a:lnTo>
                    <a:pt x="1703958" y="2153031"/>
                  </a:lnTo>
                  <a:lnTo>
                    <a:pt x="1723770" y="2117598"/>
                  </a:lnTo>
                  <a:lnTo>
                    <a:pt x="1749932" y="2086737"/>
                  </a:lnTo>
                  <a:lnTo>
                    <a:pt x="1781682" y="2061337"/>
                  </a:lnTo>
                  <a:lnTo>
                    <a:pt x="1818131" y="2042033"/>
                  </a:lnTo>
                  <a:lnTo>
                    <a:pt x="1858517" y="2029968"/>
                  </a:lnTo>
                  <a:lnTo>
                    <a:pt x="1901697" y="2025650"/>
                  </a:lnTo>
                  <a:lnTo>
                    <a:pt x="1945004" y="2029968"/>
                  </a:lnTo>
                  <a:lnTo>
                    <a:pt x="1985264" y="2042033"/>
                  </a:lnTo>
                  <a:lnTo>
                    <a:pt x="2021713" y="2061337"/>
                  </a:lnTo>
                  <a:lnTo>
                    <a:pt x="2053463" y="2086737"/>
                  </a:lnTo>
                  <a:lnTo>
                    <a:pt x="2079752" y="2117598"/>
                  </a:lnTo>
                  <a:lnTo>
                    <a:pt x="2099564" y="2153031"/>
                  </a:lnTo>
                  <a:lnTo>
                    <a:pt x="2112009" y="2192147"/>
                  </a:lnTo>
                  <a:lnTo>
                    <a:pt x="2116328" y="2234184"/>
                  </a:lnTo>
                  <a:lnTo>
                    <a:pt x="2112009" y="2276221"/>
                  </a:lnTo>
                  <a:lnTo>
                    <a:pt x="2099564" y="2315337"/>
                  </a:lnTo>
                  <a:lnTo>
                    <a:pt x="2079752" y="2350643"/>
                  </a:lnTo>
                  <a:lnTo>
                    <a:pt x="2053463" y="2381504"/>
                  </a:lnTo>
                  <a:lnTo>
                    <a:pt x="2021713" y="2407031"/>
                  </a:lnTo>
                  <a:lnTo>
                    <a:pt x="1985264" y="2426208"/>
                  </a:lnTo>
                  <a:lnTo>
                    <a:pt x="1945004" y="2438400"/>
                  </a:lnTo>
                  <a:lnTo>
                    <a:pt x="1901697" y="2442591"/>
                  </a:lnTo>
                  <a:lnTo>
                    <a:pt x="1858517" y="2438400"/>
                  </a:lnTo>
                  <a:lnTo>
                    <a:pt x="1818131" y="2426208"/>
                  </a:lnTo>
                  <a:lnTo>
                    <a:pt x="1781682" y="2407031"/>
                  </a:lnTo>
                  <a:lnTo>
                    <a:pt x="1749932" y="2381504"/>
                  </a:lnTo>
                  <a:lnTo>
                    <a:pt x="1723770" y="2350643"/>
                  </a:lnTo>
                  <a:lnTo>
                    <a:pt x="1703958" y="2315337"/>
                  </a:lnTo>
                  <a:lnTo>
                    <a:pt x="1691386" y="2276221"/>
                  </a:lnTo>
                  <a:lnTo>
                    <a:pt x="1687067" y="223418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25468" y="1146047"/>
              <a:ext cx="1325880" cy="1892935"/>
            </a:xfrm>
            <a:custGeom>
              <a:avLst/>
              <a:gdLst/>
              <a:ahLst/>
              <a:cxnLst/>
              <a:rect l="l" t="t" r="r" b="b"/>
              <a:pathLst>
                <a:path w="1325879" h="1892935">
                  <a:moveTo>
                    <a:pt x="1175385" y="0"/>
                  </a:moveTo>
                  <a:lnTo>
                    <a:pt x="1183132" y="27559"/>
                  </a:lnTo>
                  <a:lnTo>
                    <a:pt x="2794" y="360679"/>
                  </a:lnTo>
                  <a:lnTo>
                    <a:pt x="4445" y="366522"/>
                  </a:lnTo>
                  <a:lnTo>
                    <a:pt x="4318" y="366902"/>
                  </a:lnTo>
                  <a:lnTo>
                    <a:pt x="0" y="370713"/>
                  </a:lnTo>
                  <a:lnTo>
                    <a:pt x="1276350" y="1844420"/>
                  </a:lnTo>
                  <a:lnTo>
                    <a:pt x="1254633" y="1863216"/>
                  </a:lnTo>
                  <a:lnTo>
                    <a:pt x="1325499" y="1892553"/>
                  </a:lnTo>
                  <a:lnTo>
                    <a:pt x="1306576" y="1818258"/>
                  </a:lnTo>
                  <a:lnTo>
                    <a:pt x="1284986" y="1837054"/>
                  </a:lnTo>
                  <a:lnTo>
                    <a:pt x="53975" y="415543"/>
                  </a:lnTo>
                  <a:lnTo>
                    <a:pt x="1206119" y="1371091"/>
                  </a:lnTo>
                  <a:lnTo>
                    <a:pt x="1187958" y="1393063"/>
                  </a:lnTo>
                  <a:lnTo>
                    <a:pt x="1262634" y="1410462"/>
                  </a:lnTo>
                  <a:lnTo>
                    <a:pt x="1231646" y="1340230"/>
                  </a:lnTo>
                  <a:lnTo>
                    <a:pt x="1213485" y="1362328"/>
                  </a:lnTo>
                  <a:lnTo>
                    <a:pt x="29210" y="380238"/>
                  </a:lnTo>
                  <a:lnTo>
                    <a:pt x="1195197" y="722756"/>
                  </a:lnTo>
                  <a:lnTo>
                    <a:pt x="1187069" y="750188"/>
                  </a:lnTo>
                  <a:lnTo>
                    <a:pt x="1262634" y="736600"/>
                  </a:lnTo>
                  <a:lnTo>
                    <a:pt x="1206500" y="684402"/>
                  </a:lnTo>
                  <a:lnTo>
                    <a:pt x="1198372" y="711835"/>
                  </a:lnTo>
                  <a:lnTo>
                    <a:pt x="23749" y="366649"/>
                  </a:lnTo>
                  <a:lnTo>
                    <a:pt x="1186180" y="38607"/>
                  </a:lnTo>
                  <a:lnTo>
                    <a:pt x="1193927" y="66039"/>
                  </a:lnTo>
                  <a:lnTo>
                    <a:pt x="1250696" y="14350"/>
                  </a:lnTo>
                  <a:lnTo>
                    <a:pt x="117538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809231" y="1388363"/>
            <a:ext cx="1953895" cy="2419985"/>
          </a:xfrm>
          <a:custGeom>
            <a:avLst/>
            <a:gdLst/>
            <a:ahLst/>
            <a:cxnLst/>
            <a:rect l="l" t="t" r="r" b="b"/>
            <a:pathLst>
              <a:path w="1953895" h="2419985">
                <a:moveTo>
                  <a:pt x="13081" y="720851"/>
                </a:moveTo>
                <a:lnTo>
                  <a:pt x="11938" y="726439"/>
                </a:lnTo>
                <a:lnTo>
                  <a:pt x="9398" y="731520"/>
                </a:lnTo>
                <a:lnTo>
                  <a:pt x="995679" y="1247648"/>
                </a:lnTo>
                <a:lnTo>
                  <a:pt x="13376" y="1394840"/>
                </a:lnTo>
                <a:lnTo>
                  <a:pt x="12953" y="1394840"/>
                </a:lnTo>
                <a:lnTo>
                  <a:pt x="11175" y="1395095"/>
                </a:lnTo>
                <a:lnTo>
                  <a:pt x="11938" y="1400428"/>
                </a:lnTo>
                <a:lnTo>
                  <a:pt x="10922" y="1405636"/>
                </a:lnTo>
                <a:lnTo>
                  <a:pt x="12700" y="1406016"/>
                </a:lnTo>
                <a:lnTo>
                  <a:pt x="12826" y="1406398"/>
                </a:lnTo>
                <a:lnTo>
                  <a:pt x="14944" y="1406398"/>
                </a:lnTo>
                <a:lnTo>
                  <a:pt x="1877822" y="1734693"/>
                </a:lnTo>
                <a:lnTo>
                  <a:pt x="1878711" y="1737360"/>
                </a:lnTo>
                <a:lnTo>
                  <a:pt x="1876740" y="1741170"/>
                </a:lnTo>
                <a:lnTo>
                  <a:pt x="1880108" y="1741170"/>
                </a:lnTo>
                <a:lnTo>
                  <a:pt x="1882648" y="1748536"/>
                </a:lnTo>
                <a:lnTo>
                  <a:pt x="1880235" y="1762506"/>
                </a:lnTo>
                <a:lnTo>
                  <a:pt x="32003" y="2408936"/>
                </a:lnTo>
                <a:lnTo>
                  <a:pt x="35814" y="2419604"/>
                </a:lnTo>
                <a:lnTo>
                  <a:pt x="1890522" y="1771015"/>
                </a:lnTo>
                <a:lnTo>
                  <a:pt x="1926100" y="1771015"/>
                </a:lnTo>
                <a:lnTo>
                  <a:pt x="1940178" y="1756537"/>
                </a:lnTo>
                <a:lnTo>
                  <a:pt x="1953260" y="1742948"/>
                </a:lnTo>
                <a:lnTo>
                  <a:pt x="1951101" y="1742694"/>
                </a:lnTo>
                <a:lnTo>
                  <a:pt x="1953133" y="1742694"/>
                </a:lnTo>
                <a:lnTo>
                  <a:pt x="1953006" y="1742186"/>
                </a:lnTo>
                <a:lnTo>
                  <a:pt x="1953418" y="1742186"/>
                </a:lnTo>
                <a:lnTo>
                  <a:pt x="1952625" y="1741551"/>
                </a:lnTo>
                <a:lnTo>
                  <a:pt x="1945746" y="1724152"/>
                </a:lnTo>
                <a:lnTo>
                  <a:pt x="1884552" y="1724152"/>
                </a:lnTo>
                <a:lnTo>
                  <a:pt x="49784" y="1400937"/>
                </a:lnTo>
                <a:lnTo>
                  <a:pt x="90470" y="1394840"/>
                </a:lnTo>
                <a:lnTo>
                  <a:pt x="14795" y="1394840"/>
                </a:lnTo>
                <a:lnTo>
                  <a:pt x="13081" y="1394460"/>
                </a:lnTo>
                <a:lnTo>
                  <a:pt x="93013" y="1394460"/>
                </a:lnTo>
                <a:lnTo>
                  <a:pt x="1012698" y="1256664"/>
                </a:lnTo>
                <a:lnTo>
                  <a:pt x="1037329" y="1256664"/>
                </a:lnTo>
                <a:lnTo>
                  <a:pt x="1031748" y="1253744"/>
                </a:lnTo>
                <a:lnTo>
                  <a:pt x="1091103" y="1244853"/>
                </a:lnTo>
                <a:lnTo>
                  <a:pt x="1014729" y="1244853"/>
                </a:lnTo>
                <a:lnTo>
                  <a:pt x="49657" y="739775"/>
                </a:lnTo>
                <a:lnTo>
                  <a:pt x="108597" y="739775"/>
                </a:lnTo>
                <a:lnTo>
                  <a:pt x="13081" y="720851"/>
                </a:lnTo>
                <a:close/>
              </a:path>
              <a:path w="1953895" h="2419985">
                <a:moveTo>
                  <a:pt x="1926100" y="1771015"/>
                </a:moveTo>
                <a:lnTo>
                  <a:pt x="1890522" y="1771015"/>
                </a:lnTo>
                <a:lnTo>
                  <a:pt x="1899920" y="1797939"/>
                </a:lnTo>
                <a:lnTo>
                  <a:pt x="1926100" y="1771015"/>
                </a:lnTo>
                <a:close/>
              </a:path>
              <a:path w="1953895" h="2419985">
                <a:moveTo>
                  <a:pt x="1886712" y="1701165"/>
                </a:moveTo>
                <a:lnTo>
                  <a:pt x="1886712" y="1714119"/>
                </a:lnTo>
                <a:lnTo>
                  <a:pt x="1879092" y="1722628"/>
                </a:lnTo>
                <a:lnTo>
                  <a:pt x="1884552" y="1724152"/>
                </a:lnTo>
                <a:lnTo>
                  <a:pt x="1945746" y="1724152"/>
                </a:lnTo>
                <a:lnTo>
                  <a:pt x="1939671" y="1708785"/>
                </a:lnTo>
                <a:lnTo>
                  <a:pt x="1937479" y="1703324"/>
                </a:lnTo>
                <a:lnTo>
                  <a:pt x="1890649" y="1703324"/>
                </a:lnTo>
                <a:lnTo>
                  <a:pt x="1886712" y="1701165"/>
                </a:lnTo>
                <a:close/>
              </a:path>
              <a:path w="1953895" h="2419985">
                <a:moveTo>
                  <a:pt x="1037329" y="1256664"/>
                </a:moveTo>
                <a:lnTo>
                  <a:pt x="1012698" y="1256664"/>
                </a:lnTo>
                <a:lnTo>
                  <a:pt x="1886712" y="1714119"/>
                </a:lnTo>
                <a:lnTo>
                  <a:pt x="1886712" y="1701165"/>
                </a:lnTo>
                <a:lnTo>
                  <a:pt x="1037329" y="1256664"/>
                </a:lnTo>
                <a:close/>
              </a:path>
              <a:path w="1953895" h="2419985">
                <a:moveTo>
                  <a:pt x="1897634" y="1685544"/>
                </a:moveTo>
                <a:lnTo>
                  <a:pt x="1897634" y="1700784"/>
                </a:lnTo>
                <a:lnTo>
                  <a:pt x="1891072" y="1700784"/>
                </a:lnTo>
                <a:lnTo>
                  <a:pt x="1890649" y="1703324"/>
                </a:lnTo>
                <a:lnTo>
                  <a:pt x="1937479" y="1703324"/>
                </a:lnTo>
                <a:lnTo>
                  <a:pt x="1936459" y="1700784"/>
                </a:lnTo>
                <a:lnTo>
                  <a:pt x="1897634" y="1700784"/>
                </a:lnTo>
                <a:lnTo>
                  <a:pt x="1891792" y="1696466"/>
                </a:lnTo>
                <a:lnTo>
                  <a:pt x="1934726" y="1696466"/>
                </a:lnTo>
                <a:lnTo>
                  <a:pt x="1932330" y="1690497"/>
                </a:lnTo>
                <a:lnTo>
                  <a:pt x="1903222" y="1690497"/>
                </a:lnTo>
                <a:lnTo>
                  <a:pt x="1897634" y="1685544"/>
                </a:lnTo>
                <a:close/>
              </a:path>
              <a:path w="1953895" h="2419985">
                <a:moveTo>
                  <a:pt x="1360813" y="1207008"/>
                </a:moveTo>
                <a:lnTo>
                  <a:pt x="1343787" y="1207008"/>
                </a:lnTo>
                <a:lnTo>
                  <a:pt x="1897634" y="1700784"/>
                </a:lnTo>
                <a:lnTo>
                  <a:pt x="1897634" y="1685544"/>
                </a:lnTo>
                <a:lnTo>
                  <a:pt x="1360813" y="1207008"/>
                </a:lnTo>
                <a:close/>
              </a:path>
              <a:path w="1953895" h="2419985">
                <a:moveTo>
                  <a:pt x="1908556" y="1680337"/>
                </a:moveTo>
                <a:lnTo>
                  <a:pt x="1903222" y="1690497"/>
                </a:lnTo>
                <a:lnTo>
                  <a:pt x="1932330" y="1690497"/>
                </a:lnTo>
                <a:lnTo>
                  <a:pt x="1930342" y="1685544"/>
                </a:lnTo>
                <a:lnTo>
                  <a:pt x="1912239" y="1685544"/>
                </a:lnTo>
                <a:lnTo>
                  <a:pt x="1908556" y="1680337"/>
                </a:lnTo>
                <a:close/>
              </a:path>
              <a:path w="1953895" h="2419985">
                <a:moveTo>
                  <a:pt x="1924685" y="1671447"/>
                </a:moveTo>
                <a:lnTo>
                  <a:pt x="1912239" y="1685544"/>
                </a:lnTo>
                <a:lnTo>
                  <a:pt x="1930342" y="1685544"/>
                </a:lnTo>
                <a:lnTo>
                  <a:pt x="1924685" y="1671447"/>
                </a:lnTo>
                <a:close/>
              </a:path>
              <a:path w="1953895" h="2419985">
                <a:moveTo>
                  <a:pt x="1332738" y="1181989"/>
                </a:moveTo>
                <a:lnTo>
                  <a:pt x="1332738" y="1197228"/>
                </a:lnTo>
                <a:lnTo>
                  <a:pt x="1014729" y="1244853"/>
                </a:lnTo>
                <a:lnTo>
                  <a:pt x="1091103" y="1244853"/>
                </a:lnTo>
                <a:lnTo>
                  <a:pt x="1343787" y="1207008"/>
                </a:lnTo>
                <a:lnTo>
                  <a:pt x="1360813" y="1207008"/>
                </a:lnTo>
                <a:lnTo>
                  <a:pt x="1358392" y="1204849"/>
                </a:lnTo>
                <a:lnTo>
                  <a:pt x="1423644" y="1195070"/>
                </a:lnTo>
                <a:lnTo>
                  <a:pt x="1347343" y="1195070"/>
                </a:lnTo>
                <a:lnTo>
                  <a:pt x="1332738" y="1181989"/>
                </a:lnTo>
                <a:close/>
              </a:path>
              <a:path w="1953895" h="2419985">
                <a:moveTo>
                  <a:pt x="108597" y="739775"/>
                </a:moveTo>
                <a:lnTo>
                  <a:pt x="49657" y="739775"/>
                </a:lnTo>
                <a:lnTo>
                  <a:pt x="1039622" y="935863"/>
                </a:lnTo>
                <a:lnTo>
                  <a:pt x="1332738" y="1197228"/>
                </a:lnTo>
                <a:lnTo>
                  <a:pt x="1332738" y="1181989"/>
                </a:lnTo>
                <a:lnTo>
                  <a:pt x="1061466" y="940181"/>
                </a:lnTo>
                <a:lnTo>
                  <a:pt x="1120312" y="940181"/>
                </a:lnTo>
                <a:lnTo>
                  <a:pt x="1044701" y="925195"/>
                </a:lnTo>
                <a:lnTo>
                  <a:pt x="1039857" y="920876"/>
                </a:lnTo>
                <a:lnTo>
                  <a:pt x="1022731" y="920876"/>
                </a:lnTo>
                <a:lnTo>
                  <a:pt x="108597" y="739775"/>
                </a:lnTo>
                <a:close/>
              </a:path>
              <a:path w="1953895" h="2419985">
                <a:moveTo>
                  <a:pt x="1879853" y="1087882"/>
                </a:moveTo>
                <a:lnTo>
                  <a:pt x="1879853" y="1108710"/>
                </a:lnTo>
                <a:lnTo>
                  <a:pt x="1878457" y="1115440"/>
                </a:lnTo>
                <a:lnTo>
                  <a:pt x="1347343" y="1195070"/>
                </a:lnTo>
                <a:lnTo>
                  <a:pt x="1423644" y="1195070"/>
                </a:lnTo>
                <a:lnTo>
                  <a:pt x="1876171" y="1127252"/>
                </a:lnTo>
                <a:lnTo>
                  <a:pt x="1925707" y="1127252"/>
                </a:lnTo>
                <a:lnTo>
                  <a:pt x="1945386" y="1113409"/>
                </a:lnTo>
                <a:lnTo>
                  <a:pt x="1949450" y="1110614"/>
                </a:lnTo>
                <a:lnTo>
                  <a:pt x="1948815" y="1110361"/>
                </a:lnTo>
                <a:lnTo>
                  <a:pt x="1949627" y="1110361"/>
                </a:lnTo>
                <a:lnTo>
                  <a:pt x="1948561" y="1109599"/>
                </a:lnTo>
                <a:lnTo>
                  <a:pt x="1934675" y="1088771"/>
                </a:lnTo>
                <a:lnTo>
                  <a:pt x="1882521" y="1088771"/>
                </a:lnTo>
                <a:lnTo>
                  <a:pt x="1879853" y="1087882"/>
                </a:lnTo>
                <a:close/>
              </a:path>
              <a:path w="1953895" h="2419985">
                <a:moveTo>
                  <a:pt x="1923721" y="1128649"/>
                </a:moveTo>
                <a:lnTo>
                  <a:pt x="1882775" y="1128649"/>
                </a:lnTo>
                <a:lnTo>
                  <a:pt x="1886712" y="1154684"/>
                </a:lnTo>
                <a:lnTo>
                  <a:pt x="1923721" y="1128649"/>
                </a:lnTo>
                <a:close/>
              </a:path>
              <a:path w="1953895" h="2419985">
                <a:moveTo>
                  <a:pt x="1925707" y="1127252"/>
                </a:moveTo>
                <a:lnTo>
                  <a:pt x="1876171" y="1127252"/>
                </a:lnTo>
                <a:lnTo>
                  <a:pt x="1875536" y="1130553"/>
                </a:lnTo>
                <a:lnTo>
                  <a:pt x="1882775" y="1128649"/>
                </a:lnTo>
                <a:lnTo>
                  <a:pt x="1923721" y="1128649"/>
                </a:lnTo>
                <a:lnTo>
                  <a:pt x="1925707" y="1127252"/>
                </a:lnTo>
                <a:close/>
              </a:path>
              <a:path w="1953895" h="2419985">
                <a:moveTo>
                  <a:pt x="1120312" y="940181"/>
                </a:moveTo>
                <a:lnTo>
                  <a:pt x="1061466" y="940181"/>
                </a:lnTo>
                <a:lnTo>
                  <a:pt x="1875282" y="1101471"/>
                </a:lnTo>
                <a:lnTo>
                  <a:pt x="1872488" y="1106424"/>
                </a:lnTo>
                <a:lnTo>
                  <a:pt x="1879473" y="1106805"/>
                </a:lnTo>
                <a:lnTo>
                  <a:pt x="1879853" y="1108710"/>
                </a:lnTo>
                <a:lnTo>
                  <a:pt x="1879853" y="1090168"/>
                </a:lnTo>
                <a:lnTo>
                  <a:pt x="1877060" y="1090168"/>
                </a:lnTo>
                <a:lnTo>
                  <a:pt x="1120312" y="940181"/>
                </a:lnTo>
                <a:close/>
              </a:path>
              <a:path w="1953895" h="2419985">
                <a:moveTo>
                  <a:pt x="1876552" y="1086865"/>
                </a:moveTo>
                <a:lnTo>
                  <a:pt x="1877060" y="1090168"/>
                </a:lnTo>
                <a:lnTo>
                  <a:pt x="1879853" y="1090168"/>
                </a:lnTo>
                <a:lnTo>
                  <a:pt x="1879853" y="1087882"/>
                </a:lnTo>
                <a:lnTo>
                  <a:pt x="1876552" y="1086865"/>
                </a:lnTo>
                <a:close/>
              </a:path>
              <a:path w="1953895" h="2419985">
                <a:moveTo>
                  <a:pt x="1885522" y="1067689"/>
                </a:moveTo>
                <a:lnTo>
                  <a:pt x="1885315" y="1067689"/>
                </a:lnTo>
                <a:lnTo>
                  <a:pt x="1885315" y="1080770"/>
                </a:lnTo>
                <a:lnTo>
                  <a:pt x="1884426" y="1085596"/>
                </a:lnTo>
                <a:lnTo>
                  <a:pt x="1882521" y="1088771"/>
                </a:lnTo>
                <a:lnTo>
                  <a:pt x="1934675" y="1088771"/>
                </a:lnTo>
                <a:lnTo>
                  <a:pt x="1921410" y="1068959"/>
                </a:lnTo>
                <a:lnTo>
                  <a:pt x="1887601" y="1068959"/>
                </a:lnTo>
                <a:lnTo>
                  <a:pt x="1885522" y="1067689"/>
                </a:lnTo>
                <a:close/>
              </a:path>
              <a:path w="1953895" h="2419985">
                <a:moveTo>
                  <a:pt x="70523" y="36322"/>
                </a:moveTo>
                <a:lnTo>
                  <a:pt x="47498" y="36322"/>
                </a:lnTo>
                <a:lnTo>
                  <a:pt x="1885315" y="1080770"/>
                </a:lnTo>
                <a:lnTo>
                  <a:pt x="1885315" y="1067689"/>
                </a:lnTo>
                <a:lnTo>
                  <a:pt x="1885538" y="1067689"/>
                </a:lnTo>
                <a:lnTo>
                  <a:pt x="70523" y="36322"/>
                </a:lnTo>
                <a:close/>
              </a:path>
              <a:path w="1953895" h="2419985">
                <a:moveTo>
                  <a:pt x="1888744" y="1063244"/>
                </a:moveTo>
                <a:lnTo>
                  <a:pt x="1887601" y="1068959"/>
                </a:lnTo>
                <a:lnTo>
                  <a:pt x="1921410" y="1068959"/>
                </a:lnTo>
                <a:lnTo>
                  <a:pt x="1920559" y="1067689"/>
                </a:lnTo>
                <a:lnTo>
                  <a:pt x="1894459" y="1067689"/>
                </a:lnTo>
                <a:lnTo>
                  <a:pt x="1888744" y="1063244"/>
                </a:lnTo>
                <a:close/>
              </a:path>
              <a:path w="1953895" h="2419985">
                <a:moveTo>
                  <a:pt x="1906524" y="1046734"/>
                </a:moveTo>
                <a:lnTo>
                  <a:pt x="1894459" y="1067689"/>
                </a:lnTo>
                <a:lnTo>
                  <a:pt x="1920559" y="1067689"/>
                </a:lnTo>
                <a:lnTo>
                  <a:pt x="1906524" y="1046734"/>
                </a:lnTo>
                <a:close/>
              </a:path>
              <a:path w="1953895" h="2419985">
                <a:moveTo>
                  <a:pt x="6603" y="0"/>
                </a:moveTo>
                <a:lnTo>
                  <a:pt x="3810" y="4952"/>
                </a:lnTo>
                <a:lnTo>
                  <a:pt x="0" y="9144"/>
                </a:lnTo>
                <a:lnTo>
                  <a:pt x="1022731" y="920876"/>
                </a:lnTo>
                <a:lnTo>
                  <a:pt x="1039857" y="920876"/>
                </a:lnTo>
                <a:lnTo>
                  <a:pt x="47498" y="36322"/>
                </a:lnTo>
                <a:lnTo>
                  <a:pt x="70523" y="36322"/>
                </a:lnTo>
                <a:lnTo>
                  <a:pt x="6603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82696" y="1476755"/>
            <a:ext cx="417830" cy="68580"/>
          </a:xfrm>
          <a:custGeom>
            <a:avLst/>
            <a:gdLst/>
            <a:ahLst/>
            <a:cxnLst/>
            <a:rect l="l" t="t" r="r" b="b"/>
            <a:pathLst>
              <a:path w="417829" h="68580">
                <a:moveTo>
                  <a:pt x="417322" y="35179"/>
                </a:moveTo>
                <a:lnTo>
                  <a:pt x="349250" y="0"/>
                </a:lnTo>
                <a:lnTo>
                  <a:pt x="348869" y="28575"/>
                </a:lnTo>
                <a:lnTo>
                  <a:pt x="254" y="23495"/>
                </a:lnTo>
                <a:lnTo>
                  <a:pt x="0" y="34925"/>
                </a:lnTo>
                <a:lnTo>
                  <a:pt x="348742" y="40005"/>
                </a:lnTo>
                <a:lnTo>
                  <a:pt x="360172" y="40132"/>
                </a:lnTo>
                <a:lnTo>
                  <a:pt x="348729" y="40132"/>
                </a:lnTo>
                <a:lnTo>
                  <a:pt x="348361" y="68580"/>
                </a:lnTo>
                <a:lnTo>
                  <a:pt x="417322" y="35179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58311" y="2164079"/>
            <a:ext cx="441959" cy="68580"/>
          </a:xfrm>
          <a:custGeom>
            <a:avLst/>
            <a:gdLst/>
            <a:ahLst/>
            <a:cxnLst/>
            <a:rect l="l" t="t" r="r" b="b"/>
            <a:pathLst>
              <a:path w="441960" h="68580">
                <a:moveTo>
                  <a:pt x="441452" y="34290"/>
                </a:moveTo>
                <a:lnTo>
                  <a:pt x="430022" y="28575"/>
                </a:lnTo>
                <a:lnTo>
                  <a:pt x="372872" y="0"/>
                </a:lnTo>
                <a:lnTo>
                  <a:pt x="372872" y="28587"/>
                </a:lnTo>
                <a:lnTo>
                  <a:pt x="0" y="28587"/>
                </a:lnTo>
                <a:lnTo>
                  <a:pt x="0" y="40005"/>
                </a:lnTo>
                <a:lnTo>
                  <a:pt x="372872" y="40005"/>
                </a:lnTo>
                <a:lnTo>
                  <a:pt x="372872" y="68580"/>
                </a:lnTo>
                <a:lnTo>
                  <a:pt x="430022" y="40005"/>
                </a:lnTo>
                <a:lnTo>
                  <a:pt x="441452" y="3429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82696" y="2796539"/>
            <a:ext cx="423545" cy="69215"/>
          </a:xfrm>
          <a:custGeom>
            <a:avLst/>
            <a:gdLst/>
            <a:ahLst/>
            <a:cxnLst/>
            <a:rect l="l" t="t" r="r" b="b"/>
            <a:pathLst>
              <a:path w="423545" h="69214">
                <a:moveTo>
                  <a:pt x="354939" y="28587"/>
                </a:moveTo>
                <a:lnTo>
                  <a:pt x="0" y="28587"/>
                </a:lnTo>
                <a:lnTo>
                  <a:pt x="0" y="40005"/>
                </a:lnTo>
                <a:lnTo>
                  <a:pt x="354939" y="40005"/>
                </a:lnTo>
                <a:lnTo>
                  <a:pt x="354939" y="28587"/>
                </a:lnTo>
                <a:close/>
              </a:path>
              <a:path w="423545" h="69214">
                <a:moveTo>
                  <a:pt x="423545" y="34290"/>
                </a:moveTo>
                <a:lnTo>
                  <a:pt x="412115" y="28575"/>
                </a:lnTo>
                <a:lnTo>
                  <a:pt x="354965" y="0"/>
                </a:lnTo>
                <a:lnTo>
                  <a:pt x="354965" y="68592"/>
                </a:lnTo>
                <a:lnTo>
                  <a:pt x="412115" y="40005"/>
                </a:lnTo>
                <a:lnTo>
                  <a:pt x="423545" y="3429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54668" y="2429255"/>
            <a:ext cx="356870" cy="68580"/>
          </a:xfrm>
          <a:custGeom>
            <a:avLst/>
            <a:gdLst/>
            <a:ahLst/>
            <a:cxnLst/>
            <a:rect l="l" t="t" r="r" b="b"/>
            <a:pathLst>
              <a:path w="356870" h="68580">
                <a:moveTo>
                  <a:pt x="288251" y="28587"/>
                </a:moveTo>
                <a:lnTo>
                  <a:pt x="0" y="28587"/>
                </a:lnTo>
                <a:lnTo>
                  <a:pt x="0" y="40005"/>
                </a:lnTo>
                <a:lnTo>
                  <a:pt x="288251" y="40005"/>
                </a:lnTo>
                <a:lnTo>
                  <a:pt x="288251" y="28587"/>
                </a:lnTo>
                <a:close/>
              </a:path>
              <a:path w="356870" h="68580">
                <a:moveTo>
                  <a:pt x="356616" y="34290"/>
                </a:moveTo>
                <a:lnTo>
                  <a:pt x="345186" y="28575"/>
                </a:lnTo>
                <a:lnTo>
                  <a:pt x="288290" y="0"/>
                </a:lnTo>
                <a:lnTo>
                  <a:pt x="288290" y="68580"/>
                </a:lnTo>
                <a:lnTo>
                  <a:pt x="345186" y="40005"/>
                </a:lnTo>
                <a:lnTo>
                  <a:pt x="356616" y="3429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8793733" y="2876042"/>
            <a:ext cx="729615" cy="443230"/>
            <a:chOff x="8793733" y="2876042"/>
            <a:chExt cx="729615" cy="443230"/>
          </a:xfrm>
        </p:grpSpPr>
        <p:sp>
          <p:nvSpPr>
            <p:cNvPr id="12" name="object 12"/>
            <p:cNvSpPr/>
            <p:nvPr/>
          </p:nvSpPr>
          <p:spPr>
            <a:xfrm>
              <a:off x="9159240" y="3061715"/>
              <a:ext cx="364490" cy="68580"/>
            </a:xfrm>
            <a:custGeom>
              <a:avLst/>
              <a:gdLst/>
              <a:ahLst/>
              <a:cxnLst/>
              <a:rect l="l" t="t" r="r" b="b"/>
              <a:pathLst>
                <a:path w="364490" h="68580">
                  <a:moveTo>
                    <a:pt x="295389" y="28587"/>
                  </a:moveTo>
                  <a:lnTo>
                    <a:pt x="0" y="28587"/>
                  </a:lnTo>
                  <a:lnTo>
                    <a:pt x="0" y="40005"/>
                  </a:lnTo>
                  <a:lnTo>
                    <a:pt x="295389" y="40005"/>
                  </a:lnTo>
                  <a:lnTo>
                    <a:pt x="295389" y="28587"/>
                  </a:lnTo>
                  <a:close/>
                </a:path>
                <a:path w="364490" h="68580">
                  <a:moveTo>
                    <a:pt x="363982" y="34290"/>
                  </a:moveTo>
                  <a:lnTo>
                    <a:pt x="352552" y="28575"/>
                  </a:lnTo>
                  <a:lnTo>
                    <a:pt x="295402" y="0"/>
                  </a:lnTo>
                  <a:lnTo>
                    <a:pt x="295402" y="68580"/>
                  </a:lnTo>
                  <a:lnTo>
                    <a:pt x="352552" y="40005"/>
                  </a:lnTo>
                  <a:lnTo>
                    <a:pt x="363982" y="3429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806433" y="2888742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59" h="417829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8"/>
                  </a:lnTo>
                  <a:lnTo>
                    <a:pt x="36702" y="92075"/>
                  </a:lnTo>
                  <a:lnTo>
                    <a:pt x="62865" y="61087"/>
                  </a:lnTo>
                  <a:lnTo>
                    <a:pt x="94615" y="35687"/>
                  </a:lnTo>
                  <a:lnTo>
                    <a:pt x="131064" y="16383"/>
                  </a:lnTo>
                  <a:lnTo>
                    <a:pt x="171450" y="4191"/>
                  </a:lnTo>
                  <a:lnTo>
                    <a:pt x="214630" y="0"/>
                  </a:lnTo>
                  <a:lnTo>
                    <a:pt x="257937" y="4191"/>
                  </a:lnTo>
                  <a:lnTo>
                    <a:pt x="298196" y="16383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4" y="92075"/>
                  </a:lnTo>
                  <a:lnTo>
                    <a:pt x="412496" y="127508"/>
                  </a:lnTo>
                  <a:lnTo>
                    <a:pt x="424942" y="166624"/>
                  </a:lnTo>
                  <a:lnTo>
                    <a:pt x="429260" y="208661"/>
                  </a:lnTo>
                  <a:lnTo>
                    <a:pt x="424942" y="250698"/>
                  </a:lnTo>
                  <a:lnTo>
                    <a:pt x="412496" y="289941"/>
                  </a:lnTo>
                  <a:lnTo>
                    <a:pt x="392684" y="325374"/>
                  </a:lnTo>
                  <a:lnTo>
                    <a:pt x="366395" y="356235"/>
                  </a:lnTo>
                  <a:lnTo>
                    <a:pt x="334645" y="381635"/>
                  </a:lnTo>
                  <a:lnTo>
                    <a:pt x="298196" y="400939"/>
                  </a:lnTo>
                  <a:lnTo>
                    <a:pt x="257937" y="413131"/>
                  </a:lnTo>
                  <a:lnTo>
                    <a:pt x="214630" y="417322"/>
                  </a:lnTo>
                  <a:lnTo>
                    <a:pt x="171450" y="413131"/>
                  </a:lnTo>
                  <a:lnTo>
                    <a:pt x="131064" y="400939"/>
                  </a:lnTo>
                  <a:lnTo>
                    <a:pt x="94615" y="381635"/>
                  </a:lnTo>
                  <a:lnTo>
                    <a:pt x="62865" y="356235"/>
                  </a:lnTo>
                  <a:lnTo>
                    <a:pt x="36702" y="325374"/>
                  </a:lnTo>
                  <a:lnTo>
                    <a:pt x="16891" y="289941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91" y="1583436"/>
            <a:ext cx="1531620" cy="117957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24890" y="2717673"/>
            <a:ext cx="1045844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265932" y="2196083"/>
            <a:ext cx="2570480" cy="2375535"/>
            <a:chOff x="3265932" y="2196083"/>
            <a:chExt cx="2570480" cy="2375535"/>
          </a:xfrm>
        </p:grpSpPr>
        <p:sp>
          <p:nvSpPr>
            <p:cNvPr id="17" name="object 17"/>
            <p:cNvSpPr/>
            <p:nvPr/>
          </p:nvSpPr>
          <p:spPr>
            <a:xfrm>
              <a:off x="3713226" y="3786377"/>
              <a:ext cx="2110740" cy="772160"/>
            </a:xfrm>
            <a:custGeom>
              <a:avLst/>
              <a:gdLst/>
              <a:ahLst/>
              <a:cxnLst/>
              <a:rect l="l" t="t" r="r" b="b"/>
              <a:pathLst>
                <a:path w="2110740" h="772160">
                  <a:moveTo>
                    <a:pt x="0" y="208534"/>
                  </a:moveTo>
                  <a:lnTo>
                    <a:pt x="4318" y="166497"/>
                  </a:lnTo>
                  <a:lnTo>
                    <a:pt x="16890" y="127381"/>
                  </a:lnTo>
                  <a:lnTo>
                    <a:pt x="36702" y="91948"/>
                  </a:lnTo>
                  <a:lnTo>
                    <a:pt x="62864" y="61087"/>
                  </a:lnTo>
                  <a:lnTo>
                    <a:pt x="94614" y="35560"/>
                  </a:lnTo>
                  <a:lnTo>
                    <a:pt x="131063" y="16383"/>
                  </a:lnTo>
                  <a:lnTo>
                    <a:pt x="171323" y="4191"/>
                  </a:lnTo>
                  <a:lnTo>
                    <a:pt x="214629" y="0"/>
                  </a:lnTo>
                  <a:lnTo>
                    <a:pt x="257810" y="4191"/>
                  </a:lnTo>
                  <a:lnTo>
                    <a:pt x="298196" y="16383"/>
                  </a:lnTo>
                  <a:lnTo>
                    <a:pt x="334645" y="35560"/>
                  </a:lnTo>
                  <a:lnTo>
                    <a:pt x="366395" y="61087"/>
                  </a:lnTo>
                  <a:lnTo>
                    <a:pt x="392557" y="91948"/>
                  </a:lnTo>
                  <a:lnTo>
                    <a:pt x="412369" y="127381"/>
                  </a:lnTo>
                  <a:lnTo>
                    <a:pt x="424814" y="166497"/>
                  </a:lnTo>
                  <a:lnTo>
                    <a:pt x="429260" y="208534"/>
                  </a:lnTo>
                  <a:lnTo>
                    <a:pt x="424814" y="250444"/>
                  </a:lnTo>
                  <a:lnTo>
                    <a:pt x="412369" y="289560"/>
                  </a:lnTo>
                  <a:lnTo>
                    <a:pt x="392557" y="324993"/>
                  </a:lnTo>
                  <a:lnTo>
                    <a:pt x="366395" y="355854"/>
                  </a:lnTo>
                  <a:lnTo>
                    <a:pt x="334645" y="381381"/>
                  </a:lnTo>
                  <a:lnTo>
                    <a:pt x="298196" y="400558"/>
                  </a:lnTo>
                  <a:lnTo>
                    <a:pt x="257810" y="412750"/>
                  </a:lnTo>
                  <a:lnTo>
                    <a:pt x="214629" y="416941"/>
                  </a:lnTo>
                  <a:lnTo>
                    <a:pt x="171323" y="412750"/>
                  </a:lnTo>
                  <a:lnTo>
                    <a:pt x="131063" y="400558"/>
                  </a:lnTo>
                  <a:lnTo>
                    <a:pt x="94614" y="381381"/>
                  </a:lnTo>
                  <a:lnTo>
                    <a:pt x="62864" y="355854"/>
                  </a:lnTo>
                  <a:lnTo>
                    <a:pt x="36702" y="324993"/>
                  </a:lnTo>
                  <a:lnTo>
                    <a:pt x="16890" y="289560"/>
                  </a:lnTo>
                  <a:lnTo>
                    <a:pt x="4318" y="250444"/>
                  </a:lnTo>
                  <a:lnTo>
                    <a:pt x="0" y="208534"/>
                  </a:lnTo>
                  <a:close/>
                </a:path>
                <a:path w="2110740" h="772160">
                  <a:moveTo>
                    <a:pt x="1681226" y="563753"/>
                  </a:moveTo>
                  <a:lnTo>
                    <a:pt x="1685671" y="521716"/>
                  </a:lnTo>
                  <a:lnTo>
                    <a:pt x="1698116" y="482600"/>
                  </a:lnTo>
                  <a:lnTo>
                    <a:pt x="1717928" y="447167"/>
                  </a:lnTo>
                  <a:lnTo>
                    <a:pt x="1744090" y="416306"/>
                  </a:lnTo>
                  <a:lnTo>
                    <a:pt x="1775968" y="390906"/>
                  </a:lnTo>
                  <a:lnTo>
                    <a:pt x="1812416" y="371602"/>
                  </a:lnTo>
                  <a:lnTo>
                    <a:pt x="1852676" y="359537"/>
                  </a:lnTo>
                  <a:lnTo>
                    <a:pt x="1895856" y="355219"/>
                  </a:lnTo>
                  <a:lnTo>
                    <a:pt x="1939163" y="359537"/>
                  </a:lnTo>
                  <a:lnTo>
                    <a:pt x="1979422" y="371602"/>
                  </a:lnTo>
                  <a:lnTo>
                    <a:pt x="2015871" y="390906"/>
                  </a:lnTo>
                  <a:lnTo>
                    <a:pt x="2047621" y="416306"/>
                  </a:lnTo>
                  <a:lnTo>
                    <a:pt x="2073910" y="447167"/>
                  </a:lnTo>
                  <a:lnTo>
                    <a:pt x="2093595" y="482600"/>
                  </a:lnTo>
                  <a:lnTo>
                    <a:pt x="2106168" y="521716"/>
                  </a:lnTo>
                  <a:lnTo>
                    <a:pt x="2110486" y="563753"/>
                  </a:lnTo>
                  <a:lnTo>
                    <a:pt x="2106168" y="605790"/>
                  </a:lnTo>
                  <a:lnTo>
                    <a:pt x="2093595" y="644906"/>
                  </a:lnTo>
                  <a:lnTo>
                    <a:pt x="2073910" y="680212"/>
                  </a:lnTo>
                  <a:lnTo>
                    <a:pt x="2047621" y="711073"/>
                  </a:lnTo>
                  <a:lnTo>
                    <a:pt x="2015871" y="736600"/>
                  </a:lnTo>
                  <a:lnTo>
                    <a:pt x="1979422" y="755777"/>
                  </a:lnTo>
                  <a:lnTo>
                    <a:pt x="1939163" y="767969"/>
                  </a:lnTo>
                  <a:lnTo>
                    <a:pt x="1895856" y="772160"/>
                  </a:lnTo>
                  <a:lnTo>
                    <a:pt x="1852676" y="767969"/>
                  </a:lnTo>
                  <a:lnTo>
                    <a:pt x="1812416" y="755777"/>
                  </a:lnTo>
                  <a:lnTo>
                    <a:pt x="1775968" y="736600"/>
                  </a:lnTo>
                  <a:lnTo>
                    <a:pt x="1744090" y="711073"/>
                  </a:lnTo>
                  <a:lnTo>
                    <a:pt x="1717928" y="680212"/>
                  </a:lnTo>
                  <a:lnTo>
                    <a:pt x="1698116" y="644906"/>
                  </a:lnTo>
                  <a:lnTo>
                    <a:pt x="1685671" y="605790"/>
                  </a:lnTo>
                  <a:lnTo>
                    <a:pt x="1681226" y="56375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65932" y="2196083"/>
              <a:ext cx="2127250" cy="2152015"/>
            </a:xfrm>
            <a:custGeom>
              <a:avLst/>
              <a:gdLst/>
              <a:ahLst/>
              <a:cxnLst/>
              <a:rect l="l" t="t" r="r" b="b"/>
              <a:pathLst>
                <a:path w="2127250" h="2152015">
                  <a:moveTo>
                    <a:pt x="423164" y="1791970"/>
                  </a:moveTo>
                  <a:lnTo>
                    <a:pt x="354711" y="1757680"/>
                  </a:lnTo>
                  <a:lnTo>
                    <a:pt x="354711" y="1786255"/>
                  </a:lnTo>
                  <a:lnTo>
                    <a:pt x="0" y="1786255"/>
                  </a:lnTo>
                  <a:lnTo>
                    <a:pt x="0" y="1797685"/>
                  </a:lnTo>
                  <a:lnTo>
                    <a:pt x="354711" y="1797685"/>
                  </a:lnTo>
                  <a:lnTo>
                    <a:pt x="354711" y="1826260"/>
                  </a:lnTo>
                  <a:lnTo>
                    <a:pt x="423164" y="1791970"/>
                  </a:lnTo>
                  <a:close/>
                </a:path>
                <a:path w="2127250" h="2152015">
                  <a:moveTo>
                    <a:pt x="2127123" y="2151253"/>
                  </a:moveTo>
                  <a:lnTo>
                    <a:pt x="2127085" y="2150872"/>
                  </a:lnTo>
                  <a:lnTo>
                    <a:pt x="2126399" y="2140839"/>
                  </a:lnTo>
                  <a:lnTo>
                    <a:pt x="2126107" y="2136394"/>
                  </a:lnTo>
                  <a:lnTo>
                    <a:pt x="2126869" y="2136394"/>
                  </a:lnTo>
                  <a:lnTo>
                    <a:pt x="2126107" y="2135632"/>
                  </a:lnTo>
                  <a:lnTo>
                    <a:pt x="2124443" y="2112010"/>
                  </a:lnTo>
                  <a:lnTo>
                    <a:pt x="2123275" y="2094992"/>
                  </a:lnTo>
                  <a:lnTo>
                    <a:pt x="2122767" y="2087626"/>
                  </a:lnTo>
                  <a:lnTo>
                    <a:pt x="2122360" y="2081657"/>
                  </a:lnTo>
                  <a:lnTo>
                    <a:pt x="2121916" y="2074926"/>
                  </a:lnTo>
                  <a:lnTo>
                    <a:pt x="2110486" y="2081657"/>
                  </a:lnTo>
                  <a:lnTo>
                    <a:pt x="2109343" y="2076831"/>
                  </a:lnTo>
                  <a:lnTo>
                    <a:pt x="2096262" y="2087626"/>
                  </a:lnTo>
                  <a:lnTo>
                    <a:pt x="2087372" y="2072640"/>
                  </a:lnTo>
                  <a:lnTo>
                    <a:pt x="2087372" y="2094992"/>
                  </a:lnTo>
                  <a:lnTo>
                    <a:pt x="2068449" y="2072259"/>
                  </a:lnTo>
                  <a:lnTo>
                    <a:pt x="2068449" y="2090293"/>
                  </a:lnTo>
                  <a:lnTo>
                    <a:pt x="2062861" y="2109597"/>
                  </a:lnTo>
                  <a:lnTo>
                    <a:pt x="2062226" y="2112010"/>
                  </a:lnTo>
                  <a:lnTo>
                    <a:pt x="933831" y="1791843"/>
                  </a:lnTo>
                  <a:lnTo>
                    <a:pt x="904748" y="1783588"/>
                  </a:lnTo>
                  <a:lnTo>
                    <a:pt x="914171" y="1777492"/>
                  </a:lnTo>
                  <a:lnTo>
                    <a:pt x="925753" y="1769999"/>
                  </a:lnTo>
                  <a:lnTo>
                    <a:pt x="1496695" y="1400683"/>
                  </a:lnTo>
                  <a:lnTo>
                    <a:pt x="2068449" y="2090293"/>
                  </a:lnTo>
                  <a:lnTo>
                    <a:pt x="2068449" y="2072259"/>
                  </a:lnTo>
                  <a:lnTo>
                    <a:pt x="1511503" y="1400683"/>
                  </a:lnTo>
                  <a:lnTo>
                    <a:pt x="1506347" y="1394460"/>
                  </a:lnTo>
                  <a:lnTo>
                    <a:pt x="1519897" y="1385697"/>
                  </a:lnTo>
                  <a:lnTo>
                    <a:pt x="1628902" y="1315212"/>
                  </a:lnTo>
                  <a:lnTo>
                    <a:pt x="2087372" y="2094992"/>
                  </a:lnTo>
                  <a:lnTo>
                    <a:pt x="2087372" y="2072640"/>
                  </a:lnTo>
                  <a:lnTo>
                    <a:pt x="1642008" y="1315212"/>
                  </a:lnTo>
                  <a:lnTo>
                    <a:pt x="1638427" y="1309116"/>
                  </a:lnTo>
                  <a:lnTo>
                    <a:pt x="1653730" y="1299210"/>
                  </a:lnTo>
                  <a:lnTo>
                    <a:pt x="2066798" y="1032002"/>
                  </a:lnTo>
                  <a:lnTo>
                    <a:pt x="2082292" y="1056005"/>
                  </a:lnTo>
                  <a:lnTo>
                    <a:pt x="2096401" y="1032002"/>
                  </a:lnTo>
                  <a:lnTo>
                    <a:pt x="2121154" y="989965"/>
                  </a:lnTo>
                  <a:lnTo>
                    <a:pt x="2044954" y="998474"/>
                  </a:lnTo>
                  <a:lnTo>
                    <a:pt x="2060575" y="1022477"/>
                  </a:lnTo>
                  <a:lnTo>
                    <a:pt x="1632585" y="1299210"/>
                  </a:lnTo>
                  <a:lnTo>
                    <a:pt x="1623060" y="1282954"/>
                  </a:lnTo>
                  <a:lnTo>
                    <a:pt x="1623060" y="1305433"/>
                  </a:lnTo>
                  <a:lnTo>
                    <a:pt x="1499108" y="1385697"/>
                  </a:lnTo>
                  <a:lnTo>
                    <a:pt x="1489456" y="1374013"/>
                  </a:lnTo>
                  <a:lnTo>
                    <a:pt x="1489456" y="1391920"/>
                  </a:lnTo>
                  <a:lnTo>
                    <a:pt x="904748" y="1769999"/>
                  </a:lnTo>
                  <a:lnTo>
                    <a:pt x="1363726" y="1240409"/>
                  </a:lnTo>
                  <a:lnTo>
                    <a:pt x="1489456" y="1391920"/>
                  </a:lnTo>
                  <a:lnTo>
                    <a:pt x="1489456" y="1374013"/>
                  </a:lnTo>
                  <a:lnTo>
                    <a:pt x="1378610" y="1240409"/>
                  </a:lnTo>
                  <a:lnTo>
                    <a:pt x="1371346" y="1231646"/>
                  </a:lnTo>
                  <a:lnTo>
                    <a:pt x="1379143" y="1222629"/>
                  </a:lnTo>
                  <a:lnTo>
                    <a:pt x="1495425" y="1088390"/>
                  </a:lnTo>
                  <a:lnTo>
                    <a:pt x="1623060" y="1305433"/>
                  </a:lnTo>
                  <a:lnTo>
                    <a:pt x="1623060" y="1282954"/>
                  </a:lnTo>
                  <a:lnTo>
                    <a:pt x="1508671" y="1088390"/>
                  </a:lnTo>
                  <a:lnTo>
                    <a:pt x="1503299" y="1079246"/>
                  </a:lnTo>
                  <a:lnTo>
                    <a:pt x="1512316" y="1068832"/>
                  </a:lnTo>
                  <a:lnTo>
                    <a:pt x="1981708" y="527304"/>
                  </a:lnTo>
                  <a:lnTo>
                    <a:pt x="2003171" y="545973"/>
                  </a:lnTo>
                  <a:lnTo>
                    <a:pt x="2007933" y="527304"/>
                  </a:lnTo>
                  <a:lnTo>
                    <a:pt x="2012061" y="511175"/>
                  </a:lnTo>
                  <a:lnTo>
                    <a:pt x="2022094" y="471678"/>
                  </a:lnTo>
                  <a:lnTo>
                    <a:pt x="1951482" y="501142"/>
                  </a:lnTo>
                  <a:lnTo>
                    <a:pt x="1972945" y="519811"/>
                  </a:lnTo>
                  <a:lnTo>
                    <a:pt x="1497203" y="1068832"/>
                  </a:lnTo>
                  <a:lnTo>
                    <a:pt x="868680" y="0"/>
                  </a:lnTo>
                  <a:lnTo>
                    <a:pt x="858901" y="5715"/>
                  </a:lnTo>
                  <a:lnTo>
                    <a:pt x="1489329" y="1077976"/>
                  </a:lnTo>
                  <a:lnTo>
                    <a:pt x="1363980" y="1222629"/>
                  </a:lnTo>
                  <a:lnTo>
                    <a:pt x="873633" y="631190"/>
                  </a:lnTo>
                  <a:lnTo>
                    <a:pt x="864870" y="638556"/>
                  </a:lnTo>
                  <a:lnTo>
                    <a:pt x="1356360" y="1231392"/>
                  </a:lnTo>
                  <a:lnTo>
                    <a:pt x="883158" y="1777492"/>
                  </a:lnTo>
                  <a:lnTo>
                    <a:pt x="876427" y="1775587"/>
                  </a:lnTo>
                  <a:lnTo>
                    <a:pt x="873125" y="1786509"/>
                  </a:lnTo>
                  <a:lnTo>
                    <a:pt x="874903" y="1787017"/>
                  </a:lnTo>
                  <a:lnTo>
                    <a:pt x="870458" y="1792224"/>
                  </a:lnTo>
                  <a:lnTo>
                    <a:pt x="874395" y="1795653"/>
                  </a:lnTo>
                  <a:lnTo>
                    <a:pt x="877824" y="1800987"/>
                  </a:lnTo>
                  <a:lnTo>
                    <a:pt x="892048" y="1791843"/>
                  </a:lnTo>
                  <a:lnTo>
                    <a:pt x="2059051" y="2122932"/>
                  </a:lnTo>
                  <a:lnTo>
                    <a:pt x="2051304" y="2150364"/>
                  </a:lnTo>
                  <a:lnTo>
                    <a:pt x="2102358" y="2140839"/>
                  </a:lnTo>
                  <a:lnTo>
                    <a:pt x="2126742" y="2151507"/>
                  </a:lnTo>
                  <a:lnTo>
                    <a:pt x="2126615" y="2150872"/>
                  </a:lnTo>
                  <a:lnTo>
                    <a:pt x="2127123" y="2151253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2911" y="2243327"/>
            <a:ext cx="556259" cy="42976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8340" y="2883407"/>
            <a:ext cx="544068" cy="44043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105911" y="1365326"/>
            <a:ext cx="23495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81273" y="2063241"/>
            <a:ext cx="23495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00704" y="2707894"/>
            <a:ext cx="23495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86100" y="3888740"/>
            <a:ext cx="413384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75" b="1" spc="-15" baseline="11494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50" b="1" spc="-10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746997" y="2298954"/>
            <a:ext cx="429259" cy="417830"/>
          </a:xfrm>
          <a:custGeom>
            <a:avLst/>
            <a:gdLst/>
            <a:ahLst/>
            <a:cxnLst/>
            <a:rect l="l" t="t" r="r" b="b"/>
            <a:pathLst>
              <a:path w="429259" h="417830">
                <a:moveTo>
                  <a:pt x="0" y="208661"/>
                </a:moveTo>
                <a:lnTo>
                  <a:pt x="4318" y="166624"/>
                </a:lnTo>
                <a:lnTo>
                  <a:pt x="16891" y="127508"/>
                </a:lnTo>
                <a:lnTo>
                  <a:pt x="36702" y="92075"/>
                </a:lnTo>
                <a:lnTo>
                  <a:pt x="62865" y="61087"/>
                </a:lnTo>
                <a:lnTo>
                  <a:pt x="94615" y="35687"/>
                </a:lnTo>
                <a:lnTo>
                  <a:pt x="131063" y="16383"/>
                </a:lnTo>
                <a:lnTo>
                  <a:pt x="171450" y="4191"/>
                </a:lnTo>
                <a:lnTo>
                  <a:pt x="214629" y="0"/>
                </a:lnTo>
                <a:lnTo>
                  <a:pt x="257936" y="4191"/>
                </a:lnTo>
                <a:lnTo>
                  <a:pt x="298196" y="16383"/>
                </a:lnTo>
                <a:lnTo>
                  <a:pt x="334645" y="35687"/>
                </a:lnTo>
                <a:lnTo>
                  <a:pt x="366395" y="61087"/>
                </a:lnTo>
                <a:lnTo>
                  <a:pt x="392683" y="92075"/>
                </a:lnTo>
                <a:lnTo>
                  <a:pt x="412496" y="127508"/>
                </a:lnTo>
                <a:lnTo>
                  <a:pt x="424942" y="166624"/>
                </a:lnTo>
                <a:lnTo>
                  <a:pt x="429259" y="208661"/>
                </a:lnTo>
                <a:lnTo>
                  <a:pt x="424942" y="250698"/>
                </a:lnTo>
                <a:lnTo>
                  <a:pt x="412496" y="289941"/>
                </a:lnTo>
                <a:lnTo>
                  <a:pt x="392683" y="325374"/>
                </a:lnTo>
                <a:lnTo>
                  <a:pt x="366395" y="356235"/>
                </a:lnTo>
                <a:lnTo>
                  <a:pt x="334645" y="381635"/>
                </a:lnTo>
                <a:lnTo>
                  <a:pt x="298196" y="400938"/>
                </a:lnTo>
                <a:lnTo>
                  <a:pt x="257936" y="413131"/>
                </a:lnTo>
                <a:lnTo>
                  <a:pt x="214629" y="417322"/>
                </a:lnTo>
                <a:lnTo>
                  <a:pt x="171450" y="413131"/>
                </a:lnTo>
                <a:lnTo>
                  <a:pt x="131063" y="400938"/>
                </a:lnTo>
                <a:lnTo>
                  <a:pt x="94615" y="381635"/>
                </a:lnTo>
                <a:lnTo>
                  <a:pt x="62865" y="356235"/>
                </a:lnTo>
                <a:lnTo>
                  <a:pt x="36702" y="325374"/>
                </a:lnTo>
                <a:lnTo>
                  <a:pt x="16891" y="289941"/>
                </a:lnTo>
                <a:lnTo>
                  <a:pt x="4318" y="250698"/>
                </a:lnTo>
                <a:lnTo>
                  <a:pt x="0" y="20866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3877055" y="736091"/>
            <a:ext cx="4770120" cy="4063365"/>
            <a:chOff x="3877055" y="736091"/>
            <a:chExt cx="4770120" cy="4063365"/>
          </a:xfrm>
        </p:grpSpPr>
        <p:sp>
          <p:nvSpPr>
            <p:cNvPr id="27" name="object 27"/>
            <p:cNvSpPr/>
            <p:nvPr/>
          </p:nvSpPr>
          <p:spPr>
            <a:xfrm>
              <a:off x="6403085" y="1230629"/>
              <a:ext cx="441959" cy="2781300"/>
            </a:xfrm>
            <a:custGeom>
              <a:avLst/>
              <a:gdLst/>
              <a:ahLst/>
              <a:cxnLst/>
              <a:rect l="l" t="t" r="r" b="b"/>
              <a:pathLst>
                <a:path w="441959" h="2781300">
                  <a:moveTo>
                    <a:pt x="0" y="208407"/>
                  </a:moveTo>
                  <a:lnTo>
                    <a:pt x="4317" y="166370"/>
                  </a:lnTo>
                  <a:lnTo>
                    <a:pt x="16890" y="127254"/>
                  </a:lnTo>
                  <a:lnTo>
                    <a:pt x="36702" y="91948"/>
                  </a:lnTo>
                  <a:lnTo>
                    <a:pt x="62864" y="61087"/>
                  </a:lnTo>
                  <a:lnTo>
                    <a:pt x="94741" y="35560"/>
                  </a:lnTo>
                  <a:lnTo>
                    <a:pt x="131190" y="16383"/>
                  </a:lnTo>
                  <a:lnTo>
                    <a:pt x="171449" y="4191"/>
                  </a:lnTo>
                  <a:lnTo>
                    <a:pt x="214757" y="0"/>
                  </a:lnTo>
                  <a:lnTo>
                    <a:pt x="258063" y="4191"/>
                  </a:lnTo>
                  <a:lnTo>
                    <a:pt x="298322" y="16383"/>
                  </a:lnTo>
                  <a:lnTo>
                    <a:pt x="334771" y="35560"/>
                  </a:lnTo>
                  <a:lnTo>
                    <a:pt x="366648" y="61087"/>
                  </a:lnTo>
                  <a:lnTo>
                    <a:pt x="392811" y="91948"/>
                  </a:lnTo>
                  <a:lnTo>
                    <a:pt x="412622" y="127254"/>
                  </a:lnTo>
                  <a:lnTo>
                    <a:pt x="425068" y="166370"/>
                  </a:lnTo>
                  <a:lnTo>
                    <a:pt x="429513" y="208407"/>
                  </a:lnTo>
                  <a:lnTo>
                    <a:pt x="425068" y="250444"/>
                  </a:lnTo>
                  <a:lnTo>
                    <a:pt x="412622" y="289560"/>
                  </a:lnTo>
                  <a:lnTo>
                    <a:pt x="392811" y="324993"/>
                  </a:lnTo>
                  <a:lnTo>
                    <a:pt x="366648" y="355727"/>
                  </a:lnTo>
                  <a:lnTo>
                    <a:pt x="334771" y="381254"/>
                  </a:lnTo>
                  <a:lnTo>
                    <a:pt x="298322" y="400431"/>
                  </a:lnTo>
                  <a:lnTo>
                    <a:pt x="258063" y="412623"/>
                  </a:lnTo>
                  <a:lnTo>
                    <a:pt x="214757" y="416814"/>
                  </a:lnTo>
                  <a:lnTo>
                    <a:pt x="171449" y="412623"/>
                  </a:lnTo>
                  <a:lnTo>
                    <a:pt x="131190" y="400431"/>
                  </a:lnTo>
                  <a:lnTo>
                    <a:pt x="94741" y="381254"/>
                  </a:lnTo>
                  <a:lnTo>
                    <a:pt x="62864" y="355727"/>
                  </a:lnTo>
                  <a:lnTo>
                    <a:pt x="36702" y="324993"/>
                  </a:lnTo>
                  <a:lnTo>
                    <a:pt x="16890" y="289560"/>
                  </a:lnTo>
                  <a:lnTo>
                    <a:pt x="4317" y="250444"/>
                  </a:lnTo>
                  <a:lnTo>
                    <a:pt x="0" y="208407"/>
                  </a:lnTo>
                  <a:close/>
                </a:path>
                <a:path w="441959" h="2781300">
                  <a:moveTo>
                    <a:pt x="12318" y="929640"/>
                  </a:moveTo>
                  <a:lnTo>
                    <a:pt x="16763" y="887730"/>
                  </a:lnTo>
                  <a:lnTo>
                    <a:pt x="29210" y="848614"/>
                  </a:lnTo>
                  <a:lnTo>
                    <a:pt x="49022" y="813181"/>
                  </a:lnTo>
                  <a:lnTo>
                    <a:pt x="75311" y="782320"/>
                  </a:lnTo>
                  <a:lnTo>
                    <a:pt x="107061" y="756920"/>
                  </a:lnTo>
                  <a:lnTo>
                    <a:pt x="143510" y="737616"/>
                  </a:lnTo>
                  <a:lnTo>
                    <a:pt x="183768" y="725551"/>
                  </a:lnTo>
                  <a:lnTo>
                    <a:pt x="227075" y="721233"/>
                  </a:lnTo>
                  <a:lnTo>
                    <a:pt x="270383" y="725551"/>
                  </a:lnTo>
                  <a:lnTo>
                    <a:pt x="310641" y="737616"/>
                  </a:lnTo>
                  <a:lnTo>
                    <a:pt x="347217" y="756920"/>
                  </a:lnTo>
                  <a:lnTo>
                    <a:pt x="378967" y="782320"/>
                  </a:lnTo>
                  <a:lnTo>
                    <a:pt x="405130" y="813181"/>
                  </a:lnTo>
                  <a:lnTo>
                    <a:pt x="424941" y="848614"/>
                  </a:lnTo>
                  <a:lnTo>
                    <a:pt x="437514" y="887730"/>
                  </a:lnTo>
                  <a:lnTo>
                    <a:pt x="441833" y="929640"/>
                  </a:lnTo>
                  <a:lnTo>
                    <a:pt x="437514" y="971677"/>
                  </a:lnTo>
                  <a:lnTo>
                    <a:pt x="424941" y="1010793"/>
                  </a:lnTo>
                  <a:lnTo>
                    <a:pt x="405130" y="1046226"/>
                  </a:lnTo>
                  <a:lnTo>
                    <a:pt x="378967" y="1077087"/>
                  </a:lnTo>
                  <a:lnTo>
                    <a:pt x="347217" y="1102487"/>
                  </a:lnTo>
                  <a:lnTo>
                    <a:pt x="310641" y="1121791"/>
                  </a:lnTo>
                  <a:lnTo>
                    <a:pt x="270383" y="1133856"/>
                  </a:lnTo>
                  <a:lnTo>
                    <a:pt x="227075" y="1138174"/>
                  </a:lnTo>
                  <a:lnTo>
                    <a:pt x="183768" y="1133856"/>
                  </a:lnTo>
                  <a:lnTo>
                    <a:pt x="143510" y="1121791"/>
                  </a:lnTo>
                  <a:lnTo>
                    <a:pt x="107061" y="1102487"/>
                  </a:lnTo>
                  <a:lnTo>
                    <a:pt x="75311" y="1077087"/>
                  </a:lnTo>
                  <a:lnTo>
                    <a:pt x="49022" y="1046226"/>
                  </a:lnTo>
                  <a:lnTo>
                    <a:pt x="29210" y="1010793"/>
                  </a:lnTo>
                  <a:lnTo>
                    <a:pt x="16763" y="971677"/>
                  </a:lnTo>
                  <a:lnTo>
                    <a:pt x="12318" y="929640"/>
                  </a:lnTo>
                  <a:close/>
                </a:path>
                <a:path w="441959" h="2781300">
                  <a:moveTo>
                    <a:pt x="12318" y="1603629"/>
                  </a:moveTo>
                  <a:lnTo>
                    <a:pt x="16763" y="1561465"/>
                  </a:lnTo>
                  <a:lnTo>
                    <a:pt x="29210" y="1522222"/>
                  </a:lnTo>
                  <a:lnTo>
                    <a:pt x="49022" y="1486662"/>
                  </a:lnTo>
                  <a:lnTo>
                    <a:pt x="75311" y="1455801"/>
                  </a:lnTo>
                  <a:lnTo>
                    <a:pt x="107061" y="1430274"/>
                  </a:lnTo>
                  <a:lnTo>
                    <a:pt x="143510" y="1410970"/>
                  </a:lnTo>
                  <a:lnTo>
                    <a:pt x="183768" y="1398778"/>
                  </a:lnTo>
                  <a:lnTo>
                    <a:pt x="227075" y="1394587"/>
                  </a:lnTo>
                  <a:lnTo>
                    <a:pt x="270383" y="1398778"/>
                  </a:lnTo>
                  <a:lnTo>
                    <a:pt x="310641" y="1410970"/>
                  </a:lnTo>
                  <a:lnTo>
                    <a:pt x="347217" y="1430274"/>
                  </a:lnTo>
                  <a:lnTo>
                    <a:pt x="378967" y="1455801"/>
                  </a:lnTo>
                  <a:lnTo>
                    <a:pt x="405130" y="1486662"/>
                  </a:lnTo>
                  <a:lnTo>
                    <a:pt x="424941" y="1522222"/>
                  </a:lnTo>
                  <a:lnTo>
                    <a:pt x="437514" y="1561465"/>
                  </a:lnTo>
                  <a:lnTo>
                    <a:pt x="441833" y="1603629"/>
                  </a:lnTo>
                  <a:lnTo>
                    <a:pt x="437514" y="1645793"/>
                  </a:lnTo>
                  <a:lnTo>
                    <a:pt x="424941" y="1685036"/>
                  </a:lnTo>
                  <a:lnTo>
                    <a:pt x="405130" y="1720596"/>
                  </a:lnTo>
                  <a:lnTo>
                    <a:pt x="378967" y="1751584"/>
                  </a:lnTo>
                  <a:lnTo>
                    <a:pt x="347217" y="1777111"/>
                  </a:lnTo>
                  <a:lnTo>
                    <a:pt x="310641" y="1796288"/>
                  </a:lnTo>
                  <a:lnTo>
                    <a:pt x="270383" y="1808480"/>
                  </a:lnTo>
                  <a:lnTo>
                    <a:pt x="227075" y="1812798"/>
                  </a:lnTo>
                  <a:lnTo>
                    <a:pt x="183768" y="1808480"/>
                  </a:lnTo>
                  <a:lnTo>
                    <a:pt x="143510" y="1796288"/>
                  </a:lnTo>
                  <a:lnTo>
                    <a:pt x="107061" y="1777111"/>
                  </a:lnTo>
                  <a:lnTo>
                    <a:pt x="75311" y="1751584"/>
                  </a:lnTo>
                  <a:lnTo>
                    <a:pt x="49022" y="1720596"/>
                  </a:lnTo>
                  <a:lnTo>
                    <a:pt x="29210" y="1685036"/>
                  </a:lnTo>
                  <a:lnTo>
                    <a:pt x="16763" y="1645793"/>
                  </a:lnTo>
                  <a:lnTo>
                    <a:pt x="12318" y="1603629"/>
                  </a:lnTo>
                  <a:close/>
                </a:path>
                <a:path w="441959" h="2781300">
                  <a:moveTo>
                    <a:pt x="12318" y="2572385"/>
                  </a:moveTo>
                  <a:lnTo>
                    <a:pt x="16763" y="2530475"/>
                  </a:lnTo>
                  <a:lnTo>
                    <a:pt x="29210" y="2491359"/>
                  </a:lnTo>
                  <a:lnTo>
                    <a:pt x="49022" y="2455926"/>
                  </a:lnTo>
                  <a:lnTo>
                    <a:pt x="75311" y="2425065"/>
                  </a:lnTo>
                  <a:lnTo>
                    <a:pt x="107061" y="2399538"/>
                  </a:lnTo>
                  <a:lnTo>
                    <a:pt x="143510" y="2380361"/>
                  </a:lnTo>
                  <a:lnTo>
                    <a:pt x="183768" y="2368169"/>
                  </a:lnTo>
                  <a:lnTo>
                    <a:pt x="227075" y="2363978"/>
                  </a:lnTo>
                  <a:lnTo>
                    <a:pt x="270383" y="2368169"/>
                  </a:lnTo>
                  <a:lnTo>
                    <a:pt x="310641" y="2380361"/>
                  </a:lnTo>
                  <a:lnTo>
                    <a:pt x="347217" y="2399538"/>
                  </a:lnTo>
                  <a:lnTo>
                    <a:pt x="378967" y="2425065"/>
                  </a:lnTo>
                  <a:lnTo>
                    <a:pt x="405130" y="2455926"/>
                  </a:lnTo>
                  <a:lnTo>
                    <a:pt x="424941" y="2491359"/>
                  </a:lnTo>
                  <a:lnTo>
                    <a:pt x="437514" y="2530475"/>
                  </a:lnTo>
                  <a:lnTo>
                    <a:pt x="441833" y="2572385"/>
                  </a:lnTo>
                  <a:lnTo>
                    <a:pt x="437514" y="2614422"/>
                  </a:lnTo>
                  <a:lnTo>
                    <a:pt x="424941" y="2653538"/>
                  </a:lnTo>
                  <a:lnTo>
                    <a:pt x="405130" y="2688971"/>
                  </a:lnTo>
                  <a:lnTo>
                    <a:pt x="378967" y="2719832"/>
                  </a:lnTo>
                  <a:lnTo>
                    <a:pt x="347217" y="2745232"/>
                  </a:lnTo>
                  <a:lnTo>
                    <a:pt x="310641" y="2764409"/>
                  </a:lnTo>
                  <a:lnTo>
                    <a:pt x="270383" y="2776601"/>
                  </a:lnTo>
                  <a:lnTo>
                    <a:pt x="227075" y="2780792"/>
                  </a:lnTo>
                  <a:lnTo>
                    <a:pt x="183768" y="2776601"/>
                  </a:lnTo>
                  <a:lnTo>
                    <a:pt x="143510" y="2764409"/>
                  </a:lnTo>
                  <a:lnTo>
                    <a:pt x="107061" y="2745232"/>
                  </a:lnTo>
                  <a:lnTo>
                    <a:pt x="75311" y="2719832"/>
                  </a:lnTo>
                  <a:lnTo>
                    <a:pt x="49022" y="2688971"/>
                  </a:lnTo>
                  <a:lnTo>
                    <a:pt x="29210" y="2653538"/>
                  </a:lnTo>
                  <a:lnTo>
                    <a:pt x="16763" y="2614422"/>
                  </a:lnTo>
                  <a:lnTo>
                    <a:pt x="12318" y="257238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37860" y="1155191"/>
              <a:ext cx="751205" cy="3197860"/>
            </a:xfrm>
            <a:custGeom>
              <a:avLst/>
              <a:gdLst/>
              <a:ahLst/>
              <a:cxnLst/>
              <a:rect l="l" t="t" r="r" b="b"/>
              <a:pathLst>
                <a:path w="751204" h="3197860">
                  <a:moveTo>
                    <a:pt x="663321" y="289052"/>
                  </a:moveTo>
                  <a:lnTo>
                    <a:pt x="588010" y="301752"/>
                  </a:lnTo>
                  <a:lnTo>
                    <a:pt x="605282" y="327152"/>
                  </a:lnTo>
                  <a:lnTo>
                    <a:pt x="442722" y="454152"/>
                  </a:lnTo>
                  <a:lnTo>
                    <a:pt x="451446" y="454152"/>
                  </a:lnTo>
                  <a:lnTo>
                    <a:pt x="612267" y="339852"/>
                  </a:lnTo>
                  <a:lnTo>
                    <a:pt x="629539" y="352552"/>
                  </a:lnTo>
                  <a:lnTo>
                    <a:pt x="635838" y="339852"/>
                  </a:lnTo>
                  <a:lnTo>
                    <a:pt x="648462" y="314452"/>
                  </a:lnTo>
                  <a:lnTo>
                    <a:pt x="663321" y="289052"/>
                  </a:lnTo>
                  <a:close/>
                </a:path>
                <a:path w="751204" h="3197860">
                  <a:moveTo>
                    <a:pt x="663321" y="282067"/>
                  </a:moveTo>
                  <a:lnTo>
                    <a:pt x="616077" y="221615"/>
                  </a:lnTo>
                  <a:lnTo>
                    <a:pt x="603758" y="247523"/>
                  </a:lnTo>
                  <a:lnTo>
                    <a:pt x="81915" y="0"/>
                  </a:lnTo>
                  <a:lnTo>
                    <a:pt x="77089" y="10287"/>
                  </a:lnTo>
                  <a:lnTo>
                    <a:pt x="598932" y="257810"/>
                  </a:lnTo>
                  <a:lnTo>
                    <a:pt x="586740" y="283718"/>
                  </a:lnTo>
                  <a:lnTo>
                    <a:pt x="663321" y="282067"/>
                  </a:lnTo>
                  <a:close/>
                </a:path>
                <a:path w="751204" h="3197860">
                  <a:moveTo>
                    <a:pt x="750951" y="2435352"/>
                  </a:moveTo>
                  <a:lnTo>
                    <a:pt x="723773" y="2435352"/>
                  </a:lnTo>
                  <a:lnTo>
                    <a:pt x="578205" y="1978152"/>
                  </a:lnTo>
                  <a:lnTo>
                    <a:pt x="574167" y="1965452"/>
                  </a:lnTo>
                  <a:lnTo>
                    <a:pt x="583742" y="1940052"/>
                  </a:lnTo>
                  <a:lnTo>
                    <a:pt x="655574" y="1749564"/>
                  </a:lnTo>
                  <a:lnTo>
                    <a:pt x="682244" y="1762264"/>
                  </a:lnTo>
                  <a:lnTo>
                    <a:pt x="681088" y="1749564"/>
                  </a:lnTo>
                  <a:lnTo>
                    <a:pt x="679958" y="1736864"/>
                  </a:lnTo>
                  <a:lnTo>
                    <a:pt x="675132" y="1686052"/>
                  </a:lnTo>
                  <a:lnTo>
                    <a:pt x="675513" y="1686052"/>
                  </a:lnTo>
                  <a:lnTo>
                    <a:pt x="680085" y="1647952"/>
                  </a:lnTo>
                  <a:lnTo>
                    <a:pt x="681609" y="1635252"/>
                  </a:lnTo>
                  <a:lnTo>
                    <a:pt x="684530" y="1609852"/>
                  </a:lnTo>
                  <a:lnTo>
                    <a:pt x="656717" y="1609852"/>
                  </a:lnTo>
                  <a:lnTo>
                    <a:pt x="646811" y="1584452"/>
                  </a:lnTo>
                  <a:lnTo>
                    <a:pt x="646811" y="1622552"/>
                  </a:lnTo>
                  <a:lnTo>
                    <a:pt x="645033" y="1622552"/>
                  </a:lnTo>
                  <a:lnTo>
                    <a:pt x="645033" y="1749564"/>
                  </a:lnTo>
                  <a:lnTo>
                    <a:pt x="568706" y="1940052"/>
                  </a:lnTo>
                  <a:lnTo>
                    <a:pt x="562102" y="1927352"/>
                  </a:lnTo>
                  <a:lnTo>
                    <a:pt x="562102" y="1965452"/>
                  </a:lnTo>
                  <a:lnTo>
                    <a:pt x="404114" y="2359152"/>
                  </a:lnTo>
                  <a:lnTo>
                    <a:pt x="399542" y="2359152"/>
                  </a:lnTo>
                  <a:lnTo>
                    <a:pt x="399542" y="2371852"/>
                  </a:lnTo>
                  <a:lnTo>
                    <a:pt x="117094" y="3095752"/>
                  </a:lnTo>
                  <a:lnTo>
                    <a:pt x="331470" y="2308352"/>
                  </a:lnTo>
                  <a:lnTo>
                    <a:pt x="399542" y="2371852"/>
                  </a:lnTo>
                  <a:lnTo>
                    <a:pt x="399542" y="2359152"/>
                  </a:lnTo>
                  <a:lnTo>
                    <a:pt x="347929" y="2308352"/>
                  </a:lnTo>
                  <a:lnTo>
                    <a:pt x="335026" y="2295652"/>
                  </a:lnTo>
                  <a:lnTo>
                    <a:pt x="338404" y="2282952"/>
                  </a:lnTo>
                  <a:lnTo>
                    <a:pt x="463423" y="1813052"/>
                  </a:lnTo>
                  <a:lnTo>
                    <a:pt x="486219" y="1800352"/>
                  </a:lnTo>
                  <a:lnTo>
                    <a:pt x="509016" y="1787652"/>
                  </a:lnTo>
                  <a:lnTo>
                    <a:pt x="562102" y="1965452"/>
                  </a:lnTo>
                  <a:lnTo>
                    <a:pt x="562102" y="1927352"/>
                  </a:lnTo>
                  <a:lnTo>
                    <a:pt x="519176" y="1787652"/>
                  </a:lnTo>
                  <a:lnTo>
                    <a:pt x="539165" y="1774952"/>
                  </a:lnTo>
                  <a:lnTo>
                    <a:pt x="619125" y="1724164"/>
                  </a:lnTo>
                  <a:lnTo>
                    <a:pt x="623316" y="1736864"/>
                  </a:lnTo>
                  <a:lnTo>
                    <a:pt x="628269" y="1736864"/>
                  </a:lnTo>
                  <a:lnTo>
                    <a:pt x="633730" y="1749564"/>
                  </a:lnTo>
                  <a:lnTo>
                    <a:pt x="645033" y="1749564"/>
                  </a:lnTo>
                  <a:lnTo>
                    <a:pt x="645033" y="1622552"/>
                  </a:lnTo>
                  <a:lnTo>
                    <a:pt x="643509" y="1622552"/>
                  </a:lnTo>
                  <a:lnTo>
                    <a:pt x="632460" y="1609852"/>
                  </a:lnTo>
                  <a:lnTo>
                    <a:pt x="632460" y="1622552"/>
                  </a:lnTo>
                  <a:lnTo>
                    <a:pt x="627507" y="1622552"/>
                  </a:lnTo>
                  <a:lnTo>
                    <a:pt x="625729" y="1635252"/>
                  </a:lnTo>
                  <a:lnTo>
                    <a:pt x="622300" y="1635252"/>
                  </a:lnTo>
                  <a:lnTo>
                    <a:pt x="611378" y="1646288"/>
                  </a:lnTo>
                  <a:lnTo>
                    <a:pt x="615569" y="1647952"/>
                  </a:lnTo>
                  <a:lnTo>
                    <a:pt x="613410" y="1647952"/>
                  </a:lnTo>
                  <a:lnTo>
                    <a:pt x="613410" y="1711464"/>
                  </a:lnTo>
                  <a:lnTo>
                    <a:pt x="515620" y="1774952"/>
                  </a:lnTo>
                  <a:lnTo>
                    <a:pt x="505587" y="1736864"/>
                  </a:lnTo>
                  <a:lnTo>
                    <a:pt x="505587" y="1774952"/>
                  </a:lnTo>
                  <a:lnTo>
                    <a:pt x="467741" y="1800352"/>
                  </a:lnTo>
                  <a:lnTo>
                    <a:pt x="488442" y="1724164"/>
                  </a:lnTo>
                  <a:lnTo>
                    <a:pt x="505587" y="1774952"/>
                  </a:lnTo>
                  <a:lnTo>
                    <a:pt x="505587" y="1736864"/>
                  </a:lnTo>
                  <a:lnTo>
                    <a:pt x="501726" y="1724164"/>
                  </a:lnTo>
                  <a:lnTo>
                    <a:pt x="494030" y="1698764"/>
                  </a:lnTo>
                  <a:lnTo>
                    <a:pt x="497903" y="1686052"/>
                  </a:lnTo>
                  <a:lnTo>
                    <a:pt x="517271" y="1622552"/>
                  </a:lnTo>
                  <a:lnTo>
                    <a:pt x="610743" y="1660652"/>
                  </a:lnTo>
                  <a:lnTo>
                    <a:pt x="598728" y="1686052"/>
                  </a:lnTo>
                  <a:lnTo>
                    <a:pt x="613410" y="1711464"/>
                  </a:lnTo>
                  <a:lnTo>
                    <a:pt x="613410" y="1647952"/>
                  </a:lnTo>
                  <a:lnTo>
                    <a:pt x="609727" y="1647952"/>
                  </a:lnTo>
                  <a:lnTo>
                    <a:pt x="611378" y="1646288"/>
                  </a:lnTo>
                  <a:lnTo>
                    <a:pt x="552069" y="1622552"/>
                  </a:lnTo>
                  <a:lnTo>
                    <a:pt x="520319" y="1609852"/>
                  </a:lnTo>
                  <a:lnTo>
                    <a:pt x="550291" y="1495552"/>
                  </a:lnTo>
                  <a:lnTo>
                    <a:pt x="632460" y="1622552"/>
                  </a:lnTo>
                  <a:lnTo>
                    <a:pt x="632460" y="1609852"/>
                  </a:lnTo>
                  <a:lnTo>
                    <a:pt x="562165" y="1495552"/>
                  </a:lnTo>
                  <a:lnTo>
                    <a:pt x="554355" y="1482852"/>
                  </a:lnTo>
                  <a:lnTo>
                    <a:pt x="557961" y="1470152"/>
                  </a:lnTo>
                  <a:lnTo>
                    <a:pt x="572389" y="1419352"/>
                  </a:lnTo>
                  <a:lnTo>
                    <a:pt x="646811" y="1622552"/>
                  </a:lnTo>
                  <a:lnTo>
                    <a:pt x="646811" y="1584452"/>
                  </a:lnTo>
                  <a:lnTo>
                    <a:pt x="586714" y="1419352"/>
                  </a:lnTo>
                  <a:lnTo>
                    <a:pt x="577469" y="1393952"/>
                  </a:lnTo>
                  <a:lnTo>
                    <a:pt x="580872" y="1381252"/>
                  </a:lnTo>
                  <a:lnTo>
                    <a:pt x="662813" y="1076452"/>
                  </a:lnTo>
                  <a:lnTo>
                    <a:pt x="690499" y="1089152"/>
                  </a:lnTo>
                  <a:lnTo>
                    <a:pt x="688276" y="1076452"/>
                  </a:lnTo>
                  <a:lnTo>
                    <a:pt x="686054" y="1063752"/>
                  </a:lnTo>
                  <a:lnTo>
                    <a:pt x="675132" y="1012952"/>
                  </a:lnTo>
                  <a:lnTo>
                    <a:pt x="660146" y="987552"/>
                  </a:lnTo>
                  <a:lnTo>
                    <a:pt x="651891" y="977925"/>
                  </a:lnTo>
                  <a:lnTo>
                    <a:pt x="651891" y="1012952"/>
                  </a:lnTo>
                  <a:lnTo>
                    <a:pt x="651891" y="1076452"/>
                  </a:lnTo>
                  <a:lnTo>
                    <a:pt x="570738" y="1381252"/>
                  </a:lnTo>
                  <a:lnTo>
                    <a:pt x="565658" y="1355852"/>
                  </a:lnTo>
                  <a:lnTo>
                    <a:pt x="565658" y="1393952"/>
                  </a:lnTo>
                  <a:lnTo>
                    <a:pt x="546100" y="1470152"/>
                  </a:lnTo>
                  <a:lnTo>
                    <a:pt x="542036" y="1457452"/>
                  </a:lnTo>
                  <a:lnTo>
                    <a:pt x="542036" y="1482852"/>
                  </a:lnTo>
                  <a:lnTo>
                    <a:pt x="509778" y="1597152"/>
                  </a:lnTo>
                  <a:lnTo>
                    <a:pt x="506857" y="1597152"/>
                  </a:lnTo>
                  <a:lnTo>
                    <a:pt x="506857" y="1609852"/>
                  </a:lnTo>
                  <a:lnTo>
                    <a:pt x="487680" y="1686052"/>
                  </a:lnTo>
                  <a:lnTo>
                    <a:pt x="482219" y="1660652"/>
                  </a:lnTo>
                  <a:lnTo>
                    <a:pt x="482219" y="1698764"/>
                  </a:lnTo>
                  <a:lnTo>
                    <a:pt x="453771" y="1813052"/>
                  </a:lnTo>
                  <a:lnTo>
                    <a:pt x="449453" y="1813052"/>
                  </a:lnTo>
                  <a:lnTo>
                    <a:pt x="449453" y="1825752"/>
                  </a:lnTo>
                  <a:lnTo>
                    <a:pt x="325755" y="2282952"/>
                  </a:lnTo>
                  <a:lnTo>
                    <a:pt x="88773" y="2041652"/>
                  </a:lnTo>
                  <a:lnTo>
                    <a:pt x="109982" y="2028952"/>
                  </a:lnTo>
                  <a:lnTo>
                    <a:pt x="449453" y="1825752"/>
                  </a:lnTo>
                  <a:lnTo>
                    <a:pt x="449453" y="1813052"/>
                  </a:lnTo>
                  <a:lnTo>
                    <a:pt x="93853" y="2028952"/>
                  </a:lnTo>
                  <a:lnTo>
                    <a:pt x="350520" y="1546352"/>
                  </a:lnTo>
                  <a:lnTo>
                    <a:pt x="444627" y="1584452"/>
                  </a:lnTo>
                  <a:lnTo>
                    <a:pt x="482219" y="1698764"/>
                  </a:lnTo>
                  <a:lnTo>
                    <a:pt x="482219" y="1660652"/>
                  </a:lnTo>
                  <a:lnTo>
                    <a:pt x="458597" y="1584452"/>
                  </a:lnTo>
                  <a:lnTo>
                    <a:pt x="506857" y="1609852"/>
                  </a:lnTo>
                  <a:lnTo>
                    <a:pt x="506857" y="1597152"/>
                  </a:lnTo>
                  <a:lnTo>
                    <a:pt x="480441" y="1584452"/>
                  </a:lnTo>
                  <a:lnTo>
                    <a:pt x="454025" y="1571752"/>
                  </a:lnTo>
                  <a:lnTo>
                    <a:pt x="440055" y="1533652"/>
                  </a:lnTo>
                  <a:lnTo>
                    <a:pt x="440055" y="1571752"/>
                  </a:lnTo>
                  <a:lnTo>
                    <a:pt x="383997" y="1546352"/>
                  </a:lnTo>
                  <a:lnTo>
                    <a:pt x="355981" y="1533652"/>
                  </a:lnTo>
                  <a:lnTo>
                    <a:pt x="362432" y="1520952"/>
                  </a:lnTo>
                  <a:lnTo>
                    <a:pt x="401193" y="1444752"/>
                  </a:lnTo>
                  <a:lnTo>
                    <a:pt x="440055" y="1571752"/>
                  </a:lnTo>
                  <a:lnTo>
                    <a:pt x="440055" y="1533652"/>
                  </a:lnTo>
                  <a:lnTo>
                    <a:pt x="412597" y="1444752"/>
                  </a:lnTo>
                  <a:lnTo>
                    <a:pt x="408686" y="1432052"/>
                  </a:lnTo>
                  <a:lnTo>
                    <a:pt x="415315" y="1419352"/>
                  </a:lnTo>
                  <a:lnTo>
                    <a:pt x="455168" y="1343152"/>
                  </a:lnTo>
                  <a:lnTo>
                    <a:pt x="542036" y="1482852"/>
                  </a:lnTo>
                  <a:lnTo>
                    <a:pt x="542036" y="1457452"/>
                  </a:lnTo>
                  <a:lnTo>
                    <a:pt x="469455" y="1343152"/>
                  </a:lnTo>
                  <a:lnTo>
                    <a:pt x="461391" y="1330452"/>
                  </a:lnTo>
                  <a:lnTo>
                    <a:pt x="468350" y="1317752"/>
                  </a:lnTo>
                  <a:lnTo>
                    <a:pt x="510159" y="1241552"/>
                  </a:lnTo>
                  <a:lnTo>
                    <a:pt x="565658" y="1393952"/>
                  </a:lnTo>
                  <a:lnTo>
                    <a:pt x="565658" y="1355852"/>
                  </a:lnTo>
                  <a:lnTo>
                    <a:pt x="522224" y="1241552"/>
                  </a:lnTo>
                  <a:lnTo>
                    <a:pt x="517398" y="1228852"/>
                  </a:lnTo>
                  <a:lnTo>
                    <a:pt x="524471" y="1216152"/>
                  </a:lnTo>
                  <a:lnTo>
                    <a:pt x="545719" y="1178052"/>
                  </a:lnTo>
                  <a:lnTo>
                    <a:pt x="570865" y="1190752"/>
                  </a:lnTo>
                  <a:lnTo>
                    <a:pt x="571195" y="1178052"/>
                  </a:lnTo>
                  <a:lnTo>
                    <a:pt x="572897" y="1114552"/>
                  </a:lnTo>
                  <a:lnTo>
                    <a:pt x="510413" y="1152652"/>
                  </a:lnTo>
                  <a:lnTo>
                    <a:pt x="535559" y="1165352"/>
                  </a:lnTo>
                  <a:lnTo>
                    <a:pt x="512191" y="1216152"/>
                  </a:lnTo>
                  <a:lnTo>
                    <a:pt x="504952" y="1190752"/>
                  </a:lnTo>
                  <a:lnTo>
                    <a:pt x="504952" y="1228852"/>
                  </a:lnTo>
                  <a:lnTo>
                    <a:pt x="454406" y="1317752"/>
                  </a:lnTo>
                  <a:lnTo>
                    <a:pt x="448183" y="1305052"/>
                  </a:lnTo>
                  <a:lnTo>
                    <a:pt x="448183" y="1330452"/>
                  </a:lnTo>
                  <a:lnTo>
                    <a:pt x="403987" y="1419352"/>
                  </a:lnTo>
                  <a:lnTo>
                    <a:pt x="396367" y="1393952"/>
                  </a:lnTo>
                  <a:lnTo>
                    <a:pt x="396367" y="1432052"/>
                  </a:lnTo>
                  <a:lnTo>
                    <a:pt x="345567" y="1520952"/>
                  </a:lnTo>
                  <a:lnTo>
                    <a:pt x="90424" y="1406652"/>
                  </a:lnTo>
                  <a:lnTo>
                    <a:pt x="109435" y="1393952"/>
                  </a:lnTo>
                  <a:lnTo>
                    <a:pt x="337693" y="1241552"/>
                  </a:lnTo>
                  <a:lnTo>
                    <a:pt x="396367" y="1432052"/>
                  </a:lnTo>
                  <a:lnTo>
                    <a:pt x="396367" y="1393952"/>
                  </a:lnTo>
                  <a:lnTo>
                    <a:pt x="347599" y="1241552"/>
                  </a:lnTo>
                  <a:lnTo>
                    <a:pt x="361632" y="1228852"/>
                  </a:lnTo>
                  <a:lnTo>
                    <a:pt x="375666" y="1216152"/>
                  </a:lnTo>
                  <a:lnTo>
                    <a:pt x="448183" y="1330452"/>
                  </a:lnTo>
                  <a:lnTo>
                    <a:pt x="448183" y="1305052"/>
                  </a:lnTo>
                  <a:lnTo>
                    <a:pt x="385191" y="1216152"/>
                  </a:lnTo>
                  <a:lnTo>
                    <a:pt x="403631" y="1203452"/>
                  </a:lnTo>
                  <a:lnTo>
                    <a:pt x="379095" y="1203452"/>
                  </a:lnTo>
                  <a:lnTo>
                    <a:pt x="369570" y="1203452"/>
                  </a:lnTo>
                  <a:lnTo>
                    <a:pt x="344043" y="1228852"/>
                  </a:lnTo>
                  <a:lnTo>
                    <a:pt x="334137" y="1190752"/>
                  </a:lnTo>
                  <a:lnTo>
                    <a:pt x="334137" y="1228852"/>
                  </a:lnTo>
                  <a:lnTo>
                    <a:pt x="96266" y="1393952"/>
                  </a:lnTo>
                  <a:lnTo>
                    <a:pt x="276987" y="1063752"/>
                  </a:lnTo>
                  <a:lnTo>
                    <a:pt x="284099" y="1076452"/>
                  </a:lnTo>
                  <a:lnTo>
                    <a:pt x="334137" y="1228852"/>
                  </a:lnTo>
                  <a:lnTo>
                    <a:pt x="334137" y="1190752"/>
                  </a:lnTo>
                  <a:lnTo>
                    <a:pt x="307975" y="1114552"/>
                  </a:lnTo>
                  <a:lnTo>
                    <a:pt x="369570" y="1203452"/>
                  </a:lnTo>
                  <a:lnTo>
                    <a:pt x="369570" y="1190752"/>
                  </a:lnTo>
                  <a:lnTo>
                    <a:pt x="324612" y="1114552"/>
                  </a:lnTo>
                  <a:lnTo>
                    <a:pt x="294640" y="1063752"/>
                  </a:lnTo>
                  <a:lnTo>
                    <a:pt x="286893" y="1038352"/>
                  </a:lnTo>
                  <a:lnTo>
                    <a:pt x="293776" y="1025652"/>
                  </a:lnTo>
                  <a:lnTo>
                    <a:pt x="376428" y="873252"/>
                  </a:lnTo>
                  <a:lnTo>
                    <a:pt x="380492" y="873252"/>
                  </a:lnTo>
                  <a:lnTo>
                    <a:pt x="473329" y="1139952"/>
                  </a:lnTo>
                  <a:lnTo>
                    <a:pt x="397941" y="1190752"/>
                  </a:lnTo>
                  <a:lnTo>
                    <a:pt x="422071" y="1190752"/>
                  </a:lnTo>
                  <a:lnTo>
                    <a:pt x="477393" y="1152652"/>
                  </a:lnTo>
                  <a:lnTo>
                    <a:pt x="504952" y="1228852"/>
                  </a:lnTo>
                  <a:lnTo>
                    <a:pt x="504952" y="1190752"/>
                  </a:lnTo>
                  <a:lnTo>
                    <a:pt x="491515" y="1152652"/>
                  </a:lnTo>
                  <a:lnTo>
                    <a:pt x="487045" y="1139952"/>
                  </a:lnTo>
                  <a:lnTo>
                    <a:pt x="506234" y="1127252"/>
                  </a:lnTo>
                  <a:lnTo>
                    <a:pt x="621411" y="1051052"/>
                  </a:lnTo>
                  <a:lnTo>
                    <a:pt x="628142" y="1063752"/>
                  </a:lnTo>
                  <a:lnTo>
                    <a:pt x="632460" y="1063752"/>
                  </a:lnTo>
                  <a:lnTo>
                    <a:pt x="637159" y="1076452"/>
                  </a:lnTo>
                  <a:lnTo>
                    <a:pt x="651891" y="1076452"/>
                  </a:lnTo>
                  <a:lnTo>
                    <a:pt x="651891" y="1012952"/>
                  </a:lnTo>
                  <a:lnTo>
                    <a:pt x="599186" y="1025652"/>
                  </a:lnTo>
                  <a:lnTo>
                    <a:pt x="614934" y="1038352"/>
                  </a:lnTo>
                  <a:lnTo>
                    <a:pt x="483108" y="1127252"/>
                  </a:lnTo>
                  <a:lnTo>
                    <a:pt x="473329" y="1101852"/>
                  </a:lnTo>
                  <a:lnTo>
                    <a:pt x="394970" y="885952"/>
                  </a:lnTo>
                  <a:lnTo>
                    <a:pt x="610743" y="987552"/>
                  </a:lnTo>
                  <a:lnTo>
                    <a:pt x="598678" y="1012952"/>
                  </a:lnTo>
                  <a:lnTo>
                    <a:pt x="651891" y="1012952"/>
                  </a:lnTo>
                  <a:lnTo>
                    <a:pt x="651891" y="977925"/>
                  </a:lnTo>
                  <a:lnTo>
                    <a:pt x="649262" y="974852"/>
                  </a:lnTo>
                  <a:lnTo>
                    <a:pt x="627507" y="949452"/>
                  </a:lnTo>
                  <a:lnTo>
                    <a:pt x="615569" y="974852"/>
                  </a:lnTo>
                  <a:lnTo>
                    <a:pt x="417868" y="885952"/>
                  </a:lnTo>
                  <a:lnTo>
                    <a:pt x="389636" y="873252"/>
                  </a:lnTo>
                  <a:lnTo>
                    <a:pt x="385699" y="860552"/>
                  </a:lnTo>
                  <a:lnTo>
                    <a:pt x="392684" y="847852"/>
                  </a:lnTo>
                  <a:lnTo>
                    <a:pt x="525526" y="606552"/>
                  </a:lnTo>
                  <a:lnTo>
                    <a:pt x="690880" y="809752"/>
                  </a:lnTo>
                  <a:lnTo>
                    <a:pt x="668528" y="835152"/>
                  </a:lnTo>
                  <a:lnTo>
                    <a:pt x="738124" y="860552"/>
                  </a:lnTo>
                  <a:lnTo>
                    <a:pt x="727456" y="809752"/>
                  </a:lnTo>
                  <a:lnTo>
                    <a:pt x="722122" y="784352"/>
                  </a:lnTo>
                  <a:lnTo>
                    <a:pt x="699770" y="809752"/>
                  </a:lnTo>
                  <a:lnTo>
                    <a:pt x="541388" y="606552"/>
                  </a:lnTo>
                  <a:lnTo>
                    <a:pt x="531495" y="593852"/>
                  </a:lnTo>
                  <a:lnTo>
                    <a:pt x="611632" y="441452"/>
                  </a:lnTo>
                  <a:lnTo>
                    <a:pt x="636524" y="466852"/>
                  </a:lnTo>
                  <a:lnTo>
                    <a:pt x="637286" y="441452"/>
                  </a:lnTo>
                  <a:lnTo>
                    <a:pt x="637667" y="428752"/>
                  </a:lnTo>
                  <a:lnTo>
                    <a:pt x="639445" y="390652"/>
                  </a:lnTo>
                  <a:lnTo>
                    <a:pt x="576580" y="428752"/>
                  </a:lnTo>
                  <a:lnTo>
                    <a:pt x="601472" y="441452"/>
                  </a:lnTo>
                  <a:lnTo>
                    <a:pt x="523748" y="581152"/>
                  </a:lnTo>
                  <a:lnTo>
                    <a:pt x="517779" y="581152"/>
                  </a:lnTo>
                  <a:lnTo>
                    <a:pt x="517779" y="593852"/>
                  </a:lnTo>
                  <a:lnTo>
                    <a:pt x="380492" y="847852"/>
                  </a:lnTo>
                  <a:lnTo>
                    <a:pt x="373253" y="822452"/>
                  </a:lnTo>
                  <a:lnTo>
                    <a:pt x="373253" y="860552"/>
                  </a:lnTo>
                  <a:lnTo>
                    <a:pt x="365887" y="860552"/>
                  </a:lnTo>
                  <a:lnTo>
                    <a:pt x="365887" y="873252"/>
                  </a:lnTo>
                  <a:lnTo>
                    <a:pt x="282067" y="1025652"/>
                  </a:lnTo>
                  <a:lnTo>
                    <a:pt x="270764" y="987552"/>
                  </a:lnTo>
                  <a:lnTo>
                    <a:pt x="270764" y="1025652"/>
                  </a:lnTo>
                  <a:lnTo>
                    <a:pt x="94488" y="746252"/>
                  </a:lnTo>
                  <a:lnTo>
                    <a:pt x="197866" y="797052"/>
                  </a:lnTo>
                  <a:lnTo>
                    <a:pt x="270764" y="1025652"/>
                  </a:lnTo>
                  <a:lnTo>
                    <a:pt x="270764" y="987552"/>
                  </a:lnTo>
                  <a:lnTo>
                    <a:pt x="211836" y="797052"/>
                  </a:lnTo>
                  <a:lnTo>
                    <a:pt x="365887" y="873252"/>
                  </a:lnTo>
                  <a:lnTo>
                    <a:pt x="365887" y="860552"/>
                  </a:lnTo>
                  <a:lnTo>
                    <a:pt x="233692" y="797052"/>
                  </a:lnTo>
                  <a:lnTo>
                    <a:pt x="207264" y="784352"/>
                  </a:lnTo>
                  <a:lnTo>
                    <a:pt x="193294" y="746252"/>
                  </a:lnTo>
                  <a:lnTo>
                    <a:pt x="193294" y="784352"/>
                  </a:lnTo>
                  <a:lnTo>
                    <a:pt x="116332" y="746252"/>
                  </a:lnTo>
                  <a:lnTo>
                    <a:pt x="90678" y="733552"/>
                  </a:lnTo>
                  <a:lnTo>
                    <a:pt x="161417" y="682752"/>
                  </a:lnTo>
                  <a:lnTo>
                    <a:pt x="193294" y="784352"/>
                  </a:lnTo>
                  <a:lnTo>
                    <a:pt x="193294" y="746252"/>
                  </a:lnTo>
                  <a:lnTo>
                    <a:pt x="174879" y="682752"/>
                  </a:lnTo>
                  <a:lnTo>
                    <a:pt x="171196" y="670052"/>
                  </a:lnTo>
                  <a:lnTo>
                    <a:pt x="188772" y="657352"/>
                  </a:lnTo>
                  <a:lnTo>
                    <a:pt x="276733" y="593852"/>
                  </a:lnTo>
                  <a:lnTo>
                    <a:pt x="373253" y="860552"/>
                  </a:lnTo>
                  <a:lnTo>
                    <a:pt x="373253" y="822452"/>
                  </a:lnTo>
                  <a:lnTo>
                    <a:pt x="290715" y="593852"/>
                  </a:lnTo>
                  <a:lnTo>
                    <a:pt x="286131" y="581152"/>
                  </a:lnTo>
                  <a:lnTo>
                    <a:pt x="303415" y="568452"/>
                  </a:lnTo>
                  <a:lnTo>
                    <a:pt x="424434" y="479552"/>
                  </a:lnTo>
                  <a:lnTo>
                    <a:pt x="517779" y="593852"/>
                  </a:lnTo>
                  <a:lnTo>
                    <a:pt x="517779" y="581152"/>
                  </a:lnTo>
                  <a:lnTo>
                    <a:pt x="442925" y="479552"/>
                  </a:lnTo>
                  <a:lnTo>
                    <a:pt x="433578" y="466852"/>
                  </a:lnTo>
                  <a:lnTo>
                    <a:pt x="426466" y="466852"/>
                  </a:lnTo>
                  <a:lnTo>
                    <a:pt x="417449" y="466852"/>
                  </a:lnTo>
                  <a:lnTo>
                    <a:pt x="282194" y="568452"/>
                  </a:lnTo>
                  <a:lnTo>
                    <a:pt x="103378" y="73152"/>
                  </a:lnTo>
                  <a:lnTo>
                    <a:pt x="417449" y="466852"/>
                  </a:lnTo>
                  <a:lnTo>
                    <a:pt x="417449" y="454152"/>
                  </a:lnTo>
                  <a:lnTo>
                    <a:pt x="114261" y="73152"/>
                  </a:lnTo>
                  <a:lnTo>
                    <a:pt x="83947" y="35052"/>
                  </a:lnTo>
                  <a:lnTo>
                    <a:pt x="75057" y="35052"/>
                  </a:lnTo>
                  <a:lnTo>
                    <a:pt x="83312" y="47752"/>
                  </a:lnTo>
                  <a:lnTo>
                    <a:pt x="82296" y="47752"/>
                  </a:lnTo>
                  <a:lnTo>
                    <a:pt x="272669" y="581152"/>
                  </a:lnTo>
                  <a:lnTo>
                    <a:pt x="167513" y="657352"/>
                  </a:lnTo>
                  <a:lnTo>
                    <a:pt x="10922" y="162052"/>
                  </a:lnTo>
                  <a:lnTo>
                    <a:pt x="0" y="162052"/>
                  </a:lnTo>
                  <a:lnTo>
                    <a:pt x="157861" y="670052"/>
                  </a:lnTo>
                  <a:lnTo>
                    <a:pt x="76073" y="733552"/>
                  </a:lnTo>
                  <a:lnTo>
                    <a:pt x="74676" y="733552"/>
                  </a:lnTo>
                  <a:lnTo>
                    <a:pt x="270002" y="1051052"/>
                  </a:lnTo>
                  <a:lnTo>
                    <a:pt x="74422" y="1406652"/>
                  </a:lnTo>
                  <a:lnTo>
                    <a:pt x="79502" y="1406652"/>
                  </a:lnTo>
                  <a:lnTo>
                    <a:pt x="77089" y="1419352"/>
                  </a:lnTo>
                  <a:lnTo>
                    <a:pt x="340233" y="1533652"/>
                  </a:lnTo>
                  <a:lnTo>
                    <a:pt x="74422" y="2028952"/>
                  </a:lnTo>
                  <a:lnTo>
                    <a:pt x="79248" y="2041652"/>
                  </a:lnTo>
                  <a:lnTo>
                    <a:pt x="75311" y="2041652"/>
                  </a:lnTo>
                  <a:lnTo>
                    <a:pt x="322326" y="2295652"/>
                  </a:lnTo>
                  <a:lnTo>
                    <a:pt x="79629" y="3197352"/>
                  </a:lnTo>
                  <a:lnTo>
                    <a:pt x="88773" y="3197352"/>
                  </a:lnTo>
                  <a:lnTo>
                    <a:pt x="116459" y="3171952"/>
                  </a:lnTo>
                  <a:lnTo>
                    <a:pt x="628777" y="2702052"/>
                  </a:lnTo>
                  <a:lnTo>
                    <a:pt x="648081" y="2727452"/>
                  </a:lnTo>
                  <a:lnTo>
                    <a:pt x="657390" y="2702052"/>
                  </a:lnTo>
                  <a:lnTo>
                    <a:pt x="662051" y="2689352"/>
                  </a:lnTo>
                  <a:lnTo>
                    <a:pt x="675132" y="2651252"/>
                  </a:lnTo>
                  <a:lnTo>
                    <a:pt x="674751" y="2651252"/>
                  </a:lnTo>
                  <a:lnTo>
                    <a:pt x="601599" y="2676652"/>
                  </a:lnTo>
                  <a:lnTo>
                    <a:pt x="621030" y="2702052"/>
                  </a:lnTo>
                  <a:lnTo>
                    <a:pt x="99695" y="3171952"/>
                  </a:lnTo>
                  <a:lnTo>
                    <a:pt x="129552" y="3095752"/>
                  </a:lnTo>
                  <a:lnTo>
                    <a:pt x="408305" y="2384552"/>
                  </a:lnTo>
                  <a:lnTo>
                    <a:pt x="623443" y="2613152"/>
                  </a:lnTo>
                  <a:lnTo>
                    <a:pt x="602996" y="2625852"/>
                  </a:lnTo>
                  <a:lnTo>
                    <a:pt x="674751" y="2651252"/>
                  </a:lnTo>
                  <a:lnTo>
                    <a:pt x="663575" y="2613152"/>
                  </a:lnTo>
                  <a:lnTo>
                    <a:pt x="659803" y="2600452"/>
                  </a:lnTo>
                  <a:lnTo>
                    <a:pt x="652272" y="2575052"/>
                  </a:lnTo>
                  <a:lnTo>
                    <a:pt x="631698" y="2600452"/>
                  </a:lnTo>
                  <a:lnTo>
                    <a:pt x="425030" y="2384552"/>
                  </a:lnTo>
                  <a:lnTo>
                    <a:pt x="412877" y="2371852"/>
                  </a:lnTo>
                  <a:lnTo>
                    <a:pt x="567563" y="1978152"/>
                  </a:lnTo>
                  <a:lnTo>
                    <a:pt x="712851" y="2448052"/>
                  </a:lnTo>
                  <a:lnTo>
                    <a:pt x="685673" y="2448052"/>
                  </a:lnTo>
                  <a:lnTo>
                    <a:pt x="738759" y="2511552"/>
                  </a:lnTo>
                  <a:lnTo>
                    <a:pt x="750951" y="2435352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92089" y="755141"/>
              <a:ext cx="1655445" cy="4025265"/>
            </a:xfrm>
            <a:custGeom>
              <a:avLst/>
              <a:gdLst/>
              <a:ahLst/>
              <a:cxnLst/>
              <a:rect l="l" t="t" r="r" b="b"/>
              <a:pathLst>
                <a:path w="1655445" h="4025265">
                  <a:moveTo>
                    <a:pt x="0" y="4024884"/>
                  </a:moveTo>
                  <a:lnTo>
                    <a:pt x="1654937" y="4024884"/>
                  </a:lnTo>
                  <a:lnTo>
                    <a:pt x="1654937" y="0"/>
                  </a:lnTo>
                  <a:lnTo>
                    <a:pt x="0" y="0"/>
                  </a:lnTo>
                  <a:lnTo>
                    <a:pt x="0" y="402488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39711" y="2591053"/>
              <a:ext cx="1753870" cy="1197610"/>
            </a:xfrm>
            <a:custGeom>
              <a:avLst/>
              <a:gdLst/>
              <a:ahLst/>
              <a:cxnLst/>
              <a:rect l="l" t="t" r="r" b="b"/>
              <a:pathLst>
                <a:path w="1753870" h="1197610">
                  <a:moveTo>
                    <a:pt x="1747266" y="0"/>
                  </a:moveTo>
                  <a:lnTo>
                    <a:pt x="0" y="1187831"/>
                  </a:lnTo>
                  <a:lnTo>
                    <a:pt x="6350" y="1197102"/>
                  </a:lnTo>
                  <a:lnTo>
                    <a:pt x="1753616" y="9525"/>
                  </a:lnTo>
                  <a:lnTo>
                    <a:pt x="174726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0976" y="2557271"/>
              <a:ext cx="75819" cy="669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7055" y="3180587"/>
              <a:ext cx="38098" cy="4419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87724" y="3369563"/>
              <a:ext cx="1735455" cy="718820"/>
            </a:xfrm>
            <a:custGeom>
              <a:avLst/>
              <a:gdLst/>
              <a:ahLst/>
              <a:cxnLst/>
              <a:rect l="l" t="t" r="r" b="b"/>
              <a:pathLst>
                <a:path w="1735454" h="718820">
                  <a:moveTo>
                    <a:pt x="21793" y="6731"/>
                  </a:moveTo>
                  <a:lnTo>
                    <a:pt x="21463" y="6223"/>
                  </a:lnTo>
                  <a:lnTo>
                    <a:pt x="21209" y="5842"/>
                  </a:lnTo>
                  <a:lnTo>
                    <a:pt x="20828" y="5080"/>
                  </a:lnTo>
                  <a:lnTo>
                    <a:pt x="20066" y="3683"/>
                  </a:lnTo>
                  <a:lnTo>
                    <a:pt x="18923" y="3048"/>
                  </a:lnTo>
                  <a:lnTo>
                    <a:pt x="18923" y="6731"/>
                  </a:lnTo>
                  <a:lnTo>
                    <a:pt x="21209" y="6731"/>
                  </a:lnTo>
                  <a:lnTo>
                    <a:pt x="21463" y="6731"/>
                  </a:lnTo>
                  <a:lnTo>
                    <a:pt x="21793" y="6731"/>
                  </a:lnTo>
                  <a:close/>
                </a:path>
                <a:path w="1735454" h="718820">
                  <a:moveTo>
                    <a:pt x="24638" y="12954"/>
                  </a:moveTo>
                  <a:lnTo>
                    <a:pt x="22733" y="8890"/>
                  </a:lnTo>
                  <a:lnTo>
                    <a:pt x="21971" y="8509"/>
                  </a:lnTo>
                  <a:lnTo>
                    <a:pt x="21971" y="6985"/>
                  </a:lnTo>
                  <a:lnTo>
                    <a:pt x="21463" y="6985"/>
                  </a:lnTo>
                  <a:lnTo>
                    <a:pt x="21386" y="15494"/>
                  </a:lnTo>
                  <a:lnTo>
                    <a:pt x="20320" y="17526"/>
                  </a:lnTo>
                  <a:lnTo>
                    <a:pt x="20066" y="17907"/>
                  </a:lnTo>
                  <a:lnTo>
                    <a:pt x="20066" y="18161"/>
                  </a:lnTo>
                  <a:lnTo>
                    <a:pt x="19875" y="18351"/>
                  </a:lnTo>
                  <a:lnTo>
                    <a:pt x="19913" y="18161"/>
                  </a:lnTo>
                  <a:lnTo>
                    <a:pt x="20002" y="17907"/>
                  </a:lnTo>
                  <a:lnTo>
                    <a:pt x="20205" y="17526"/>
                  </a:lnTo>
                  <a:lnTo>
                    <a:pt x="21386" y="15494"/>
                  </a:lnTo>
                  <a:lnTo>
                    <a:pt x="21386" y="6985"/>
                  </a:lnTo>
                  <a:lnTo>
                    <a:pt x="21209" y="6985"/>
                  </a:lnTo>
                  <a:lnTo>
                    <a:pt x="18923" y="6985"/>
                  </a:lnTo>
                  <a:lnTo>
                    <a:pt x="18923" y="19812"/>
                  </a:lnTo>
                  <a:lnTo>
                    <a:pt x="18884" y="6985"/>
                  </a:lnTo>
                  <a:lnTo>
                    <a:pt x="18415" y="6985"/>
                  </a:lnTo>
                  <a:lnTo>
                    <a:pt x="17399" y="6985"/>
                  </a:lnTo>
                  <a:lnTo>
                    <a:pt x="16637" y="6731"/>
                  </a:lnTo>
                  <a:lnTo>
                    <a:pt x="16878" y="6858"/>
                  </a:lnTo>
                  <a:lnTo>
                    <a:pt x="16370" y="6731"/>
                  </a:lnTo>
                  <a:lnTo>
                    <a:pt x="16637" y="6731"/>
                  </a:lnTo>
                  <a:lnTo>
                    <a:pt x="17399" y="6731"/>
                  </a:lnTo>
                  <a:lnTo>
                    <a:pt x="18415" y="6731"/>
                  </a:lnTo>
                  <a:lnTo>
                    <a:pt x="18884" y="6731"/>
                  </a:lnTo>
                  <a:lnTo>
                    <a:pt x="18923" y="3048"/>
                  </a:lnTo>
                  <a:lnTo>
                    <a:pt x="18415" y="2794"/>
                  </a:lnTo>
                  <a:lnTo>
                    <a:pt x="17399" y="2159"/>
                  </a:lnTo>
                  <a:lnTo>
                    <a:pt x="14859" y="635"/>
                  </a:lnTo>
                  <a:lnTo>
                    <a:pt x="13843" y="127"/>
                  </a:lnTo>
                  <a:lnTo>
                    <a:pt x="10033" y="0"/>
                  </a:lnTo>
                  <a:lnTo>
                    <a:pt x="8128" y="1016"/>
                  </a:lnTo>
                  <a:lnTo>
                    <a:pt x="5080" y="1778"/>
                  </a:lnTo>
                  <a:lnTo>
                    <a:pt x="3810" y="2032"/>
                  </a:lnTo>
                  <a:lnTo>
                    <a:pt x="2641" y="3390"/>
                  </a:lnTo>
                  <a:lnTo>
                    <a:pt x="2641" y="17843"/>
                  </a:lnTo>
                  <a:lnTo>
                    <a:pt x="2425" y="17526"/>
                  </a:lnTo>
                  <a:lnTo>
                    <a:pt x="2463" y="17272"/>
                  </a:lnTo>
                  <a:lnTo>
                    <a:pt x="1993" y="16014"/>
                  </a:lnTo>
                  <a:lnTo>
                    <a:pt x="1905" y="15494"/>
                  </a:lnTo>
                  <a:lnTo>
                    <a:pt x="2501" y="17272"/>
                  </a:lnTo>
                  <a:lnTo>
                    <a:pt x="2590" y="17526"/>
                  </a:lnTo>
                  <a:lnTo>
                    <a:pt x="2641" y="17843"/>
                  </a:lnTo>
                  <a:lnTo>
                    <a:pt x="2641" y="3390"/>
                  </a:lnTo>
                  <a:lnTo>
                    <a:pt x="2006" y="4127"/>
                  </a:lnTo>
                  <a:lnTo>
                    <a:pt x="2006" y="14351"/>
                  </a:lnTo>
                  <a:lnTo>
                    <a:pt x="1892" y="14224"/>
                  </a:lnTo>
                  <a:lnTo>
                    <a:pt x="1778" y="13208"/>
                  </a:lnTo>
                  <a:lnTo>
                    <a:pt x="1803" y="13462"/>
                  </a:lnTo>
                  <a:lnTo>
                    <a:pt x="1917" y="14224"/>
                  </a:lnTo>
                  <a:lnTo>
                    <a:pt x="2006" y="14351"/>
                  </a:lnTo>
                  <a:lnTo>
                    <a:pt x="2006" y="4127"/>
                  </a:lnTo>
                  <a:lnTo>
                    <a:pt x="1397" y="4826"/>
                  </a:lnTo>
                  <a:lnTo>
                    <a:pt x="1397" y="11938"/>
                  </a:lnTo>
                  <a:lnTo>
                    <a:pt x="1270" y="11684"/>
                  </a:lnTo>
                  <a:lnTo>
                    <a:pt x="1397" y="4826"/>
                  </a:lnTo>
                  <a:lnTo>
                    <a:pt x="508" y="5842"/>
                  </a:lnTo>
                  <a:lnTo>
                    <a:pt x="419" y="8509"/>
                  </a:lnTo>
                  <a:lnTo>
                    <a:pt x="317" y="10541"/>
                  </a:lnTo>
                  <a:lnTo>
                    <a:pt x="190" y="11684"/>
                  </a:lnTo>
                  <a:lnTo>
                    <a:pt x="127" y="12446"/>
                  </a:lnTo>
                  <a:lnTo>
                    <a:pt x="0" y="14732"/>
                  </a:lnTo>
                  <a:lnTo>
                    <a:pt x="1333" y="16738"/>
                  </a:lnTo>
                  <a:lnTo>
                    <a:pt x="1206" y="16014"/>
                  </a:lnTo>
                  <a:lnTo>
                    <a:pt x="1079" y="15113"/>
                  </a:lnTo>
                  <a:lnTo>
                    <a:pt x="1168" y="15494"/>
                  </a:lnTo>
                  <a:lnTo>
                    <a:pt x="1270" y="15113"/>
                  </a:lnTo>
                  <a:lnTo>
                    <a:pt x="1447" y="15113"/>
                  </a:lnTo>
                  <a:lnTo>
                    <a:pt x="1562" y="14224"/>
                  </a:lnTo>
                  <a:lnTo>
                    <a:pt x="1524" y="14732"/>
                  </a:lnTo>
                  <a:lnTo>
                    <a:pt x="1638" y="14973"/>
                  </a:lnTo>
                  <a:lnTo>
                    <a:pt x="1587" y="14732"/>
                  </a:lnTo>
                  <a:lnTo>
                    <a:pt x="2311" y="14732"/>
                  </a:lnTo>
                  <a:lnTo>
                    <a:pt x="2616" y="15113"/>
                  </a:lnTo>
                  <a:lnTo>
                    <a:pt x="1714" y="15113"/>
                  </a:lnTo>
                  <a:lnTo>
                    <a:pt x="1460" y="15113"/>
                  </a:lnTo>
                  <a:lnTo>
                    <a:pt x="1397" y="15748"/>
                  </a:lnTo>
                  <a:lnTo>
                    <a:pt x="9144" y="25781"/>
                  </a:lnTo>
                  <a:lnTo>
                    <a:pt x="12560" y="25781"/>
                  </a:lnTo>
                  <a:lnTo>
                    <a:pt x="13716" y="25400"/>
                  </a:lnTo>
                  <a:lnTo>
                    <a:pt x="14351" y="25400"/>
                  </a:lnTo>
                  <a:lnTo>
                    <a:pt x="17018" y="24638"/>
                  </a:lnTo>
                  <a:lnTo>
                    <a:pt x="20574" y="23368"/>
                  </a:lnTo>
                  <a:lnTo>
                    <a:pt x="22860" y="21082"/>
                  </a:lnTo>
                  <a:lnTo>
                    <a:pt x="22999" y="20447"/>
                  </a:lnTo>
                  <a:lnTo>
                    <a:pt x="23152" y="19812"/>
                  </a:lnTo>
                  <a:lnTo>
                    <a:pt x="23241" y="19431"/>
                  </a:lnTo>
                  <a:lnTo>
                    <a:pt x="23342" y="18796"/>
                  </a:lnTo>
                  <a:lnTo>
                    <a:pt x="23444" y="18161"/>
                  </a:lnTo>
                  <a:lnTo>
                    <a:pt x="23571" y="17526"/>
                  </a:lnTo>
                  <a:lnTo>
                    <a:pt x="23622" y="17272"/>
                  </a:lnTo>
                  <a:lnTo>
                    <a:pt x="24638" y="13462"/>
                  </a:lnTo>
                  <a:lnTo>
                    <a:pt x="24638" y="12954"/>
                  </a:lnTo>
                  <a:close/>
                </a:path>
                <a:path w="1735454" h="718820">
                  <a:moveTo>
                    <a:pt x="25781" y="205740"/>
                  </a:moveTo>
                  <a:lnTo>
                    <a:pt x="24511" y="200660"/>
                  </a:lnTo>
                  <a:lnTo>
                    <a:pt x="23939" y="198501"/>
                  </a:lnTo>
                  <a:lnTo>
                    <a:pt x="23876" y="198247"/>
                  </a:lnTo>
                  <a:lnTo>
                    <a:pt x="23749" y="197866"/>
                  </a:lnTo>
                  <a:lnTo>
                    <a:pt x="23114" y="195453"/>
                  </a:lnTo>
                  <a:lnTo>
                    <a:pt x="21971" y="194691"/>
                  </a:lnTo>
                  <a:lnTo>
                    <a:pt x="18923" y="192913"/>
                  </a:lnTo>
                  <a:lnTo>
                    <a:pt x="18834" y="200660"/>
                  </a:lnTo>
                  <a:lnTo>
                    <a:pt x="18770" y="202565"/>
                  </a:lnTo>
                  <a:lnTo>
                    <a:pt x="18656" y="205740"/>
                  </a:lnTo>
                  <a:lnTo>
                    <a:pt x="18554" y="208915"/>
                  </a:lnTo>
                  <a:lnTo>
                    <a:pt x="18453" y="211074"/>
                  </a:lnTo>
                  <a:lnTo>
                    <a:pt x="18402" y="212217"/>
                  </a:lnTo>
                  <a:lnTo>
                    <a:pt x="18516" y="208915"/>
                  </a:lnTo>
                  <a:lnTo>
                    <a:pt x="18630" y="205740"/>
                  </a:lnTo>
                  <a:lnTo>
                    <a:pt x="18757" y="202565"/>
                  </a:lnTo>
                  <a:lnTo>
                    <a:pt x="18821" y="200660"/>
                  </a:lnTo>
                  <a:lnTo>
                    <a:pt x="18923" y="192913"/>
                  </a:lnTo>
                  <a:lnTo>
                    <a:pt x="17780" y="192151"/>
                  </a:lnTo>
                  <a:lnTo>
                    <a:pt x="11303" y="193802"/>
                  </a:lnTo>
                  <a:lnTo>
                    <a:pt x="8763" y="194945"/>
                  </a:lnTo>
                  <a:lnTo>
                    <a:pt x="8255" y="194945"/>
                  </a:lnTo>
                  <a:lnTo>
                    <a:pt x="5588" y="196215"/>
                  </a:lnTo>
                  <a:lnTo>
                    <a:pt x="3810" y="198247"/>
                  </a:lnTo>
                  <a:lnTo>
                    <a:pt x="3683" y="198501"/>
                  </a:lnTo>
                  <a:lnTo>
                    <a:pt x="0" y="202565"/>
                  </a:lnTo>
                  <a:lnTo>
                    <a:pt x="127" y="205740"/>
                  </a:lnTo>
                  <a:lnTo>
                    <a:pt x="254" y="208915"/>
                  </a:lnTo>
                  <a:lnTo>
                    <a:pt x="4318" y="212725"/>
                  </a:lnTo>
                  <a:lnTo>
                    <a:pt x="8255" y="216535"/>
                  </a:lnTo>
                  <a:lnTo>
                    <a:pt x="14478" y="216535"/>
                  </a:lnTo>
                  <a:lnTo>
                    <a:pt x="18415" y="212725"/>
                  </a:lnTo>
                  <a:lnTo>
                    <a:pt x="19050" y="212217"/>
                  </a:lnTo>
                  <a:lnTo>
                    <a:pt x="19304" y="211963"/>
                  </a:lnTo>
                  <a:lnTo>
                    <a:pt x="22606" y="211074"/>
                  </a:lnTo>
                  <a:lnTo>
                    <a:pt x="25781" y="205740"/>
                  </a:lnTo>
                  <a:close/>
                </a:path>
                <a:path w="1735454" h="718820">
                  <a:moveTo>
                    <a:pt x="1691767" y="705104"/>
                  </a:moveTo>
                  <a:lnTo>
                    <a:pt x="1691640" y="702945"/>
                  </a:lnTo>
                  <a:lnTo>
                    <a:pt x="1691640" y="702310"/>
                  </a:lnTo>
                  <a:lnTo>
                    <a:pt x="1691259" y="701040"/>
                  </a:lnTo>
                  <a:lnTo>
                    <a:pt x="1691259" y="700659"/>
                  </a:lnTo>
                  <a:lnTo>
                    <a:pt x="1689862" y="695960"/>
                  </a:lnTo>
                  <a:lnTo>
                    <a:pt x="1685417" y="692531"/>
                  </a:lnTo>
                  <a:lnTo>
                    <a:pt x="1675384" y="692531"/>
                  </a:lnTo>
                  <a:lnTo>
                    <a:pt x="1670939" y="695960"/>
                  </a:lnTo>
                  <a:lnTo>
                    <a:pt x="1669161" y="702310"/>
                  </a:lnTo>
                  <a:lnTo>
                    <a:pt x="1669034" y="702945"/>
                  </a:lnTo>
                  <a:lnTo>
                    <a:pt x="1668907" y="707898"/>
                  </a:lnTo>
                  <a:lnTo>
                    <a:pt x="1669923" y="711962"/>
                  </a:lnTo>
                  <a:lnTo>
                    <a:pt x="1670050" y="712089"/>
                  </a:lnTo>
                  <a:lnTo>
                    <a:pt x="1672336" y="715391"/>
                  </a:lnTo>
                  <a:lnTo>
                    <a:pt x="1674368" y="717677"/>
                  </a:lnTo>
                  <a:lnTo>
                    <a:pt x="1677416" y="718820"/>
                  </a:lnTo>
                  <a:lnTo>
                    <a:pt x="1683512" y="718820"/>
                  </a:lnTo>
                  <a:lnTo>
                    <a:pt x="1686306" y="717677"/>
                  </a:lnTo>
                  <a:lnTo>
                    <a:pt x="1688338" y="715391"/>
                  </a:lnTo>
                  <a:lnTo>
                    <a:pt x="1688719" y="715010"/>
                  </a:lnTo>
                  <a:lnTo>
                    <a:pt x="1690624" y="712089"/>
                  </a:lnTo>
                  <a:lnTo>
                    <a:pt x="1690751" y="711962"/>
                  </a:lnTo>
                  <a:lnTo>
                    <a:pt x="1691767" y="707898"/>
                  </a:lnTo>
                  <a:lnTo>
                    <a:pt x="1691767" y="705104"/>
                  </a:lnTo>
                  <a:close/>
                </a:path>
                <a:path w="1735454" h="718820">
                  <a:moveTo>
                    <a:pt x="1691894" y="705104"/>
                  </a:moveTo>
                  <a:lnTo>
                    <a:pt x="1691767" y="704850"/>
                  </a:lnTo>
                  <a:lnTo>
                    <a:pt x="1691767" y="705104"/>
                  </a:lnTo>
                  <a:lnTo>
                    <a:pt x="1691894" y="705104"/>
                  </a:lnTo>
                  <a:close/>
                </a:path>
                <a:path w="1735454" h="718820">
                  <a:moveTo>
                    <a:pt x="1726946" y="436626"/>
                  </a:moveTo>
                  <a:lnTo>
                    <a:pt x="1723517" y="430657"/>
                  </a:lnTo>
                  <a:lnTo>
                    <a:pt x="1720557" y="429006"/>
                  </a:lnTo>
                  <a:lnTo>
                    <a:pt x="1716913" y="429006"/>
                  </a:lnTo>
                  <a:lnTo>
                    <a:pt x="1715846" y="429006"/>
                  </a:lnTo>
                  <a:lnTo>
                    <a:pt x="1715846" y="448056"/>
                  </a:lnTo>
                  <a:lnTo>
                    <a:pt x="1713738" y="448564"/>
                  </a:lnTo>
                  <a:lnTo>
                    <a:pt x="1715668" y="448056"/>
                  </a:lnTo>
                  <a:lnTo>
                    <a:pt x="1715846" y="448056"/>
                  </a:lnTo>
                  <a:lnTo>
                    <a:pt x="1715846" y="429006"/>
                  </a:lnTo>
                  <a:lnTo>
                    <a:pt x="1714881" y="429006"/>
                  </a:lnTo>
                  <a:lnTo>
                    <a:pt x="1712849" y="429260"/>
                  </a:lnTo>
                  <a:lnTo>
                    <a:pt x="1712595" y="429260"/>
                  </a:lnTo>
                  <a:lnTo>
                    <a:pt x="1711452" y="429514"/>
                  </a:lnTo>
                  <a:lnTo>
                    <a:pt x="1710817" y="429641"/>
                  </a:lnTo>
                  <a:lnTo>
                    <a:pt x="1708924" y="430657"/>
                  </a:lnTo>
                  <a:lnTo>
                    <a:pt x="1708746" y="430657"/>
                  </a:lnTo>
                  <a:lnTo>
                    <a:pt x="1707515" y="431673"/>
                  </a:lnTo>
                  <a:lnTo>
                    <a:pt x="1708785" y="430911"/>
                  </a:lnTo>
                  <a:lnTo>
                    <a:pt x="1708531" y="431165"/>
                  </a:lnTo>
                  <a:lnTo>
                    <a:pt x="1707515" y="431673"/>
                  </a:lnTo>
                  <a:lnTo>
                    <a:pt x="1706372" y="432308"/>
                  </a:lnTo>
                  <a:lnTo>
                    <a:pt x="1706372" y="433324"/>
                  </a:lnTo>
                  <a:lnTo>
                    <a:pt x="1705444" y="435737"/>
                  </a:lnTo>
                  <a:lnTo>
                    <a:pt x="1705356" y="444246"/>
                  </a:lnTo>
                  <a:lnTo>
                    <a:pt x="1705356" y="435737"/>
                  </a:lnTo>
                  <a:lnTo>
                    <a:pt x="1706372" y="433324"/>
                  </a:lnTo>
                  <a:lnTo>
                    <a:pt x="1706372" y="432308"/>
                  </a:lnTo>
                  <a:lnTo>
                    <a:pt x="1704340" y="433324"/>
                  </a:lnTo>
                  <a:lnTo>
                    <a:pt x="1702435" y="438023"/>
                  </a:lnTo>
                  <a:lnTo>
                    <a:pt x="1703451" y="440817"/>
                  </a:lnTo>
                  <a:lnTo>
                    <a:pt x="1703298" y="441706"/>
                  </a:lnTo>
                  <a:lnTo>
                    <a:pt x="1703184" y="442468"/>
                  </a:lnTo>
                  <a:lnTo>
                    <a:pt x="1703070" y="443230"/>
                  </a:lnTo>
                  <a:lnTo>
                    <a:pt x="1705356" y="446913"/>
                  </a:lnTo>
                  <a:lnTo>
                    <a:pt x="1705356" y="447040"/>
                  </a:lnTo>
                  <a:lnTo>
                    <a:pt x="1706194" y="448056"/>
                  </a:lnTo>
                  <a:lnTo>
                    <a:pt x="1707007" y="448056"/>
                  </a:lnTo>
                  <a:lnTo>
                    <a:pt x="1709420" y="449707"/>
                  </a:lnTo>
                  <a:lnTo>
                    <a:pt x="1710893" y="449707"/>
                  </a:lnTo>
                  <a:lnTo>
                    <a:pt x="1716532" y="451231"/>
                  </a:lnTo>
                  <a:lnTo>
                    <a:pt x="1719707" y="450088"/>
                  </a:lnTo>
                  <a:lnTo>
                    <a:pt x="1720977" y="449707"/>
                  </a:lnTo>
                  <a:lnTo>
                    <a:pt x="1721764" y="448564"/>
                  </a:lnTo>
                  <a:lnTo>
                    <a:pt x="1723390" y="446278"/>
                  </a:lnTo>
                  <a:lnTo>
                    <a:pt x="1723771" y="445643"/>
                  </a:lnTo>
                  <a:lnTo>
                    <a:pt x="1726057" y="442468"/>
                  </a:lnTo>
                  <a:lnTo>
                    <a:pt x="1726057" y="441706"/>
                  </a:lnTo>
                  <a:lnTo>
                    <a:pt x="1726946" y="440309"/>
                  </a:lnTo>
                  <a:lnTo>
                    <a:pt x="1726946" y="436626"/>
                  </a:lnTo>
                  <a:close/>
                </a:path>
                <a:path w="1735454" h="718820">
                  <a:moveTo>
                    <a:pt x="1735455" y="217170"/>
                  </a:moveTo>
                  <a:lnTo>
                    <a:pt x="1731391" y="209956"/>
                  </a:lnTo>
                  <a:lnTo>
                    <a:pt x="1729752" y="209169"/>
                  </a:lnTo>
                  <a:lnTo>
                    <a:pt x="1728343" y="209169"/>
                  </a:lnTo>
                  <a:lnTo>
                    <a:pt x="1727073" y="209296"/>
                  </a:lnTo>
                  <a:lnTo>
                    <a:pt x="1724787" y="209600"/>
                  </a:lnTo>
                  <a:lnTo>
                    <a:pt x="1724787" y="224282"/>
                  </a:lnTo>
                  <a:lnTo>
                    <a:pt x="1723644" y="224409"/>
                  </a:lnTo>
                  <a:lnTo>
                    <a:pt x="1724660" y="224282"/>
                  </a:lnTo>
                  <a:lnTo>
                    <a:pt x="1724787" y="224282"/>
                  </a:lnTo>
                  <a:lnTo>
                    <a:pt x="1724787" y="209600"/>
                  </a:lnTo>
                  <a:lnTo>
                    <a:pt x="1722120" y="209956"/>
                  </a:lnTo>
                  <a:lnTo>
                    <a:pt x="1722120" y="224917"/>
                  </a:lnTo>
                  <a:lnTo>
                    <a:pt x="1721561" y="225361"/>
                  </a:lnTo>
                  <a:lnTo>
                    <a:pt x="1720837" y="225780"/>
                  </a:lnTo>
                  <a:lnTo>
                    <a:pt x="1720723" y="233426"/>
                  </a:lnTo>
                  <a:lnTo>
                    <a:pt x="1720469" y="233553"/>
                  </a:lnTo>
                  <a:lnTo>
                    <a:pt x="1719834" y="233807"/>
                  </a:lnTo>
                  <a:lnTo>
                    <a:pt x="1718437" y="234315"/>
                  </a:lnTo>
                  <a:lnTo>
                    <a:pt x="1720684" y="233426"/>
                  </a:lnTo>
                  <a:lnTo>
                    <a:pt x="1720723" y="225856"/>
                  </a:lnTo>
                  <a:lnTo>
                    <a:pt x="1719961" y="226314"/>
                  </a:lnTo>
                  <a:lnTo>
                    <a:pt x="1720697" y="225780"/>
                  </a:lnTo>
                  <a:lnTo>
                    <a:pt x="1722120" y="224917"/>
                  </a:lnTo>
                  <a:lnTo>
                    <a:pt x="1722120" y="209956"/>
                  </a:lnTo>
                  <a:lnTo>
                    <a:pt x="1718183" y="209956"/>
                  </a:lnTo>
                  <a:lnTo>
                    <a:pt x="1718183" y="221869"/>
                  </a:lnTo>
                  <a:lnTo>
                    <a:pt x="1718183" y="223393"/>
                  </a:lnTo>
                  <a:lnTo>
                    <a:pt x="1718183" y="223520"/>
                  </a:lnTo>
                  <a:lnTo>
                    <a:pt x="1718170" y="223393"/>
                  </a:lnTo>
                  <a:lnTo>
                    <a:pt x="1718132" y="222885"/>
                  </a:lnTo>
                  <a:lnTo>
                    <a:pt x="1718056" y="221869"/>
                  </a:lnTo>
                  <a:lnTo>
                    <a:pt x="1718183" y="221869"/>
                  </a:lnTo>
                  <a:lnTo>
                    <a:pt x="1718183" y="209956"/>
                  </a:lnTo>
                  <a:lnTo>
                    <a:pt x="1717040" y="209956"/>
                  </a:lnTo>
                  <a:lnTo>
                    <a:pt x="1713992" y="209956"/>
                  </a:lnTo>
                  <a:lnTo>
                    <a:pt x="1713484" y="209956"/>
                  </a:lnTo>
                  <a:lnTo>
                    <a:pt x="1713204" y="209956"/>
                  </a:lnTo>
                  <a:lnTo>
                    <a:pt x="1712849" y="210185"/>
                  </a:lnTo>
                  <a:lnTo>
                    <a:pt x="1709039" y="213106"/>
                  </a:lnTo>
                  <a:lnTo>
                    <a:pt x="1708467" y="215519"/>
                  </a:lnTo>
                  <a:lnTo>
                    <a:pt x="1708277" y="215519"/>
                  </a:lnTo>
                  <a:lnTo>
                    <a:pt x="1708175" y="223520"/>
                  </a:lnTo>
                  <a:lnTo>
                    <a:pt x="1708264" y="215519"/>
                  </a:lnTo>
                  <a:lnTo>
                    <a:pt x="1708150" y="224917"/>
                  </a:lnTo>
                  <a:lnTo>
                    <a:pt x="1708150" y="225933"/>
                  </a:lnTo>
                  <a:lnTo>
                    <a:pt x="1708023" y="225361"/>
                  </a:lnTo>
                  <a:lnTo>
                    <a:pt x="1708150" y="224917"/>
                  </a:lnTo>
                  <a:lnTo>
                    <a:pt x="1708150" y="215519"/>
                  </a:lnTo>
                  <a:lnTo>
                    <a:pt x="1707642" y="215519"/>
                  </a:lnTo>
                  <a:lnTo>
                    <a:pt x="1705356" y="217170"/>
                  </a:lnTo>
                  <a:lnTo>
                    <a:pt x="1704213" y="218059"/>
                  </a:lnTo>
                  <a:lnTo>
                    <a:pt x="1703197" y="219837"/>
                  </a:lnTo>
                  <a:lnTo>
                    <a:pt x="1703133" y="221246"/>
                  </a:lnTo>
                  <a:lnTo>
                    <a:pt x="1703108" y="221869"/>
                  </a:lnTo>
                  <a:lnTo>
                    <a:pt x="1703070" y="222885"/>
                  </a:lnTo>
                  <a:lnTo>
                    <a:pt x="1703108" y="221869"/>
                  </a:lnTo>
                  <a:lnTo>
                    <a:pt x="1703108" y="221297"/>
                  </a:lnTo>
                  <a:lnTo>
                    <a:pt x="1702943" y="221538"/>
                  </a:lnTo>
                  <a:lnTo>
                    <a:pt x="1702943" y="223380"/>
                  </a:lnTo>
                  <a:lnTo>
                    <a:pt x="1702943" y="223520"/>
                  </a:lnTo>
                  <a:lnTo>
                    <a:pt x="1702943" y="223380"/>
                  </a:lnTo>
                  <a:lnTo>
                    <a:pt x="1702943" y="221538"/>
                  </a:lnTo>
                  <a:lnTo>
                    <a:pt x="1702727" y="221869"/>
                  </a:lnTo>
                  <a:lnTo>
                    <a:pt x="1702181" y="222885"/>
                  </a:lnTo>
                  <a:lnTo>
                    <a:pt x="1702269" y="224282"/>
                  </a:lnTo>
                  <a:lnTo>
                    <a:pt x="1702587" y="225361"/>
                  </a:lnTo>
                  <a:lnTo>
                    <a:pt x="1702752" y="224917"/>
                  </a:lnTo>
                  <a:lnTo>
                    <a:pt x="1702689" y="225780"/>
                  </a:lnTo>
                  <a:lnTo>
                    <a:pt x="1702562" y="227838"/>
                  </a:lnTo>
                  <a:lnTo>
                    <a:pt x="1703959" y="230124"/>
                  </a:lnTo>
                  <a:lnTo>
                    <a:pt x="1704213" y="230886"/>
                  </a:lnTo>
                  <a:lnTo>
                    <a:pt x="1708086" y="233426"/>
                  </a:lnTo>
                  <a:lnTo>
                    <a:pt x="1713230" y="233426"/>
                  </a:lnTo>
                  <a:lnTo>
                    <a:pt x="1713738" y="233426"/>
                  </a:lnTo>
                  <a:lnTo>
                    <a:pt x="1715770" y="234315"/>
                  </a:lnTo>
                  <a:lnTo>
                    <a:pt x="1716151" y="234315"/>
                  </a:lnTo>
                  <a:lnTo>
                    <a:pt x="1717929" y="235077"/>
                  </a:lnTo>
                  <a:lnTo>
                    <a:pt x="1720215" y="234315"/>
                  </a:lnTo>
                  <a:lnTo>
                    <a:pt x="1722247" y="233807"/>
                  </a:lnTo>
                  <a:lnTo>
                    <a:pt x="1722412" y="233553"/>
                  </a:lnTo>
                  <a:lnTo>
                    <a:pt x="1722501" y="233426"/>
                  </a:lnTo>
                  <a:lnTo>
                    <a:pt x="1723390" y="233426"/>
                  </a:lnTo>
                  <a:lnTo>
                    <a:pt x="1725930" y="230886"/>
                  </a:lnTo>
                  <a:lnTo>
                    <a:pt x="1727200" y="229743"/>
                  </a:lnTo>
                  <a:lnTo>
                    <a:pt x="1727835" y="226314"/>
                  </a:lnTo>
                  <a:lnTo>
                    <a:pt x="1727885" y="225780"/>
                  </a:lnTo>
                  <a:lnTo>
                    <a:pt x="1728025" y="225361"/>
                  </a:lnTo>
                  <a:lnTo>
                    <a:pt x="1728127" y="224409"/>
                  </a:lnTo>
                  <a:lnTo>
                    <a:pt x="1728152" y="224282"/>
                  </a:lnTo>
                  <a:lnTo>
                    <a:pt x="1728203" y="223926"/>
                  </a:lnTo>
                  <a:lnTo>
                    <a:pt x="1727073" y="224028"/>
                  </a:lnTo>
                  <a:lnTo>
                    <a:pt x="1728216" y="223901"/>
                  </a:lnTo>
                  <a:lnTo>
                    <a:pt x="1731137" y="223520"/>
                  </a:lnTo>
                  <a:lnTo>
                    <a:pt x="1731962" y="222885"/>
                  </a:lnTo>
                  <a:lnTo>
                    <a:pt x="1733296" y="221869"/>
                  </a:lnTo>
                  <a:lnTo>
                    <a:pt x="1734566" y="219202"/>
                  </a:lnTo>
                  <a:lnTo>
                    <a:pt x="1735455" y="2171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29400" y="3086099"/>
              <a:ext cx="44194" cy="6248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24827" y="3285745"/>
              <a:ext cx="25906" cy="3657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633972" y="3480815"/>
              <a:ext cx="30480" cy="28575"/>
            </a:xfrm>
            <a:custGeom>
              <a:avLst/>
              <a:gdLst/>
              <a:ahLst/>
              <a:cxnLst/>
              <a:rect l="l" t="t" r="r" b="b"/>
              <a:pathLst>
                <a:path w="30479" h="28575">
                  <a:moveTo>
                    <a:pt x="30353" y="15875"/>
                  </a:moveTo>
                  <a:lnTo>
                    <a:pt x="29705" y="12496"/>
                  </a:lnTo>
                  <a:lnTo>
                    <a:pt x="29070" y="9017"/>
                  </a:lnTo>
                  <a:lnTo>
                    <a:pt x="28956" y="8382"/>
                  </a:lnTo>
                  <a:lnTo>
                    <a:pt x="25971" y="6019"/>
                  </a:lnTo>
                  <a:lnTo>
                    <a:pt x="25971" y="22847"/>
                  </a:lnTo>
                  <a:lnTo>
                    <a:pt x="25781" y="23114"/>
                  </a:lnTo>
                  <a:lnTo>
                    <a:pt x="25654" y="23241"/>
                  </a:lnTo>
                  <a:lnTo>
                    <a:pt x="25971" y="22847"/>
                  </a:lnTo>
                  <a:lnTo>
                    <a:pt x="25971" y="6019"/>
                  </a:lnTo>
                  <a:lnTo>
                    <a:pt x="25781" y="5842"/>
                  </a:lnTo>
                  <a:lnTo>
                    <a:pt x="25400" y="5588"/>
                  </a:lnTo>
                  <a:lnTo>
                    <a:pt x="24257" y="3683"/>
                  </a:lnTo>
                  <a:lnTo>
                    <a:pt x="20066" y="1270"/>
                  </a:lnTo>
                  <a:lnTo>
                    <a:pt x="19672" y="1270"/>
                  </a:lnTo>
                  <a:lnTo>
                    <a:pt x="18034" y="0"/>
                  </a:lnTo>
                  <a:lnTo>
                    <a:pt x="14859" y="127"/>
                  </a:lnTo>
                  <a:lnTo>
                    <a:pt x="14478" y="127"/>
                  </a:lnTo>
                  <a:lnTo>
                    <a:pt x="14097" y="254"/>
                  </a:lnTo>
                  <a:lnTo>
                    <a:pt x="10401" y="508"/>
                  </a:lnTo>
                  <a:lnTo>
                    <a:pt x="9144" y="1651"/>
                  </a:lnTo>
                  <a:lnTo>
                    <a:pt x="622" y="10160"/>
                  </a:lnTo>
                  <a:lnTo>
                    <a:pt x="5448" y="5207"/>
                  </a:lnTo>
                  <a:lnTo>
                    <a:pt x="9144" y="1651"/>
                  </a:lnTo>
                  <a:lnTo>
                    <a:pt x="4191" y="2921"/>
                  </a:lnTo>
                  <a:lnTo>
                    <a:pt x="0" y="8255"/>
                  </a:lnTo>
                  <a:lnTo>
                    <a:pt x="0" y="20574"/>
                  </a:lnTo>
                  <a:lnTo>
                    <a:pt x="4191" y="25908"/>
                  </a:lnTo>
                  <a:lnTo>
                    <a:pt x="6350" y="26543"/>
                  </a:lnTo>
                  <a:lnTo>
                    <a:pt x="6972" y="27178"/>
                  </a:lnTo>
                  <a:lnTo>
                    <a:pt x="10795" y="28575"/>
                  </a:lnTo>
                  <a:lnTo>
                    <a:pt x="14732" y="28448"/>
                  </a:lnTo>
                  <a:lnTo>
                    <a:pt x="20066" y="28321"/>
                  </a:lnTo>
                  <a:lnTo>
                    <a:pt x="23101" y="26543"/>
                  </a:lnTo>
                  <a:lnTo>
                    <a:pt x="19177" y="28321"/>
                  </a:lnTo>
                  <a:lnTo>
                    <a:pt x="20701" y="27559"/>
                  </a:lnTo>
                  <a:lnTo>
                    <a:pt x="23101" y="26416"/>
                  </a:lnTo>
                  <a:lnTo>
                    <a:pt x="24257" y="25781"/>
                  </a:lnTo>
                  <a:lnTo>
                    <a:pt x="26670" y="21971"/>
                  </a:lnTo>
                  <a:lnTo>
                    <a:pt x="26670" y="21844"/>
                  </a:lnTo>
                  <a:lnTo>
                    <a:pt x="29337" y="18669"/>
                  </a:lnTo>
                  <a:lnTo>
                    <a:pt x="29337" y="17399"/>
                  </a:lnTo>
                  <a:lnTo>
                    <a:pt x="30353" y="15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360670" y="4845811"/>
            <a:ext cx="192913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Multiple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Hidden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Layers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9858" y="940561"/>
            <a:ext cx="2141855" cy="2468245"/>
            <a:chOff x="3689858" y="940561"/>
            <a:chExt cx="2141855" cy="2468245"/>
          </a:xfrm>
        </p:grpSpPr>
        <p:sp>
          <p:nvSpPr>
            <p:cNvPr id="3" name="object 3"/>
            <p:cNvSpPr/>
            <p:nvPr/>
          </p:nvSpPr>
          <p:spPr>
            <a:xfrm>
              <a:off x="4126992" y="1159763"/>
              <a:ext cx="1323975" cy="1878964"/>
            </a:xfrm>
            <a:custGeom>
              <a:avLst/>
              <a:gdLst/>
              <a:ahLst/>
              <a:cxnLst/>
              <a:rect l="l" t="t" r="r" b="b"/>
              <a:pathLst>
                <a:path w="1323975" h="1878964">
                  <a:moveTo>
                    <a:pt x="1249045" y="0"/>
                  </a:moveTo>
                  <a:lnTo>
                    <a:pt x="1174496" y="17525"/>
                  </a:lnTo>
                  <a:lnTo>
                    <a:pt x="1192784" y="39497"/>
                  </a:lnTo>
                  <a:lnTo>
                    <a:pt x="0" y="1033526"/>
                  </a:lnTo>
                  <a:lnTo>
                    <a:pt x="3683" y="1038098"/>
                  </a:lnTo>
                  <a:lnTo>
                    <a:pt x="3683" y="1038606"/>
                  </a:lnTo>
                  <a:lnTo>
                    <a:pt x="508" y="1043432"/>
                  </a:lnTo>
                  <a:lnTo>
                    <a:pt x="1263015" y="1846834"/>
                  </a:lnTo>
                  <a:lnTo>
                    <a:pt x="1247775" y="1870837"/>
                  </a:lnTo>
                  <a:lnTo>
                    <a:pt x="1323848" y="1878711"/>
                  </a:lnTo>
                  <a:lnTo>
                    <a:pt x="1284351" y="1813052"/>
                  </a:lnTo>
                  <a:lnTo>
                    <a:pt x="1269111" y="1837055"/>
                  </a:lnTo>
                  <a:lnTo>
                    <a:pt x="39750" y="1054862"/>
                  </a:lnTo>
                  <a:lnTo>
                    <a:pt x="1193546" y="1383284"/>
                  </a:lnTo>
                  <a:lnTo>
                    <a:pt x="1185799" y="1410715"/>
                  </a:lnTo>
                  <a:lnTo>
                    <a:pt x="1261110" y="1396491"/>
                  </a:lnTo>
                  <a:lnTo>
                    <a:pt x="1204595" y="1344802"/>
                  </a:lnTo>
                  <a:lnTo>
                    <a:pt x="1196721" y="1372362"/>
                  </a:lnTo>
                  <a:lnTo>
                    <a:pt x="24384" y="1038606"/>
                  </a:lnTo>
                  <a:lnTo>
                    <a:pt x="1195959" y="743965"/>
                  </a:lnTo>
                  <a:lnTo>
                    <a:pt x="1202944" y="771651"/>
                  </a:lnTo>
                  <a:lnTo>
                    <a:pt x="1261110" y="721740"/>
                  </a:lnTo>
                  <a:lnTo>
                    <a:pt x="1186307" y="705103"/>
                  </a:lnTo>
                  <a:lnTo>
                    <a:pt x="1193165" y="732789"/>
                  </a:lnTo>
                  <a:lnTo>
                    <a:pt x="26797" y="1026160"/>
                  </a:lnTo>
                  <a:lnTo>
                    <a:pt x="1200150" y="48260"/>
                  </a:lnTo>
                  <a:lnTo>
                    <a:pt x="1218311" y="70231"/>
                  </a:lnTo>
                  <a:lnTo>
                    <a:pt x="124904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31564" y="1271015"/>
              <a:ext cx="1257300" cy="1929130"/>
            </a:xfrm>
            <a:custGeom>
              <a:avLst/>
              <a:gdLst/>
              <a:ahLst/>
              <a:cxnLst/>
              <a:rect l="l" t="t" r="r" b="b"/>
              <a:pathLst>
                <a:path w="1257300" h="1929130">
                  <a:moveTo>
                    <a:pt x="1244853" y="0"/>
                  </a:moveTo>
                  <a:lnTo>
                    <a:pt x="1175385" y="32385"/>
                  </a:lnTo>
                  <a:lnTo>
                    <a:pt x="1197737" y="50164"/>
                  </a:lnTo>
                  <a:lnTo>
                    <a:pt x="0" y="1556131"/>
                  </a:lnTo>
                  <a:lnTo>
                    <a:pt x="4445" y="1559687"/>
                  </a:lnTo>
                  <a:lnTo>
                    <a:pt x="2794" y="1565021"/>
                  </a:lnTo>
                  <a:lnTo>
                    <a:pt x="1189227" y="1901571"/>
                  </a:lnTo>
                  <a:lnTo>
                    <a:pt x="1181353" y="1929003"/>
                  </a:lnTo>
                  <a:lnTo>
                    <a:pt x="1256791" y="1914906"/>
                  </a:lnTo>
                  <a:lnTo>
                    <a:pt x="1200150" y="1863090"/>
                  </a:lnTo>
                  <a:lnTo>
                    <a:pt x="1192276" y="1890649"/>
                  </a:lnTo>
                  <a:lnTo>
                    <a:pt x="27939" y="1560195"/>
                  </a:lnTo>
                  <a:lnTo>
                    <a:pt x="1191006" y="1305433"/>
                  </a:lnTo>
                  <a:lnTo>
                    <a:pt x="1197228" y="1333246"/>
                  </a:lnTo>
                  <a:lnTo>
                    <a:pt x="1256791" y="1285239"/>
                  </a:lnTo>
                  <a:lnTo>
                    <a:pt x="1182370" y="1266317"/>
                  </a:lnTo>
                  <a:lnTo>
                    <a:pt x="1188593" y="1294257"/>
                  </a:lnTo>
                  <a:lnTo>
                    <a:pt x="32512" y="1547495"/>
                  </a:lnTo>
                  <a:lnTo>
                    <a:pt x="1191260" y="761873"/>
                  </a:lnTo>
                  <a:lnTo>
                    <a:pt x="1207389" y="785622"/>
                  </a:lnTo>
                  <a:lnTo>
                    <a:pt x="1244853" y="718693"/>
                  </a:lnTo>
                  <a:lnTo>
                    <a:pt x="1168781" y="728726"/>
                  </a:lnTo>
                  <a:lnTo>
                    <a:pt x="1184910" y="752475"/>
                  </a:lnTo>
                  <a:lnTo>
                    <a:pt x="32512" y="1533652"/>
                  </a:lnTo>
                  <a:lnTo>
                    <a:pt x="1206627" y="57276"/>
                  </a:lnTo>
                  <a:lnTo>
                    <a:pt x="1228978" y="74930"/>
                  </a:lnTo>
                  <a:lnTo>
                    <a:pt x="124485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02558" y="953261"/>
              <a:ext cx="2116455" cy="2442845"/>
            </a:xfrm>
            <a:custGeom>
              <a:avLst/>
              <a:gdLst/>
              <a:ahLst/>
              <a:cxnLst/>
              <a:rect l="l" t="t" r="r" b="b"/>
              <a:pathLst>
                <a:path w="2116454" h="2442845">
                  <a:moveTo>
                    <a:pt x="0" y="560959"/>
                  </a:moveTo>
                  <a:lnTo>
                    <a:pt x="4317" y="518922"/>
                  </a:lnTo>
                  <a:lnTo>
                    <a:pt x="16890" y="479805"/>
                  </a:lnTo>
                  <a:lnTo>
                    <a:pt x="36702" y="444373"/>
                  </a:lnTo>
                  <a:lnTo>
                    <a:pt x="62864" y="413512"/>
                  </a:lnTo>
                  <a:lnTo>
                    <a:pt x="94614" y="388112"/>
                  </a:lnTo>
                  <a:lnTo>
                    <a:pt x="131063" y="368808"/>
                  </a:lnTo>
                  <a:lnTo>
                    <a:pt x="171450" y="356742"/>
                  </a:lnTo>
                  <a:lnTo>
                    <a:pt x="214629" y="352425"/>
                  </a:lnTo>
                  <a:lnTo>
                    <a:pt x="257937" y="356742"/>
                  </a:lnTo>
                  <a:lnTo>
                    <a:pt x="298195" y="368808"/>
                  </a:lnTo>
                  <a:lnTo>
                    <a:pt x="334644" y="388112"/>
                  </a:lnTo>
                  <a:lnTo>
                    <a:pt x="366394" y="413512"/>
                  </a:lnTo>
                  <a:lnTo>
                    <a:pt x="392683" y="444373"/>
                  </a:lnTo>
                  <a:lnTo>
                    <a:pt x="412495" y="479805"/>
                  </a:lnTo>
                  <a:lnTo>
                    <a:pt x="424941" y="518922"/>
                  </a:lnTo>
                  <a:lnTo>
                    <a:pt x="429259" y="560959"/>
                  </a:lnTo>
                  <a:lnTo>
                    <a:pt x="424941" y="602996"/>
                  </a:lnTo>
                  <a:lnTo>
                    <a:pt x="412495" y="642112"/>
                  </a:lnTo>
                  <a:lnTo>
                    <a:pt x="392683" y="677417"/>
                  </a:lnTo>
                  <a:lnTo>
                    <a:pt x="366394" y="708278"/>
                  </a:lnTo>
                  <a:lnTo>
                    <a:pt x="334644" y="733805"/>
                  </a:lnTo>
                  <a:lnTo>
                    <a:pt x="298195" y="752983"/>
                  </a:lnTo>
                  <a:lnTo>
                    <a:pt x="257937" y="765175"/>
                  </a:lnTo>
                  <a:lnTo>
                    <a:pt x="214629" y="769365"/>
                  </a:lnTo>
                  <a:lnTo>
                    <a:pt x="171450" y="765175"/>
                  </a:lnTo>
                  <a:lnTo>
                    <a:pt x="131063" y="752983"/>
                  </a:lnTo>
                  <a:lnTo>
                    <a:pt x="94614" y="733805"/>
                  </a:lnTo>
                  <a:lnTo>
                    <a:pt x="62864" y="708278"/>
                  </a:lnTo>
                  <a:lnTo>
                    <a:pt x="36702" y="677417"/>
                  </a:lnTo>
                  <a:lnTo>
                    <a:pt x="16890" y="642112"/>
                  </a:lnTo>
                  <a:lnTo>
                    <a:pt x="4317" y="602996"/>
                  </a:lnTo>
                  <a:lnTo>
                    <a:pt x="0" y="560959"/>
                  </a:lnTo>
                  <a:close/>
                </a:path>
                <a:path w="2116454" h="2442845">
                  <a:moveTo>
                    <a:pt x="0" y="1246632"/>
                  </a:moveTo>
                  <a:lnTo>
                    <a:pt x="4317" y="1204722"/>
                  </a:lnTo>
                  <a:lnTo>
                    <a:pt x="16890" y="1165605"/>
                  </a:lnTo>
                  <a:lnTo>
                    <a:pt x="36702" y="1130173"/>
                  </a:lnTo>
                  <a:lnTo>
                    <a:pt x="62864" y="1099312"/>
                  </a:lnTo>
                  <a:lnTo>
                    <a:pt x="94614" y="1073785"/>
                  </a:lnTo>
                  <a:lnTo>
                    <a:pt x="131063" y="1054608"/>
                  </a:lnTo>
                  <a:lnTo>
                    <a:pt x="171450" y="1042415"/>
                  </a:lnTo>
                  <a:lnTo>
                    <a:pt x="214629" y="1038225"/>
                  </a:lnTo>
                  <a:lnTo>
                    <a:pt x="257937" y="1042415"/>
                  </a:lnTo>
                  <a:lnTo>
                    <a:pt x="298195" y="1054608"/>
                  </a:lnTo>
                  <a:lnTo>
                    <a:pt x="334644" y="1073785"/>
                  </a:lnTo>
                  <a:lnTo>
                    <a:pt x="366394" y="1099312"/>
                  </a:lnTo>
                  <a:lnTo>
                    <a:pt x="392683" y="1130173"/>
                  </a:lnTo>
                  <a:lnTo>
                    <a:pt x="412495" y="1165605"/>
                  </a:lnTo>
                  <a:lnTo>
                    <a:pt x="424941" y="1204722"/>
                  </a:lnTo>
                  <a:lnTo>
                    <a:pt x="429259" y="1246632"/>
                  </a:lnTo>
                  <a:lnTo>
                    <a:pt x="424941" y="1288668"/>
                  </a:lnTo>
                  <a:lnTo>
                    <a:pt x="412495" y="1327785"/>
                  </a:lnTo>
                  <a:lnTo>
                    <a:pt x="392683" y="1363217"/>
                  </a:lnTo>
                  <a:lnTo>
                    <a:pt x="366394" y="1394078"/>
                  </a:lnTo>
                  <a:lnTo>
                    <a:pt x="334644" y="1419478"/>
                  </a:lnTo>
                  <a:lnTo>
                    <a:pt x="298195" y="1438783"/>
                  </a:lnTo>
                  <a:lnTo>
                    <a:pt x="257937" y="1450975"/>
                  </a:lnTo>
                  <a:lnTo>
                    <a:pt x="214629" y="1455165"/>
                  </a:lnTo>
                  <a:lnTo>
                    <a:pt x="171450" y="1450975"/>
                  </a:lnTo>
                  <a:lnTo>
                    <a:pt x="131063" y="1438783"/>
                  </a:lnTo>
                  <a:lnTo>
                    <a:pt x="94614" y="1419478"/>
                  </a:lnTo>
                  <a:lnTo>
                    <a:pt x="62864" y="1394078"/>
                  </a:lnTo>
                  <a:lnTo>
                    <a:pt x="36702" y="1363217"/>
                  </a:lnTo>
                  <a:lnTo>
                    <a:pt x="16890" y="1327785"/>
                  </a:lnTo>
                  <a:lnTo>
                    <a:pt x="4317" y="1288668"/>
                  </a:lnTo>
                  <a:lnTo>
                    <a:pt x="0" y="1246632"/>
                  </a:lnTo>
                  <a:close/>
                </a:path>
                <a:path w="2116454" h="2442845">
                  <a:moveTo>
                    <a:pt x="5461" y="1878964"/>
                  </a:moveTo>
                  <a:lnTo>
                    <a:pt x="9905" y="1836927"/>
                  </a:lnTo>
                  <a:lnTo>
                    <a:pt x="22351" y="1797812"/>
                  </a:lnTo>
                  <a:lnTo>
                    <a:pt x="42163" y="1762378"/>
                  </a:lnTo>
                  <a:lnTo>
                    <a:pt x="68325" y="1731517"/>
                  </a:lnTo>
                  <a:lnTo>
                    <a:pt x="100075" y="1706117"/>
                  </a:lnTo>
                  <a:lnTo>
                    <a:pt x="136651" y="1686814"/>
                  </a:lnTo>
                  <a:lnTo>
                    <a:pt x="176911" y="1674749"/>
                  </a:lnTo>
                  <a:lnTo>
                    <a:pt x="220090" y="1670430"/>
                  </a:lnTo>
                  <a:lnTo>
                    <a:pt x="263397" y="1674749"/>
                  </a:lnTo>
                  <a:lnTo>
                    <a:pt x="303656" y="1686814"/>
                  </a:lnTo>
                  <a:lnTo>
                    <a:pt x="340105" y="1706117"/>
                  </a:lnTo>
                  <a:lnTo>
                    <a:pt x="371855" y="1731517"/>
                  </a:lnTo>
                  <a:lnTo>
                    <a:pt x="398144" y="1762378"/>
                  </a:lnTo>
                  <a:lnTo>
                    <a:pt x="417956" y="1797812"/>
                  </a:lnTo>
                  <a:lnTo>
                    <a:pt x="430402" y="1836927"/>
                  </a:lnTo>
                  <a:lnTo>
                    <a:pt x="434847" y="1878964"/>
                  </a:lnTo>
                  <a:lnTo>
                    <a:pt x="430402" y="1921002"/>
                  </a:lnTo>
                  <a:lnTo>
                    <a:pt x="417956" y="1960117"/>
                  </a:lnTo>
                  <a:lnTo>
                    <a:pt x="398144" y="1995424"/>
                  </a:lnTo>
                  <a:lnTo>
                    <a:pt x="371855" y="2026285"/>
                  </a:lnTo>
                  <a:lnTo>
                    <a:pt x="340105" y="2051812"/>
                  </a:lnTo>
                  <a:lnTo>
                    <a:pt x="303656" y="2070989"/>
                  </a:lnTo>
                  <a:lnTo>
                    <a:pt x="263397" y="2083181"/>
                  </a:lnTo>
                  <a:lnTo>
                    <a:pt x="220090" y="2087371"/>
                  </a:lnTo>
                  <a:lnTo>
                    <a:pt x="176911" y="2083181"/>
                  </a:lnTo>
                  <a:lnTo>
                    <a:pt x="136651" y="2070989"/>
                  </a:lnTo>
                  <a:lnTo>
                    <a:pt x="100075" y="2051812"/>
                  </a:lnTo>
                  <a:lnTo>
                    <a:pt x="68325" y="2026285"/>
                  </a:lnTo>
                  <a:lnTo>
                    <a:pt x="42163" y="1995424"/>
                  </a:lnTo>
                  <a:lnTo>
                    <a:pt x="22351" y="1960117"/>
                  </a:lnTo>
                  <a:lnTo>
                    <a:pt x="9905" y="1921002"/>
                  </a:lnTo>
                  <a:lnTo>
                    <a:pt x="5461" y="1878964"/>
                  </a:lnTo>
                  <a:close/>
                </a:path>
                <a:path w="2116454" h="2442845">
                  <a:moveTo>
                    <a:pt x="1674749" y="208407"/>
                  </a:moveTo>
                  <a:lnTo>
                    <a:pt x="1679066" y="166497"/>
                  </a:lnTo>
                  <a:lnTo>
                    <a:pt x="1691639" y="127380"/>
                  </a:lnTo>
                  <a:lnTo>
                    <a:pt x="1711452" y="91948"/>
                  </a:lnTo>
                  <a:lnTo>
                    <a:pt x="1737740" y="61087"/>
                  </a:lnTo>
                  <a:lnTo>
                    <a:pt x="1769617" y="35560"/>
                  </a:lnTo>
                  <a:lnTo>
                    <a:pt x="1806193" y="16383"/>
                  </a:lnTo>
                  <a:lnTo>
                    <a:pt x="1846706" y="4190"/>
                  </a:lnTo>
                  <a:lnTo>
                    <a:pt x="1890014" y="0"/>
                  </a:lnTo>
                  <a:lnTo>
                    <a:pt x="1933447" y="4190"/>
                  </a:lnTo>
                  <a:lnTo>
                    <a:pt x="1973833" y="16383"/>
                  </a:lnTo>
                  <a:lnTo>
                    <a:pt x="2010409" y="35560"/>
                  </a:lnTo>
                  <a:lnTo>
                    <a:pt x="2042287" y="61087"/>
                  </a:lnTo>
                  <a:lnTo>
                    <a:pt x="2068576" y="91948"/>
                  </a:lnTo>
                  <a:lnTo>
                    <a:pt x="2088514" y="127380"/>
                  </a:lnTo>
                  <a:lnTo>
                    <a:pt x="2101088" y="166497"/>
                  </a:lnTo>
                  <a:lnTo>
                    <a:pt x="2105405" y="208407"/>
                  </a:lnTo>
                  <a:lnTo>
                    <a:pt x="2101088" y="250443"/>
                  </a:lnTo>
                  <a:lnTo>
                    <a:pt x="2088514" y="289560"/>
                  </a:lnTo>
                  <a:lnTo>
                    <a:pt x="2068576" y="324992"/>
                  </a:lnTo>
                  <a:lnTo>
                    <a:pt x="2042287" y="355853"/>
                  </a:lnTo>
                  <a:lnTo>
                    <a:pt x="2010409" y="381380"/>
                  </a:lnTo>
                  <a:lnTo>
                    <a:pt x="1973833" y="400558"/>
                  </a:lnTo>
                  <a:lnTo>
                    <a:pt x="1933447" y="412750"/>
                  </a:lnTo>
                  <a:lnTo>
                    <a:pt x="1890014" y="416940"/>
                  </a:lnTo>
                  <a:lnTo>
                    <a:pt x="1846706" y="412750"/>
                  </a:lnTo>
                  <a:lnTo>
                    <a:pt x="1806193" y="400558"/>
                  </a:lnTo>
                  <a:lnTo>
                    <a:pt x="1769617" y="381380"/>
                  </a:lnTo>
                  <a:lnTo>
                    <a:pt x="1737740" y="355853"/>
                  </a:lnTo>
                  <a:lnTo>
                    <a:pt x="1711452" y="324992"/>
                  </a:lnTo>
                  <a:lnTo>
                    <a:pt x="1691639" y="289560"/>
                  </a:lnTo>
                  <a:lnTo>
                    <a:pt x="1679066" y="250443"/>
                  </a:lnTo>
                  <a:lnTo>
                    <a:pt x="1674749" y="208407"/>
                  </a:lnTo>
                  <a:close/>
                </a:path>
                <a:path w="2116454" h="2442845">
                  <a:moveTo>
                    <a:pt x="1687067" y="930528"/>
                  </a:moveTo>
                  <a:lnTo>
                    <a:pt x="1691386" y="888364"/>
                  </a:lnTo>
                  <a:lnTo>
                    <a:pt x="1703958" y="849122"/>
                  </a:lnTo>
                  <a:lnTo>
                    <a:pt x="1723770" y="813562"/>
                  </a:lnTo>
                  <a:lnTo>
                    <a:pt x="1749932" y="782701"/>
                  </a:lnTo>
                  <a:lnTo>
                    <a:pt x="1781682" y="757174"/>
                  </a:lnTo>
                  <a:lnTo>
                    <a:pt x="1818131" y="737870"/>
                  </a:lnTo>
                  <a:lnTo>
                    <a:pt x="1858517" y="725677"/>
                  </a:lnTo>
                  <a:lnTo>
                    <a:pt x="1901697" y="721360"/>
                  </a:lnTo>
                  <a:lnTo>
                    <a:pt x="1945004" y="725677"/>
                  </a:lnTo>
                  <a:lnTo>
                    <a:pt x="1985264" y="737870"/>
                  </a:lnTo>
                  <a:lnTo>
                    <a:pt x="2021713" y="757174"/>
                  </a:lnTo>
                  <a:lnTo>
                    <a:pt x="2053463" y="782701"/>
                  </a:lnTo>
                  <a:lnTo>
                    <a:pt x="2079752" y="813562"/>
                  </a:lnTo>
                  <a:lnTo>
                    <a:pt x="2099564" y="849122"/>
                  </a:lnTo>
                  <a:lnTo>
                    <a:pt x="2112009" y="888364"/>
                  </a:lnTo>
                  <a:lnTo>
                    <a:pt x="2116328" y="930528"/>
                  </a:lnTo>
                  <a:lnTo>
                    <a:pt x="2112009" y="972692"/>
                  </a:lnTo>
                  <a:lnTo>
                    <a:pt x="2099564" y="1011936"/>
                  </a:lnTo>
                  <a:lnTo>
                    <a:pt x="2079752" y="1047496"/>
                  </a:lnTo>
                  <a:lnTo>
                    <a:pt x="2053463" y="1078484"/>
                  </a:lnTo>
                  <a:lnTo>
                    <a:pt x="2021713" y="1104011"/>
                  </a:lnTo>
                  <a:lnTo>
                    <a:pt x="1985264" y="1123314"/>
                  </a:lnTo>
                  <a:lnTo>
                    <a:pt x="1945004" y="1135507"/>
                  </a:lnTo>
                  <a:lnTo>
                    <a:pt x="1901697" y="1139698"/>
                  </a:lnTo>
                  <a:lnTo>
                    <a:pt x="1858517" y="1135507"/>
                  </a:lnTo>
                  <a:lnTo>
                    <a:pt x="1818131" y="1123314"/>
                  </a:lnTo>
                  <a:lnTo>
                    <a:pt x="1781682" y="1104011"/>
                  </a:lnTo>
                  <a:lnTo>
                    <a:pt x="1749932" y="1078484"/>
                  </a:lnTo>
                  <a:lnTo>
                    <a:pt x="1723770" y="1047496"/>
                  </a:lnTo>
                  <a:lnTo>
                    <a:pt x="1703958" y="1011936"/>
                  </a:lnTo>
                  <a:lnTo>
                    <a:pt x="1691386" y="972692"/>
                  </a:lnTo>
                  <a:lnTo>
                    <a:pt x="1687067" y="930528"/>
                  </a:lnTo>
                  <a:close/>
                </a:path>
                <a:path w="2116454" h="2442845">
                  <a:moveTo>
                    <a:pt x="1687067" y="1604645"/>
                  </a:moveTo>
                  <a:lnTo>
                    <a:pt x="1691386" y="1562608"/>
                  </a:lnTo>
                  <a:lnTo>
                    <a:pt x="1703958" y="1523491"/>
                  </a:lnTo>
                  <a:lnTo>
                    <a:pt x="1723770" y="1488059"/>
                  </a:lnTo>
                  <a:lnTo>
                    <a:pt x="1749932" y="1457198"/>
                  </a:lnTo>
                  <a:lnTo>
                    <a:pt x="1781682" y="1431798"/>
                  </a:lnTo>
                  <a:lnTo>
                    <a:pt x="1818131" y="1412621"/>
                  </a:lnTo>
                  <a:lnTo>
                    <a:pt x="1858517" y="1400428"/>
                  </a:lnTo>
                  <a:lnTo>
                    <a:pt x="1901697" y="1396238"/>
                  </a:lnTo>
                  <a:lnTo>
                    <a:pt x="1945004" y="1400428"/>
                  </a:lnTo>
                  <a:lnTo>
                    <a:pt x="1985264" y="1412621"/>
                  </a:lnTo>
                  <a:lnTo>
                    <a:pt x="2021713" y="1431798"/>
                  </a:lnTo>
                  <a:lnTo>
                    <a:pt x="2053463" y="1457198"/>
                  </a:lnTo>
                  <a:lnTo>
                    <a:pt x="2079752" y="1488059"/>
                  </a:lnTo>
                  <a:lnTo>
                    <a:pt x="2099564" y="1523491"/>
                  </a:lnTo>
                  <a:lnTo>
                    <a:pt x="2112009" y="1562608"/>
                  </a:lnTo>
                  <a:lnTo>
                    <a:pt x="2116328" y="1604645"/>
                  </a:lnTo>
                  <a:lnTo>
                    <a:pt x="2112009" y="1646682"/>
                  </a:lnTo>
                  <a:lnTo>
                    <a:pt x="2099564" y="1685798"/>
                  </a:lnTo>
                  <a:lnTo>
                    <a:pt x="2079752" y="1721230"/>
                  </a:lnTo>
                  <a:lnTo>
                    <a:pt x="2053463" y="1752091"/>
                  </a:lnTo>
                  <a:lnTo>
                    <a:pt x="2021713" y="1777491"/>
                  </a:lnTo>
                  <a:lnTo>
                    <a:pt x="1985264" y="1796668"/>
                  </a:lnTo>
                  <a:lnTo>
                    <a:pt x="1945004" y="1808861"/>
                  </a:lnTo>
                  <a:lnTo>
                    <a:pt x="1901697" y="1813052"/>
                  </a:lnTo>
                  <a:lnTo>
                    <a:pt x="1858517" y="1808861"/>
                  </a:lnTo>
                  <a:lnTo>
                    <a:pt x="1818131" y="1796668"/>
                  </a:lnTo>
                  <a:lnTo>
                    <a:pt x="1781682" y="1777491"/>
                  </a:lnTo>
                  <a:lnTo>
                    <a:pt x="1749932" y="1752091"/>
                  </a:lnTo>
                  <a:lnTo>
                    <a:pt x="1723770" y="1721230"/>
                  </a:lnTo>
                  <a:lnTo>
                    <a:pt x="1703958" y="1685798"/>
                  </a:lnTo>
                  <a:lnTo>
                    <a:pt x="1691386" y="1646682"/>
                  </a:lnTo>
                  <a:lnTo>
                    <a:pt x="1687067" y="1604645"/>
                  </a:lnTo>
                  <a:close/>
                </a:path>
                <a:path w="2116454" h="2442845">
                  <a:moveTo>
                    <a:pt x="1687067" y="2234184"/>
                  </a:moveTo>
                  <a:lnTo>
                    <a:pt x="1691386" y="2192147"/>
                  </a:lnTo>
                  <a:lnTo>
                    <a:pt x="1703958" y="2153031"/>
                  </a:lnTo>
                  <a:lnTo>
                    <a:pt x="1723770" y="2117598"/>
                  </a:lnTo>
                  <a:lnTo>
                    <a:pt x="1749932" y="2086737"/>
                  </a:lnTo>
                  <a:lnTo>
                    <a:pt x="1781682" y="2061337"/>
                  </a:lnTo>
                  <a:lnTo>
                    <a:pt x="1818131" y="2042033"/>
                  </a:lnTo>
                  <a:lnTo>
                    <a:pt x="1858517" y="2029968"/>
                  </a:lnTo>
                  <a:lnTo>
                    <a:pt x="1901697" y="2025650"/>
                  </a:lnTo>
                  <a:lnTo>
                    <a:pt x="1945004" y="2029968"/>
                  </a:lnTo>
                  <a:lnTo>
                    <a:pt x="1985264" y="2042033"/>
                  </a:lnTo>
                  <a:lnTo>
                    <a:pt x="2021713" y="2061337"/>
                  </a:lnTo>
                  <a:lnTo>
                    <a:pt x="2053463" y="2086737"/>
                  </a:lnTo>
                  <a:lnTo>
                    <a:pt x="2079752" y="2117598"/>
                  </a:lnTo>
                  <a:lnTo>
                    <a:pt x="2099564" y="2153031"/>
                  </a:lnTo>
                  <a:lnTo>
                    <a:pt x="2112009" y="2192147"/>
                  </a:lnTo>
                  <a:lnTo>
                    <a:pt x="2116328" y="2234184"/>
                  </a:lnTo>
                  <a:lnTo>
                    <a:pt x="2112009" y="2276221"/>
                  </a:lnTo>
                  <a:lnTo>
                    <a:pt x="2099564" y="2315337"/>
                  </a:lnTo>
                  <a:lnTo>
                    <a:pt x="2079752" y="2350643"/>
                  </a:lnTo>
                  <a:lnTo>
                    <a:pt x="2053463" y="2381504"/>
                  </a:lnTo>
                  <a:lnTo>
                    <a:pt x="2021713" y="2407031"/>
                  </a:lnTo>
                  <a:lnTo>
                    <a:pt x="1985264" y="2426208"/>
                  </a:lnTo>
                  <a:lnTo>
                    <a:pt x="1945004" y="2438400"/>
                  </a:lnTo>
                  <a:lnTo>
                    <a:pt x="1901697" y="2442591"/>
                  </a:lnTo>
                  <a:lnTo>
                    <a:pt x="1858517" y="2438400"/>
                  </a:lnTo>
                  <a:lnTo>
                    <a:pt x="1818131" y="2426208"/>
                  </a:lnTo>
                  <a:lnTo>
                    <a:pt x="1781682" y="2407031"/>
                  </a:lnTo>
                  <a:lnTo>
                    <a:pt x="1749932" y="2381504"/>
                  </a:lnTo>
                  <a:lnTo>
                    <a:pt x="1723770" y="2350643"/>
                  </a:lnTo>
                  <a:lnTo>
                    <a:pt x="1703958" y="2315337"/>
                  </a:lnTo>
                  <a:lnTo>
                    <a:pt x="1691386" y="2276221"/>
                  </a:lnTo>
                  <a:lnTo>
                    <a:pt x="1687067" y="223418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25468" y="1146047"/>
              <a:ext cx="1325880" cy="1892935"/>
            </a:xfrm>
            <a:custGeom>
              <a:avLst/>
              <a:gdLst/>
              <a:ahLst/>
              <a:cxnLst/>
              <a:rect l="l" t="t" r="r" b="b"/>
              <a:pathLst>
                <a:path w="1325879" h="1892935">
                  <a:moveTo>
                    <a:pt x="1175385" y="0"/>
                  </a:moveTo>
                  <a:lnTo>
                    <a:pt x="1183132" y="27559"/>
                  </a:lnTo>
                  <a:lnTo>
                    <a:pt x="2794" y="360679"/>
                  </a:lnTo>
                  <a:lnTo>
                    <a:pt x="4445" y="366522"/>
                  </a:lnTo>
                  <a:lnTo>
                    <a:pt x="4318" y="366902"/>
                  </a:lnTo>
                  <a:lnTo>
                    <a:pt x="0" y="370713"/>
                  </a:lnTo>
                  <a:lnTo>
                    <a:pt x="1276350" y="1844420"/>
                  </a:lnTo>
                  <a:lnTo>
                    <a:pt x="1254633" y="1863216"/>
                  </a:lnTo>
                  <a:lnTo>
                    <a:pt x="1325499" y="1892553"/>
                  </a:lnTo>
                  <a:lnTo>
                    <a:pt x="1306576" y="1818258"/>
                  </a:lnTo>
                  <a:lnTo>
                    <a:pt x="1284986" y="1837054"/>
                  </a:lnTo>
                  <a:lnTo>
                    <a:pt x="53975" y="415543"/>
                  </a:lnTo>
                  <a:lnTo>
                    <a:pt x="1206119" y="1371091"/>
                  </a:lnTo>
                  <a:lnTo>
                    <a:pt x="1187958" y="1393063"/>
                  </a:lnTo>
                  <a:lnTo>
                    <a:pt x="1262634" y="1410462"/>
                  </a:lnTo>
                  <a:lnTo>
                    <a:pt x="1231646" y="1340230"/>
                  </a:lnTo>
                  <a:lnTo>
                    <a:pt x="1213485" y="1362328"/>
                  </a:lnTo>
                  <a:lnTo>
                    <a:pt x="29210" y="380238"/>
                  </a:lnTo>
                  <a:lnTo>
                    <a:pt x="1195197" y="722756"/>
                  </a:lnTo>
                  <a:lnTo>
                    <a:pt x="1187069" y="750188"/>
                  </a:lnTo>
                  <a:lnTo>
                    <a:pt x="1262634" y="736600"/>
                  </a:lnTo>
                  <a:lnTo>
                    <a:pt x="1206500" y="684402"/>
                  </a:lnTo>
                  <a:lnTo>
                    <a:pt x="1198372" y="711835"/>
                  </a:lnTo>
                  <a:lnTo>
                    <a:pt x="23749" y="366649"/>
                  </a:lnTo>
                  <a:lnTo>
                    <a:pt x="1186180" y="38607"/>
                  </a:lnTo>
                  <a:lnTo>
                    <a:pt x="1193927" y="66039"/>
                  </a:lnTo>
                  <a:lnTo>
                    <a:pt x="1250696" y="14350"/>
                  </a:lnTo>
                  <a:lnTo>
                    <a:pt x="117538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809231" y="1388363"/>
            <a:ext cx="1953895" cy="2419985"/>
          </a:xfrm>
          <a:custGeom>
            <a:avLst/>
            <a:gdLst/>
            <a:ahLst/>
            <a:cxnLst/>
            <a:rect l="l" t="t" r="r" b="b"/>
            <a:pathLst>
              <a:path w="1953895" h="2419985">
                <a:moveTo>
                  <a:pt x="13081" y="720851"/>
                </a:moveTo>
                <a:lnTo>
                  <a:pt x="11938" y="726439"/>
                </a:lnTo>
                <a:lnTo>
                  <a:pt x="9398" y="731520"/>
                </a:lnTo>
                <a:lnTo>
                  <a:pt x="995679" y="1247648"/>
                </a:lnTo>
                <a:lnTo>
                  <a:pt x="13376" y="1394840"/>
                </a:lnTo>
                <a:lnTo>
                  <a:pt x="12953" y="1394840"/>
                </a:lnTo>
                <a:lnTo>
                  <a:pt x="11175" y="1395095"/>
                </a:lnTo>
                <a:lnTo>
                  <a:pt x="11938" y="1400428"/>
                </a:lnTo>
                <a:lnTo>
                  <a:pt x="10922" y="1405636"/>
                </a:lnTo>
                <a:lnTo>
                  <a:pt x="12700" y="1406016"/>
                </a:lnTo>
                <a:lnTo>
                  <a:pt x="12826" y="1406398"/>
                </a:lnTo>
                <a:lnTo>
                  <a:pt x="14944" y="1406398"/>
                </a:lnTo>
                <a:lnTo>
                  <a:pt x="1877822" y="1734693"/>
                </a:lnTo>
                <a:lnTo>
                  <a:pt x="1878711" y="1737360"/>
                </a:lnTo>
                <a:lnTo>
                  <a:pt x="1876740" y="1741170"/>
                </a:lnTo>
                <a:lnTo>
                  <a:pt x="1880108" y="1741170"/>
                </a:lnTo>
                <a:lnTo>
                  <a:pt x="1882648" y="1748536"/>
                </a:lnTo>
                <a:lnTo>
                  <a:pt x="1880235" y="1762506"/>
                </a:lnTo>
                <a:lnTo>
                  <a:pt x="32003" y="2408936"/>
                </a:lnTo>
                <a:lnTo>
                  <a:pt x="35814" y="2419604"/>
                </a:lnTo>
                <a:lnTo>
                  <a:pt x="1890522" y="1771015"/>
                </a:lnTo>
                <a:lnTo>
                  <a:pt x="1926100" y="1771015"/>
                </a:lnTo>
                <a:lnTo>
                  <a:pt x="1940178" y="1756537"/>
                </a:lnTo>
                <a:lnTo>
                  <a:pt x="1953260" y="1742948"/>
                </a:lnTo>
                <a:lnTo>
                  <a:pt x="1951101" y="1742694"/>
                </a:lnTo>
                <a:lnTo>
                  <a:pt x="1953133" y="1742694"/>
                </a:lnTo>
                <a:lnTo>
                  <a:pt x="1953006" y="1742186"/>
                </a:lnTo>
                <a:lnTo>
                  <a:pt x="1953418" y="1742186"/>
                </a:lnTo>
                <a:lnTo>
                  <a:pt x="1952625" y="1741551"/>
                </a:lnTo>
                <a:lnTo>
                  <a:pt x="1945746" y="1724152"/>
                </a:lnTo>
                <a:lnTo>
                  <a:pt x="1884552" y="1724152"/>
                </a:lnTo>
                <a:lnTo>
                  <a:pt x="49784" y="1400937"/>
                </a:lnTo>
                <a:lnTo>
                  <a:pt x="90470" y="1394840"/>
                </a:lnTo>
                <a:lnTo>
                  <a:pt x="14795" y="1394840"/>
                </a:lnTo>
                <a:lnTo>
                  <a:pt x="13081" y="1394460"/>
                </a:lnTo>
                <a:lnTo>
                  <a:pt x="93013" y="1394460"/>
                </a:lnTo>
                <a:lnTo>
                  <a:pt x="1012698" y="1256664"/>
                </a:lnTo>
                <a:lnTo>
                  <a:pt x="1037329" y="1256664"/>
                </a:lnTo>
                <a:lnTo>
                  <a:pt x="1031748" y="1253744"/>
                </a:lnTo>
                <a:lnTo>
                  <a:pt x="1091103" y="1244853"/>
                </a:lnTo>
                <a:lnTo>
                  <a:pt x="1014729" y="1244853"/>
                </a:lnTo>
                <a:lnTo>
                  <a:pt x="49657" y="739775"/>
                </a:lnTo>
                <a:lnTo>
                  <a:pt x="108597" y="739775"/>
                </a:lnTo>
                <a:lnTo>
                  <a:pt x="13081" y="720851"/>
                </a:lnTo>
                <a:close/>
              </a:path>
              <a:path w="1953895" h="2419985">
                <a:moveTo>
                  <a:pt x="1926100" y="1771015"/>
                </a:moveTo>
                <a:lnTo>
                  <a:pt x="1890522" y="1771015"/>
                </a:lnTo>
                <a:lnTo>
                  <a:pt x="1899920" y="1797939"/>
                </a:lnTo>
                <a:lnTo>
                  <a:pt x="1926100" y="1771015"/>
                </a:lnTo>
                <a:close/>
              </a:path>
              <a:path w="1953895" h="2419985">
                <a:moveTo>
                  <a:pt x="1886712" y="1701165"/>
                </a:moveTo>
                <a:lnTo>
                  <a:pt x="1886712" y="1714119"/>
                </a:lnTo>
                <a:lnTo>
                  <a:pt x="1879092" y="1722628"/>
                </a:lnTo>
                <a:lnTo>
                  <a:pt x="1884552" y="1724152"/>
                </a:lnTo>
                <a:lnTo>
                  <a:pt x="1945746" y="1724152"/>
                </a:lnTo>
                <a:lnTo>
                  <a:pt x="1939671" y="1708785"/>
                </a:lnTo>
                <a:lnTo>
                  <a:pt x="1937479" y="1703324"/>
                </a:lnTo>
                <a:lnTo>
                  <a:pt x="1890649" y="1703324"/>
                </a:lnTo>
                <a:lnTo>
                  <a:pt x="1886712" y="1701165"/>
                </a:lnTo>
                <a:close/>
              </a:path>
              <a:path w="1953895" h="2419985">
                <a:moveTo>
                  <a:pt x="1037329" y="1256664"/>
                </a:moveTo>
                <a:lnTo>
                  <a:pt x="1012698" y="1256664"/>
                </a:lnTo>
                <a:lnTo>
                  <a:pt x="1886712" y="1714119"/>
                </a:lnTo>
                <a:lnTo>
                  <a:pt x="1886712" y="1701165"/>
                </a:lnTo>
                <a:lnTo>
                  <a:pt x="1037329" y="1256664"/>
                </a:lnTo>
                <a:close/>
              </a:path>
              <a:path w="1953895" h="2419985">
                <a:moveTo>
                  <a:pt x="1897634" y="1685544"/>
                </a:moveTo>
                <a:lnTo>
                  <a:pt x="1897634" y="1700784"/>
                </a:lnTo>
                <a:lnTo>
                  <a:pt x="1891072" y="1700784"/>
                </a:lnTo>
                <a:lnTo>
                  <a:pt x="1890649" y="1703324"/>
                </a:lnTo>
                <a:lnTo>
                  <a:pt x="1937479" y="1703324"/>
                </a:lnTo>
                <a:lnTo>
                  <a:pt x="1936459" y="1700784"/>
                </a:lnTo>
                <a:lnTo>
                  <a:pt x="1897634" y="1700784"/>
                </a:lnTo>
                <a:lnTo>
                  <a:pt x="1891792" y="1696466"/>
                </a:lnTo>
                <a:lnTo>
                  <a:pt x="1934726" y="1696466"/>
                </a:lnTo>
                <a:lnTo>
                  <a:pt x="1932330" y="1690497"/>
                </a:lnTo>
                <a:lnTo>
                  <a:pt x="1903222" y="1690497"/>
                </a:lnTo>
                <a:lnTo>
                  <a:pt x="1897634" y="1685544"/>
                </a:lnTo>
                <a:close/>
              </a:path>
              <a:path w="1953895" h="2419985">
                <a:moveTo>
                  <a:pt x="1360813" y="1207008"/>
                </a:moveTo>
                <a:lnTo>
                  <a:pt x="1343787" y="1207008"/>
                </a:lnTo>
                <a:lnTo>
                  <a:pt x="1897634" y="1700784"/>
                </a:lnTo>
                <a:lnTo>
                  <a:pt x="1897634" y="1685544"/>
                </a:lnTo>
                <a:lnTo>
                  <a:pt x="1360813" y="1207008"/>
                </a:lnTo>
                <a:close/>
              </a:path>
              <a:path w="1953895" h="2419985">
                <a:moveTo>
                  <a:pt x="1908556" y="1680337"/>
                </a:moveTo>
                <a:lnTo>
                  <a:pt x="1903222" y="1690497"/>
                </a:lnTo>
                <a:lnTo>
                  <a:pt x="1932330" y="1690497"/>
                </a:lnTo>
                <a:lnTo>
                  <a:pt x="1930342" y="1685544"/>
                </a:lnTo>
                <a:lnTo>
                  <a:pt x="1912239" y="1685544"/>
                </a:lnTo>
                <a:lnTo>
                  <a:pt x="1908556" y="1680337"/>
                </a:lnTo>
                <a:close/>
              </a:path>
              <a:path w="1953895" h="2419985">
                <a:moveTo>
                  <a:pt x="1924685" y="1671447"/>
                </a:moveTo>
                <a:lnTo>
                  <a:pt x="1912239" y="1685544"/>
                </a:lnTo>
                <a:lnTo>
                  <a:pt x="1930342" y="1685544"/>
                </a:lnTo>
                <a:lnTo>
                  <a:pt x="1924685" y="1671447"/>
                </a:lnTo>
                <a:close/>
              </a:path>
              <a:path w="1953895" h="2419985">
                <a:moveTo>
                  <a:pt x="1332738" y="1181989"/>
                </a:moveTo>
                <a:lnTo>
                  <a:pt x="1332738" y="1197228"/>
                </a:lnTo>
                <a:lnTo>
                  <a:pt x="1014729" y="1244853"/>
                </a:lnTo>
                <a:lnTo>
                  <a:pt x="1091103" y="1244853"/>
                </a:lnTo>
                <a:lnTo>
                  <a:pt x="1343787" y="1207008"/>
                </a:lnTo>
                <a:lnTo>
                  <a:pt x="1360813" y="1207008"/>
                </a:lnTo>
                <a:lnTo>
                  <a:pt x="1358392" y="1204849"/>
                </a:lnTo>
                <a:lnTo>
                  <a:pt x="1423644" y="1195070"/>
                </a:lnTo>
                <a:lnTo>
                  <a:pt x="1347343" y="1195070"/>
                </a:lnTo>
                <a:lnTo>
                  <a:pt x="1332738" y="1181989"/>
                </a:lnTo>
                <a:close/>
              </a:path>
              <a:path w="1953895" h="2419985">
                <a:moveTo>
                  <a:pt x="108597" y="739775"/>
                </a:moveTo>
                <a:lnTo>
                  <a:pt x="49657" y="739775"/>
                </a:lnTo>
                <a:lnTo>
                  <a:pt x="1039622" y="935863"/>
                </a:lnTo>
                <a:lnTo>
                  <a:pt x="1332738" y="1197228"/>
                </a:lnTo>
                <a:lnTo>
                  <a:pt x="1332738" y="1181989"/>
                </a:lnTo>
                <a:lnTo>
                  <a:pt x="1061466" y="940181"/>
                </a:lnTo>
                <a:lnTo>
                  <a:pt x="1120312" y="940181"/>
                </a:lnTo>
                <a:lnTo>
                  <a:pt x="1044701" y="925195"/>
                </a:lnTo>
                <a:lnTo>
                  <a:pt x="1039857" y="920876"/>
                </a:lnTo>
                <a:lnTo>
                  <a:pt x="1022731" y="920876"/>
                </a:lnTo>
                <a:lnTo>
                  <a:pt x="108597" y="739775"/>
                </a:lnTo>
                <a:close/>
              </a:path>
              <a:path w="1953895" h="2419985">
                <a:moveTo>
                  <a:pt x="1879853" y="1087882"/>
                </a:moveTo>
                <a:lnTo>
                  <a:pt x="1879853" y="1108710"/>
                </a:lnTo>
                <a:lnTo>
                  <a:pt x="1878457" y="1115440"/>
                </a:lnTo>
                <a:lnTo>
                  <a:pt x="1347343" y="1195070"/>
                </a:lnTo>
                <a:lnTo>
                  <a:pt x="1423644" y="1195070"/>
                </a:lnTo>
                <a:lnTo>
                  <a:pt x="1876171" y="1127252"/>
                </a:lnTo>
                <a:lnTo>
                  <a:pt x="1925707" y="1127252"/>
                </a:lnTo>
                <a:lnTo>
                  <a:pt x="1945386" y="1113409"/>
                </a:lnTo>
                <a:lnTo>
                  <a:pt x="1949450" y="1110614"/>
                </a:lnTo>
                <a:lnTo>
                  <a:pt x="1948815" y="1110361"/>
                </a:lnTo>
                <a:lnTo>
                  <a:pt x="1949627" y="1110361"/>
                </a:lnTo>
                <a:lnTo>
                  <a:pt x="1948561" y="1109599"/>
                </a:lnTo>
                <a:lnTo>
                  <a:pt x="1934675" y="1088771"/>
                </a:lnTo>
                <a:lnTo>
                  <a:pt x="1882521" y="1088771"/>
                </a:lnTo>
                <a:lnTo>
                  <a:pt x="1879853" y="1087882"/>
                </a:lnTo>
                <a:close/>
              </a:path>
              <a:path w="1953895" h="2419985">
                <a:moveTo>
                  <a:pt x="1923721" y="1128649"/>
                </a:moveTo>
                <a:lnTo>
                  <a:pt x="1882775" y="1128649"/>
                </a:lnTo>
                <a:lnTo>
                  <a:pt x="1886712" y="1154684"/>
                </a:lnTo>
                <a:lnTo>
                  <a:pt x="1923721" y="1128649"/>
                </a:lnTo>
                <a:close/>
              </a:path>
              <a:path w="1953895" h="2419985">
                <a:moveTo>
                  <a:pt x="1925707" y="1127252"/>
                </a:moveTo>
                <a:lnTo>
                  <a:pt x="1876171" y="1127252"/>
                </a:lnTo>
                <a:lnTo>
                  <a:pt x="1875536" y="1130553"/>
                </a:lnTo>
                <a:lnTo>
                  <a:pt x="1882775" y="1128649"/>
                </a:lnTo>
                <a:lnTo>
                  <a:pt x="1923721" y="1128649"/>
                </a:lnTo>
                <a:lnTo>
                  <a:pt x="1925707" y="1127252"/>
                </a:lnTo>
                <a:close/>
              </a:path>
              <a:path w="1953895" h="2419985">
                <a:moveTo>
                  <a:pt x="1120312" y="940181"/>
                </a:moveTo>
                <a:lnTo>
                  <a:pt x="1061466" y="940181"/>
                </a:lnTo>
                <a:lnTo>
                  <a:pt x="1875282" y="1101471"/>
                </a:lnTo>
                <a:lnTo>
                  <a:pt x="1872488" y="1106424"/>
                </a:lnTo>
                <a:lnTo>
                  <a:pt x="1879473" y="1106805"/>
                </a:lnTo>
                <a:lnTo>
                  <a:pt x="1879853" y="1108710"/>
                </a:lnTo>
                <a:lnTo>
                  <a:pt x="1879853" y="1090168"/>
                </a:lnTo>
                <a:lnTo>
                  <a:pt x="1877060" y="1090168"/>
                </a:lnTo>
                <a:lnTo>
                  <a:pt x="1120312" y="940181"/>
                </a:lnTo>
                <a:close/>
              </a:path>
              <a:path w="1953895" h="2419985">
                <a:moveTo>
                  <a:pt x="1876552" y="1086865"/>
                </a:moveTo>
                <a:lnTo>
                  <a:pt x="1877060" y="1090168"/>
                </a:lnTo>
                <a:lnTo>
                  <a:pt x="1879853" y="1090168"/>
                </a:lnTo>
                <a:lnTo>
                  <a:pt x="1879853" y="1087882"/>
                </a:lnTo>
                <a:lnTo>
                  <a:pt x="1876552" y="1086865"/>
                </a:lnTo>
                <a:close/>
              </a:path>
              <a:path w="1953895" h="2419985">
                <a:moveTo>
                  <a:pt x="1885522" y="1067689"/>
                </a:moveTo>
                <a:lnTo>
                  <a:pt x="1885315" y="1067689"/>
                </a:lnTo>
                <a:lnTo>
                  <a:pt x="1885315" y="1080770"/>
                </a:lnTo>
                <a:lnTo>
                  <a:pt x="1884426" y="1085596"/>
                </a:lnTo>
                <a:lnTo>
                  <a:pt x="1882521" y="1088771"/>
                </a:lnTo>
                <a:lnTo>
                  <a:pt x="1934675" y="1088771"/>
                </a:lnTo>
                <a:lnTo>
                  <a:pt x="1921410" y="1068959"/>
                </a:lnTo>
                <a:lnTo>
                  <a:pt x="1887601" y="1068959"/>
                </a:lnTo>
                <a:lnTo>
                  <a:pt x="1885522" y="1067689"/>
                </a:lnTo>
                <a:close/>
              </a:path>
              <a:path w="1953895" h="2419985">
                <a:moveTo>
                  <a:pt x="70523" y="36322"/>
                </a:moveTo>
                <a:lnTo>
                  <a:pt x="47498" y="36322"/>
                </a:lnTo>
                <a:lnTo>
                  <a:pt x="1885315" y="1080770"/>
                </a:lnTo>
                <a:lnTo>
                  <a:pt x="1885315" y="1067689"/>
                </a:lnTo>
                <a:lnTo>
                  <a:pt x="1885538" y="1067689"/>
                </a:lnTo>
                <a:lnTo>
                  <a:pt x="70523" y="36322"/>
                </a:lnTo>
                <a:close/>
              </a:path>
              <a:path w="1953895" h="2419985">
                <a:moveTo>
                  <a:pt x="1888744" y="1063244"/>
                </a:moveTo>
                <a:lnTo>
                  <a:pt x="1887601" y="1068959"/>
                </a:lnTo>
                <a:lnTo>
                  <a:pt x="1921410" y="1068959"/>
                </a:lnTo>
                <a:lnTo>
                  <a:pt x="1920559" y="1067689"/>
                </a:lnTo>
                <a:lnTo>
                  <a:pt x="1894459" y="1067689"/>
                </a:lnTo>
                <a:lnTo>
                  <a:pt x="1888744" y="1063244"/>
                </a:lnTo>
                <a:close/>
              </a:path>
              <a:path w="1953895" h="2419985">
                <a:moveTo>
                  <a:pt x="1906524" y="1046734"/>
                </a:moveTo>
                <a:lnTo>
                  <a:pt x="1894459" y="1067689"/>
                </a:lnTo>
                <a:lnTo>
                  <a:pt x="1920559" y="1067689"/>
                </a:lnTo>
                <a:lnTo>
                  <a:pt x="1906524" y="1046734"/>
                </a:lnTo>
                <a:close/>
              </a:path>
              <a:path w="1953895" h="2419985">
                <a:moveTo>
                  <a:pt x="6603" y="0"/>
                </a:moveTo>
                <a:lnTo>
                  <a:pt x="3810" y="4952"/>
                </a:lnTo>
                <a:lnTo>
                  <a:pt x="0" y="9144"/>
                </a:lnTo>
                <a:lnTo>
                  <a:pt x="1022731" y="920876"/>
                </a:lnTo>
                <a:lnTo>
                  <a:pt x="1039857" y="920876"/>
                </a:lnTo>
                <a:lnTo>
                  <a:pt x="47498" y="36322"/>
                </a:lnTo>
                <a:lnTo>
                  <a:pt x="70523" y="36322"/>
                </a:lnTo>
                <a:lnTo>
                  <a:pt x="6603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82696" y="1476755"/>
            <a:ext cx="417830" cy="68580"/>
          </a:xfrm>
          <a:custGeom>
            <a:avLst/>
            <a:gdLst/>
            <a:ahLst/>
            <a:cxnLst/>
            <a:rect l="l" t="t" r="r" b="b"/>
            <a:pathLst>
              <a:path w="417829" h="68580">
                <a:moveTo>
                  <a:pt x="417322" y="35179"/>
                </a:moveTo>
                <a:lnTo>
                  <a:pt x="349250" y="0"/>
                </a:lnTo>
                <a:lnTo>
                  <a:pt x="348869" y="28575"/>
                </a:lnTo>
                <a:lnTo>
                  <a:pt x="254" y="23495"/>
                </a:lnTo>
                <a:lnTo>
                  <a:pt x="0" y="34925"/>
                </a:lnTo>
                <a:lnTo>
                  <a:pt x="348742" y="40005"/>
                </a:lnTo>
                <a:lnTo>
                  <a:pt x="360172" y="40132"/>
                </a:lnTo>
                <a:lnTo>
                  <a:pt x="348729" y="40132"/>
                </a:lnTo>
                <a:lnTo>
                  <a:pt x="348361" y="68580"/>
                </a:lnTo>
                <a:lnTo>
                  <a:pt x="417322" y="35179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58311" y="2164079"/>
            <a:ext cx="441959" cy="68580"/>
          </a:xfrm>
          <a:custGeom>
            <a:avLst/>
            <a:gdLst/>
            <a:ahLst/>
            <a:cxnLst/>
            <a:rect l="l" t="t" r="r" b="b"/>
            <a:pathLst>
              <a:path w="441960" h="68580">
                <a:moveTo>
                  <a:pt x="441452" y="34290"/>
                </a:moveTo>
                <a:lnTo>
                  <a:pt x="430022" y="28575"/>
                </a:lnTo>
                <a:lnTo>
                  <a:pt x="372872" y="0"/>
                </a:lnTo>
                <a:lnTo>
                  <a:pt x="372872" y="28587"/>
                </a:lnTo>
                <a:lnTo>
                  <a:pt x="0" y="28587"/>
                </a:lnTo>
                <a:lnTo>
                  <a:pt x="0" y="40005"/>
                </a:lnTo>
                <a:lnTo>
                  <a:pt x="372872" y="40005"/>
                </a:lnTo>
                <a:lnTo>
                  <a:pt x="372872" y="68580"/>
                </a:lnTo>
                <a:lnTo>
                  <a:pt x="430022" y="40005"/>
                </a:lnTo>
                <a:lnTo>
                  <a:pt x="441452" y="3429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82696" y="2796539"/>
            <a:ext cx="423545" cy="69215"/>
          </a:xfrm>
          <a:custGeom>
            <a:avLst/>
            <a:gdLst/>
            <a:ahLst/>
            <a:cxnLst/>
            <a:rect l="l" t="t" r="r" b="b"/>
            <a:pathLst>
              <a:path w="423545" h="69214">
                <a:moveTo>
                  <a:pt x="354939" y="28587"/>
                </a:moveTo>
                <a:lnTo>
                  <a:pt x="0" y="28587"/>
                </a:lnTo>
                <a:lnTo>
                  <a:pt x="0" y="40005"/>
                </a:lnTo>
                <a:lnTo>
                  <a:pt x="354939" y="40005"/>
                </a:lnTo>
                <a:lnTo>
                  <a:pt x="354939" y="28587"/>
                </a:lnTo>
                <a:close/>
              </a:path>
              <a:path w="423545" h="69214">
                <a:moveTo>
                  <a:pt x="423545" y="34290"/>
                </a:moveTo>
                <a:lnTo>
                  <a:pt x="412115" y="28575"/>
                </a:lnTo>
                <a:lnTo>
                  <a:pt x="354965" y="0"/>
                </a:lnTo>
                <a:lnTo>
                  <a:pt x="354965" y="68592"/>
                </a:lnTo>
                <a:lnTo>
                  <a:pt x="412115" y="40005"/>
                </a:lnTo>
                <a:lnTo>
                  <a:pt x="423545" y="3429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154668" y="2429255"/>
            <a:ext cx="356870" cy="68580"/>
          </a:xfrm>
          <a:custGeom>
            <a:avLst/>
            <a:gdLst/>
            <a:ahLst/>
            <a:cxnLst/>
            <a:rect l="l" t="t" r="r" b="b"/>
            <a:pathLst>
              <a:path w="356870" h="68580">
                <a:moveTo>
                  <a:pt x="288251" y="28587"/>
                </a:moveTo>
                <a:lnTo>
                  <a:pt x="0" y="28587"/>
                </a:lnTo>
                <a:lnTo>
                  <a:pt x="0" y="40005"/>
                </a:lnTo>
                <a:lnTo>
                  <a:pt x="288251" y="40005"/>
                </a:lnTo>
                <a:lnTo>
                  <a:pt x="288251" y="28587"/>
                </a:lnTo>
                <a:close/>
              </a:path>
              <a:path w="356870" h="68580">
                <a:moveTo>
                  <a:pt x="356616" y="34290"/>
                </a:moveTo>
                <a:lnTo>
                  <a:pt x="345186" y="28575"/>
                </a:lnTo>
                <a:lnTo>
                  <a:pt x="288290" y="0"/>
                </a:lnTo>
                <a:lnTo>
                  <a:pt x="288290" y="68580"/>
                </a:lnTo>
                <a:lnTo>
                  <a:pt x="345186" y="40005"/>
                </a:lnTo>
                <a:lnTo>
                  <a:pt x="356616" y="3429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8793733" y="2876042"/>
            <a:ext cx="729615" cy="443230"/>
            <a:chOff x="8793733" y="2876042"/>
            <a:chExt cx="729615" cy="443230"/>
          </a:xfrm>
        </p:grpSpPr>
        <p:sp>
          <p:nvSpPr>
            <p:cNvPr id="13" name="object 13"/>
            <p:cNvSpPr/>
            <p:nvPr/>
          </p:nvSpPr>
          <p:spPr>
            <a:xfrm>
              <a:off x="9159240" y="3061715"/>
              <a:ext cx="364490" cy="68580"/>
            </a:xfrm>
            <a:custGeom>
              <a:avLst/>
              <a:gdLst/>
              <a:ahLst/>
              <a:cxnLst/>
              <a:rect l="l" t="t" r="r" b="b"/>
              <a:pathLst>
                <a:path w="364490" h="68580">
                  <a:moveTo>
                    <a:pt x="295389" y="28587"/>
                  </a:moveTo>
                  <a:lnTo>
                    <a:pt x="0" y="28587"/>
                  </a:lnTo>
                  <a:lnTo>
                    <a:pt x="0" y="40005"/>
                  </a:lnTo>
                  <a:lnTo>
                    <a:pt x="295389" y="40005"/>
                  </a:lnTo>
                  <a:lnTo>
                    <a:pt x="295389" y="28587"/>
                  </a:lnTo>
                  <a:close/>
                </a:path>
                <a:path w="364490" h="68580">
                  <a:moveTo>
                    <a:pt x="363982" y="34290"/>
                  </a:moveTo>
                  <a:lnTo>
                    <a:pt x="352552" y="28575"/>
                  </a:lnTo>
                  <a:lnTo>
                    <a:pt x="295402" y="0"/>
                  </a:lnTo>
                  <a:lnTo>
                    <a:pt x="295402" y="68580"/>
                  </a:lnTo>
                  <a:lnTo>
                    <a:pt x="352552" y="40005"/>
                  </a:lnTo>
                  <a:lnTo>
                    <a:pt x="363982" y="3429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06433" y="2888742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59" h="417829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8"/>
                  </a:lnTo>
                  <a:lnTo>
                    <a:pt x="36702" y="92075"/>
                  </a:lnTo>
                  <a:lnTo>
                    <a:pt x="62865" y="61087"/>
                  </a:lnTo>
                  <a:lnTo>
                    <a:pt x="94615" y="35687"/>
                  </a:lnTo>
                  <a:lnTo>
                    <a:pt x="131064" y="16383"/>
                  </a:lnTo>
                  <a:lnTo>
                    <a:pt x="171450" y="4191"/>
                  </a:lnTo>
                  <a:lnTo>
                    <a:pt x="214630" y="0"/>
                  </a:lnTo>
                  <a:lnTo>
                    <a:pt x="257937" y="4191"/>
                  </a:lnTo>
                  <a:lnTo>
                    <a:pt x="298196" y="16383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4" y="92075"/>
                  </a:lnTo>
                  <a:lnTo>
                    <a:pt x="412496" y="127508"/>
                  </a:lnTo>
                  <a:lnTo>
                    <a:pt x="424942" y="166624"/>
                  </a:lnTo>
                  <a:lnTo>
                    <a:pt x="429260" y="208661"/>
                  </a:lnTo>
                  <a:lnTo>
                    <a:pt x="424942" y="250698"/>
                  </a:lnTo>
                  <a:lnTo>
                    <a:pt x="412496" y="289941"/>
                  </a:lnTo>
                  <a:lnTo>
                    <a:pt x="392684" y="325374"/>
                  </a:lnTo>
                  <a:lnTo>
                    <a:pt x="366395" y="356235"/>
                  </a:lnTo>
                  <a:lnTo>
                    <a:pt x="334645" y="381635"/>
                  </a:lnTo>
                  <a:lnTo>
                    <a:pt x="298196" y="400939"/>
                  </a:lnTo>
                  <a:lnTo>
                    <a:pt x="257937" y="413131"/>
                  </a:lnTo>
                  <a:lnTo>
                    <a:pt x="214630" y="417322"/>
                  </a:lnTo>
                  <a:lnTo>
                    <a:pt x="171450" y="413131"/>
                  </a:lnTo>
                  <a:lnTo>
                    <a:pt x="131064" y="400939"/>
                  </a:lnTo>
                  <a:lnTo>
                    <a:pt x="94615" y="381635"/>
                  </a:lnTo>
                  <a:lnTo>
                    <a:pt x="62865" y="356235"/>
                  </a:lnTo>
                  <a:lnTo>
                    <a:pt x="36702" y="325374"/>
                  </a:lnTo>
                  <a:lnTo>
                    <a:pt x="16891" y="289941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91" y="1583436"/>
            <a:ext cx="1531620" cy="117957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24890" y="2717673"/>
            <a:ext cx="1045844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65932" y="2196083"/>
            <a:ext cx="2570480" cy="2375535"/>
            <a:chOff x="3265932" y="2196083"/>
            <a:chExt cx="2570480" cy="2375535"/>
          </a:xfrm>
        </p:grpSpPr>
        <p:sp>
          <p:nvSpPr>
            <p:cNvPr id="18" name="object 18"/>
            <p:cNvSpPr/>
            <p:nvPr/>
          </p:nvSpPr>
          <p:spPr>
            <a:xfrm>
              <a:off x="3713226" y="3786377"/>
              <a:ext cx="2110740" cy="772160"/>
            </a:xfrm>
            <a:custGeom>
              <a:avLst/>
              <a:gdLst/>
              <a:ahLst/>
              <a:cxnLst/>
              <a:rect l="l" t="t" r="r" b="b"/>
              <a:pathLst>
                <a:path w="2110740" h="772160">
                  <a:moveTo>
                    <a:pt x="0" y="208534"/>
                  </a:moveTo>
                  <a:lnTo>
                    <a:pt x="4318" y="166497"/>
                  </a:lnTo>
                  <a:lnTo>
                    <a:pt x="16890" y="127381"/>
                  </a:lnTo>
                  <a:lnTo>
                    <a:pt x="36702" y="91948"/>
                  </a:lnTo>
                  <a:lnTo>
                    <a:pt x="62864" y="61087"/>
                  </a:lnTo>
                  <a:lnTo>
                    <a:pt x="94614" y="35560"/>
                  </a:lnTo>
                  <a:lnTo>
                    <a:pt x="131063" y="16383"/>
                  </a:lnTo>
                  <a:lnTo>
                    <a:pt x="171323" y="4191"/>
                  </a:lnTo>
                  <a:lnTo>
                    <a:pt x="214629" y="0"/>
                  </a:lnTo>
                  <a:lnTo>
                    <a:pt x="257810" y="4191"/>
                  </a:lnTo>
                  <a:lnTo>
                    <a:pt x="298196" y="16383"/>
                  </a:lnTo>
                  <a:lnTo>
                    <a:pt x="334645" y="35560"/>
                  </a:lnTo>
                  <a:lnTo>
                    <a:pt x="366395" y="61087"/>
                  </a:lnTo>
                  <a:lnTo>
                    <a:pt x="392557" y="91948"/>
                  </a:lnTo>
                  <a:lnTo>
                    <a:pt x="412369" y="127381"/>
                  </a:lnTo>
                  <a:lnTo>
                    <a:pt x="424814" y="166497"/>
                  </a:lnTo>
                  <a:lnTo>
                    <a:pt x="429260" y="208534"/>
                  </a:lnTo>
                  <a:lnTo>
                    <a:pt x="424814" y="250444"/>
                  </a:lnTo>
                  <a:lnTo>
                    <a:pt x="412369" y="289560"/>
                  </a:lnTo>
                  <a:lnTo>
                    <a:pt x="392557" y="324993"/>
                  </a:lnTo>
                  <a:lnTo>
                    <a:pt x="366395" y="355854"/>
                  </a:lnTo>
                  <a:lnTo>
                    <a:pt x="334645" y="381381"/>
                  </a:lnTo>
                  <a:lnTo>
                    <a:pt x="298196" y="400558"/>
                  </a:lnTo>
                  <a:lnTo>
                    <a:pt x="257810" y="412750"/>
                  </a:lnTo>
                  <a:lnTo>
                    <a:pt x="214629" y="416941"/>
                  </a:lnTo>
                  <a:lnTo>
                    <a:pt x="171323" y="412750"/>
                  </a:lnTo>
                  <a:lnTo>
                    <a:pt x="131063" y="400558"/>
                  </a:lnTo>
                  <a:lnTo>
                    <a:pt x="94614" y="381381"/>
                  </a:lnTo>
                  <a:lnTo>
                    <a:pt x="62864" y="355854"/>
                  </a:lnTo>
                  <a:lnTo>
                    <a:pt x="36702" y="324993"/>
                  </a:lnTo>
                  <a:lnTo>
                    <a:pt x="16890" y="289560"/>
                  </a:lnTo>
                  <a:lnTo>
                    <a:pt x="4318" y="250444"/>
                  </a:lnTo>
                  <a:lnTo>
                    <a:pt x="0" y="208534"/>
                  </a:lnTo>
                  <a:close/>
                </a:path>
                <a:path w="2110740" h="772160">
                  <a:moveTo>
                    <a:pt x="1681226" y="563753"/>
                  </a:moveTo>
                  <a:lnTo>
                    <a:pt x="1685671" y="521716"/>
                  </a:lnTo>
                  <a:lnTo>
                    <a:pt x="1698116" y="482600"/>
                  </a:lnTo>
                  <a:lnTo>
                    <a:pt x="1717928" y="447167"/>
                  </a:lnTo>
                  <a:lnTo>
                    <a:pt x="1744090" y="416306"/>
                  </a:lnTo>
                  <a:lnTo>
                    <a:pt x="1775968" y="390906"/>
                  </a:lnTo>
                  <a:lnTo>
                    <a:pt x="1812416" y="371602"/>
                  </a:lnTo>
                  <a:lnTo>
                    <a:pt x="1852676" y="359537"/>
                  </a:lnTo>
                  <a:lnTo>
                    <a:pt x="1895856" y="355219"/>
                  </a:lnTo>
                  <a:lnTo>
                    <a:pt x="1939163" y="359537"/>
                  </a:lnTo>
                  <a:lnTo>
                    <a:pt x="1979422" y="371602"/>
                  </a:lnTo>
                  <a:lnTo>
                    <a:pt x="2015871" y="390906"/>
                  </a:lnTo>
                  <a:lnTo>
                    <a:pt x="2047621" y="416306"/>
                  </a:lnTo>
                  <a:lnTo>
                    <a:pt x="2073910" y="447167"/>
                  </a:lnTo>
                  <a:lnTo>
                    <a:pt x="2093595" y="482600"/>
                  </a:lnTo>
                  <a:lnTo>
                    <a:pt x="2106168" y="521716"/>
                  </a:lnTo>
                  <a:lnTo>
                    <a:pt x="2110486" y="563753"/>
                  </a:lnTo>
                  <a:lnTo>
                    <a:pt x="2106168" y="605790"/>
                  </a:lnTo>
                  <a:lnTo>
                    <a:pt x="2093595" y="644906"/>
                  </a:lnTo>
                  <a:lnTo>
                    <a:pt x="2073910" y="680212"/>
                  </a:lnTo>
                  <a:lnTo>
                    <a:pt x="2047621" y="711073"/>
                  </a:lnTo>
                  <a:lnTo>
                    <a:pt x="2015871" y="736600"/>
                  </a:lnTo>
                  <a:lnTo>
                    <a:pt x="1979422" y="755777"/>
                  </a:lnTo>
                  <a:lnTo>
                    <a:pt x="1939163" y="767969"/>
                  </a:lnTo>
                  <a:lnTo>
                    <a:pt x="1895856" y="772160"/>
                  </a:lnTo>
                  <a:lnTo>
                    <a:pt x="1852676" y="767969"/>
                  </a:lnTo>
                  <a:lnTo>
                    <a:pt x="1812416" y="755777"/>
                  </a:lnTo>
                  <a:lnTo>
                    <a:pt x="1775968" y="736600"/>
                  </a:lnTo>
                  <a:lnTo>
                    <a:pt x="1744090" y="711073"/>
                  </a:lnTo>
                  <a:lnTo>
                    <a:pt x="1717928" y="680212"/>
                  </a:lnTo>
                  <a:lnTo>
                    <a:pt x="1698116" y="644906"/>
                  </a:lnTo>
                  <a:lnTo>
                    <a:pt x="1685671" y="605790"/>
                  </a:lnTo>
                  <a:lnTo>
                    <a:pt x="1681226" y="56375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65932" y="3954779"/>
              <a:ext cx="423545" cy="68580"/>
            </a:xfrm>
            <a:custGeom>
              <a:avLst/>
              <a:gdLst/>
              <a:ahLst/>
              <a:cxnLst/>
              <a:rect l="l" t="t" r="r" b="b"/>
              <a:pathLst>
                <a:path w="423545" h="68579">
                  <a:moveTo>
                    <a:pt x="354939" y="28587"/>
                  </a:moveTo>
                  <a:lnTo>
                    <a:pt x="0" y="28587"/>
                  </a:lnTo>
                  <a:lnTo>
                    <a:pt x="0" y="40005"/>
                  </a:lnTo>
                  <a:lnTo>
                    <a:pt x="354939" y="40005"/>
                  </a:lnTo>
                  <a:lnTo>
                    <a:pt x="354939" y="28587"/>
                  </a:lnTo>
                  <a:close/>
                </a:path>
                <a:path w="423545" h="68579">
                  <a:moveTo>
                    <a:pt x="423545" y="34290"/>
                  </a:moveTo>
                  <a:lnTo>
                    <a:pt x="412115" y="28575"/>
                  </a:lnTo>
                  <a:lnTo>
                    <a:pt x="354965" y="0"/>
                  </a:lnTo>
                  <a:lnTo>
                    <a:pt x="354965" y="68580"/>
                  </a:lnTo>
                  <a:lnTo>
                    <a:pt x="412115" y="40005"/>
                  </a:lnTo>
                  <a:lnTo>
                    <a:pt x="423545" y="3429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7489" y="4281423"/>
              <a:ext cx="75437" cy="6603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139184" y="3971544"/>
              <a:ext cx="1189355" cy="348615"/>
            </a:xfrm>
            <a:custGeom>
              <a:avLst/>
              <a:gdLst/>
              <a:ahLst/>
              <a:cxnLst/>
              <a:rect l="l" t="t" r="r" b="b"/>
              <a:pathLst>
                <a:path w="1189354" h="348614">
                  <a:moveTo>
                    <a:pt x="3175" y="0"/>
                  </a:moveTo>
                  <a:lnTo>
                    <a:pt x="0" y="11048"/>
                  </a:lnTo>
                  <a:lnTo>
                    <a:pt x="1186179" y="348360"/>
                  </a:lnTo>
                  <a:lnTo>
                    <a:pt x="1189354" y="337438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F8C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36136" y="2667000"/>
              <a:ext cx="1252220" cy="1330960"/>
            </a:xfrm>
            <a:custGeom>
              <a:avLst/>
              <a:gdLst/>
              <a:ahLst/>
              <a:cxnLst/>
              <a:rect l="l" t="t" r="r" b="b"/>
              <a:pathLst>
                <a:path w="1252220" h="1330960">
                  <a:moveTo>
                    <a:pt x="1153160" y="0"/>
                  </a:moveTo>
                  <a:lnTo>
                    <a:pt x="1082421" y="29337"/>
                  </a:lnTo>
                  <a:lnTo>
                    <a:pt x="1103884" y="48133"/>
                  </a:lnTo>
                  <a:lnTo>
                    <a:pt x="0" y="1321689"/>
                  </a:lnTo>
                  <a:lnTo>
                    <a:pt x="3937" y="1324991"/>
                  </a:lnTo>
                  <a:lnTo>
                    <a:pt x="7492" y="1330452"/>
                  </a:lnTo>
                  <a:lnTo>
                    <a:pt x="1197864" y="560832"/>
                  </a:lnTo>
                  <a:lnTo>
                    <a:pt x="1213358" y="584835"/>
                  </a:lnTo>
                  <a:lnTo>
                    <a:pt x="1252219" y="518668"/>
                  </a:lnTo>
                  <a:lnTo>
                    <a:pt x="1176019" y="527176"/>
                  </a:lnTo>
                  <a:lnTo>
                    <a:pt x="1191640" y="551180"/>
                  </a:lnTo>
                  <a:lnTo>
                    <a:pt x="34416" y="1299464"/>
                  </a:lnTo>
                  <a:lnTo>
                    <a:pt x="1112647" y="55625"/>
                  </a:lnTo>
                  <a:lnTo>
                    <a:pt x="1134237" y="74295"/>
                  </a:lnTo>
                  <a:lnTo>
                    <a:pt x="1153160" y="0"/>
                  </a:lnTo>
                  <a:close/>
                </a:path>
              </a:pathLst>
            </a:custGeom>
            <a:solidFill>
              <a:srgbClr val="F9E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25468" y="2196083"/>
              <a:ext cx="1268095" cy="2152015"/>
            </a:xfrm>
            <a:custGeom>
              <a:avLst/>
              <a:gdLst/>
              <a:ahLst/>
              <a:cxnLst/>
              <a:rect l="l" t="t" r="r" b="b"/>
              <a:pathLst>
                <a:path w="1268095" h="2152015">
                  <a:moveTo>
                    <a:pt x="9779" y="0"/>
                  </a:moveTo>
                  <a:lnTo>
                    <a:pt x="0" y="5714"/>
                  </a:lnTo>
                  <a:lnTo>
                    <a:pt x="1228217" y="2094991"/>
                  </a:lnTo>
                  <a:lnTo>
                    <a:pt x="14732" y="631189"/>
                  </a:lnTo>
                  <a:lnTo>
                    <a:pt x="5969" y="638555"/>
                  </a:lnTo>
                  <a:lnTo>
                    <a:pt x="1218184" y="2101088"/>
                  </a:lnTo>
                  <a:lnTo>
                    <a:pt x="1203706" y="2109597"/>
                  </a:lnTo>
                  <a:lnTo>
                    <a:pt x="1207516" y="2112136"/>
                  </a:lnTo>
                  <a:lnTo>
                    <a:pt x="1197356" y="2120646"/>
                  </a:lnTo>
                  <a:lnTo>
                    <a:pt x="1267460" y="2151507"/>
                  </a:lnTo>
                  <a:lnTo>
                    <a:pt x="1267333" y="2150872"/>
                  </a:lnTo>
                  <a:lnTo>
                    <a:pt x="1267968" y="2151253"/>
                  </a:lnTo>
                  <a:lnTo>
                    <a:pt x="1262761" y="2074926"/>
                  </a:lnTo>
                  <a:lnTo>
                    <a:pt x="1251204" y="2081657"/>
                  </a:lnTo>
                  <a:lnTo>
                    <a:pt x="1250188" y="2076830"/>
                  </a:lnTo>
                  <a:lnTo>
                    <a:pt x="1237107" y="2087626"/>
                  </a:lnTo>
                  <a:lnTo>
                    <a:pt x="9779" y="0"/>
                  </a:lnTo>
                  <a:close/>
                </a:path>
              </a:pathLst>
            </a:custGeom>
            <a:solidFill>
              <a:srgbClr val="F8C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2911" y="2243327"/>
            <a:ext cx="556259" cy="42976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8340" y="2883407"/>
            <a:ext cx="544068" cy="44043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105911" y="1365326"/>
            <a:ext cx="23495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81273" y="2063241"/>
            <a:ext cx="23495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00704" y="2707894"/>
            <a:ext cx="23495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86100" y="3888740"/>
            <a:ext cx="413384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75" b="1" spc="-15" baseline="11494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50" b="1" spc="-10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746997" y="2298954"/>
            <a:ext cx="429259" cy="417830"/>
          </a:xfrm>
          <a:custGeom>
            <a:avLst/>
            <a:gdLst/>
            <a:ahLst/>
            <a:cxnLst/>
            <a:rect l="l" t="t" r="r" b="b"/>
            <a:pathLst>
              <a:path w="429259" h="417830">
                <a:moveTo>
                  <a:pt x="0" y="208661"/>
                </a:moveTo>
                <a:lnTo>
                  <a:pt x="4318" y="166624"/>
                </a:lnTo>
                <a:lnTo>
                  <a:pt x="16891" y="127508"/>
                </a:lnTo>
                <a:lnTo>
                  <a:pt x="36702" y="92075"/>
                </a:lnTo>
                <a:lnTo>
                  <a:pt x="62865" y="61087"/>
                </a:lnTo>
                <a:lnTo>
                  <a:pt x="94615" y="35687"/>
                </a:lnTo>
                <a:lnTo>
                  <a:pt x="131063" y="16383"/>
                </a:lnTo>
                <a:lnTo>
                  <a:pt x="171450" y="4191"/>
                </a:lnTo>
                <a:lnTo>
                  <a:pt x="214629" y="0"/>
                </a:lnTo>
                <a:lnTo>
                  <a:pt x="257936" y="4191"/>
                </a:lnTo>
                <a:lnTo>
                  <a:pt x="298196" y="16383"/>
                </a:lnTo>
                <a:lnTo>
                  <a:pt x="334645" y="35687"/>
                </a:lnTo>
                <a:lnTo>
                  <a:pt x="366395" y="61087"/>
                </a:lnTo>
                <a:lnTo>
                  <a:pt x="392683" y="92075"/>
                </a:lnTo>
                <a:lnTo>
                  <a:pt x="412496" y="127508"/>
                </a:lnTo>
                <a:lnTo>
                  <a:pt x="424942" y="166624"/>
                </a:lnTo>
                <a:lnTo>
                  <a:pt x="429259" y="208661"/>
                </a:lnTo>
                <a:lnTo>
                  <a:pt x="424942" y="250698"/>
                </a:lnTo>
                <a:lnTo>
                  <a:pt x="412496" y="289941"/>
                </a:lnTo>
                <a:lnTo>
                  <a:pt x="392683" y="325374"/>
                </a:lnTo>
                <a:lnTo>
                  <a:pt x="366395" y="356235"/>
                </a:lnTo>
                <a:lnTo>
                  <a:pt x="334645" y="381635"/>
                </a:lnTo>
                <a:lnTo>
                  <a:pt x="298196" y="400938"/>
                </a:lnTo>
                <a:lnTo>
                  <a:pt x="257936" y="413131"/>
                </a:lnTo>
                <a:lnTo>
                  <a:pt x="214629" y="417322"/>
                </a:lnTo>
                <a:lnTo>
                  <a:pt x="171450" y="413131"/>
                </a:lnTo>
                <a:lnTo>
                  <a:pt x="131063" y="400938"/>
                </a:lnTo>
                <a:lnTo>
                  <a:pt x="94615" y="381635"/>
                </a:lnTo>
                <a:lnTo>
                  <a:pt x="62865" y="356235"/>
                </a:lnTo>
                <a:lnTo>
                  <a:pt x="36702" y="325374"/>
                </a:lnTo>
                <a:lnTo>
                  <a:pt x="16891" y="289941"/>
                </a:lnTo>
                <a:lnTo>
                  <a:pt x="4318" y="250698"/>
                </a:lnTo>
                <a:lnTo>
                  <a:pt x="0" y="20866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3890771" y="736091"/>
            <a:ext cx="4756150" cy="4063365"/>
            <a:chOff x="3890771" y="736091"/>
            <a:chExt cx="4756150" cy="4063365"/>
          </a:xfrm>
        </p:grpSpPr>
        <p:sp>
          <p:nvSpPr>
            <p:cNvPr id="32" name="object 32"/>
            <p:cNvSpPr/>
            <p:nvPr/>
          </p:nvSpPr>
          <p:spPr>
            <a:xfrm>
              <a:off x="6403085" y="1230629"/>
              <a:ext cx="441959" cy="2781300"/>
            </a:xfrm>
            <a:custGeom>
              <a:avLst/>
              <a:gdLst/>
              <a:ahLst/>
              <a:cxnLst/>
              <a:rect l="l" t="t" r="r" b="b"/>
              <a:pathLst>
                <a:path w="441959" h="2781300">
                  <a:moveTo>
                    <a:pt x="0" y="208407"/>
                  </a:moveTo>
                  <a:lnTo>
                    <a:pt x="4317" y="166370"/>
                  </a:lnTo>
                  <a:lnTo>
                    <a:pt x="16890" y="127254"/>
                  </a:lnTo>
                  <a:lnTo>
                    <a:pt x="36702" y="91948"/>
                  </a:lnTo>
                  <a:lnTo>
                    <a:pt x="62864" y="61087"/>
                  </a:lnTo>
                  <a:lnTo>
                    <a:pt x="94741" y="35560"/>
                  </a:lnTo>
                  <a:lnTo>
                    <a:pt x="131190" y="16383"/>
                  </a:lnTo>
                  <a:lnTo>
                    <a:pt x="171449" y="4191"/>
                  </a:lnTo>
                  <a:lnTo>
                    <a:pt x="214757" y="0"/>
                  </a:lnTo>
                  <a:lnTo>
                    <a:pt x="258063" y="4191"/>
                  </a:lnTo>
                  <a:lnTo>
                    <a:pt x="298322" y="16383"/>
                  </a:lnTo>
                  <a:lnTo>
                    <a:pt x="334771" y="35560"/>
                  </a:lnTo>
                  <a:lnTo>
                    <a:pt x="366648" y="61087"/>
                  </a:lnTo>
                  <a:lnTo>
                    <a:pt x="392811" y="91948"/>
                  </a:lnTo>
                  <a:lnTo>
                    <a:pt x="412622" y="127254"/>
                  </a:lnTo>
                  <a:lnTo>
                    <a:pt x="425068" y="166370"/>
                  </a:lnTo>
                  <a:lnTo>
                    <a:pt x="429513" y="208407"/>
                  </a:lnTo>
                  <a:lnTo>
                    <a:pt x="425068" y="250444"/>
                  </a:lnTo>
                  <a:lnTo>
                    <a:pt x="412622" y="289560"/>
                  </a:lnTo>
                  <a:lnTo>
                    <a:pt x="392811" y="324993"/>
                  </a:lnTo>
                  <a:lnTo>
                    <a:pt x="366648" y="355727"/>
                  </a:lnTo>
                  <a:lnTo>
                    <a:pt x="334771" y="381254"/>
                  </a:lnTo>
                  <a:lnTo>
                    <a:pt x="298322" y="400431"/>
                  </a:lnTo>
                  <a:lnTo>
                    <a:pt x="258063" y="412623"/>
                  </a:lnTo>
                  <a:lnTo>
                    <a:pt x="214757" y="416814"/>
                  </a:lnTo>
                  <a:lnTo>
                    <a:pt x="171449" y="412623"/>
                  </a:lnTo>
                  <a:lnTo>
                    <a:pt x="131190" y="400431"/>
                  </a:lnTo>
                  <a:lnTo>
                    <a:pt x="94741" y="381254"/>
                  </a:lnTo>
                  <a:lnTo>
                    <a:pt x="62864" y="355727"/>
                  </a:lnTo>
                  <a:lnTo>
                    <a:pt x="36702" y="324993"/>
                  </a:lnTo>
                  <a:lnTo>
                    <a:pt x="16890" y="289560"/>
                  </a:lnTo>
                  <a:lnTo>
                    <a:pt x="4317" y="250444"/>
                  </a:lnTo>
                  <a:lnTo>
                    <a:pt x="0" y="208407"/>
                  </a:lnTo>
                  <a:close/>
                </a:path>
                <a:path w="441959" h="2781300">
                  <a:moveTo>
                    <a:pt x="12318" y="929640"/>
                  </a:moveTo>
                  <a:lnTo>
                    <a:pt x="16763" y="887730"/>
                  </a:lnTo>
                  <a:lnTo>
                    <a:pt x="29210" y="848614"/>
                  </a:lnTo>
                  <a:lnTo>
                    <a:pt x="49022" y="813181"/>
                  </a:lnTo>
                  <a:lnTo>
                    <a:pt x="75311" y="782320"/>
                  </a:lnTo>
                  <a:lnTo>
                    <a:pt x="107061" y="756920"/>
                  </a:lnTo>
                  <a:lnTo>
                    <a:pt x="143510" y="737616"/>
                  </a:lnTo>
                  <a:lnTo>
                    <a:pt x="183768" y="725551"/>
                  </a:lnTo>
                  <a:lnTo>
                    <a:pt x="227075" y="721233"/>
                  </a:lnTo>
                  <a:lnTo>
                    <a:pt x="270383" y="725551"/>
                  </a:lnTo>
                  <a:lnTo>
                    <a:pt x="310641" y="737616"/>
                  </a:lnTo>
                  <a:lnTo>
                    <a:pt x="347217" y="756920"/>
                  </a:lnTo>
                  <a:lnTo>
                    <a:pt x="378967" y="782320"/>
                  </a:lnTo>
                  <a:lnTo>
                    <a:pt x="405130" y="813181"/>
                  </a:lnTo>
                  <a:lnTo>
                    <a:pt x="424941" y="848614"/>
                  </a:lnTo>
                  <a:lnTo>
                    <a:pt x="437514" y="887730"/>
                  </a:lnTo>
                  <a:lnTo>
                    <a:pt x="441833" y="929640"/>
                  </a:lnTo>
                  <a:lnTo>
                    <a:pt x="437514" y="971677"/>
                  </a:lnTo>
                  <a:lnTo>
                    <a:pt x="424941" y="1010793"/>
                  </a:lnTo>
                  <a:lnTo>
                    <a:pt x="405130" y="1046226"/>
                  </a:lnTo>
                  <a:lnTo>
                    <a:pt x="378967" y="1077087"/>
                  </a:lnTo>
                  <a:lnTo>
                    <a:pt x="347217" y="1102487"/>
                  </a:lnTo>
                  <a:lnTo>
                    <a:pt x="310641" y="1121791"/>
                  </a:lnTo>
                  <a:lnTo>
                    <a:pt x="270383" y="1133856"/>
                  </a:lnTo>
                  <a:lnTo>
                    <a:pt x="227075" y="1138174"/>
                  </a:lnTo>
                  <a:lnTo>
                    <a:pt x="183768" y="1133856"/>
                  </a:lnTo>
                  <a:lnTo>
                    <a:pt x="143510" y="1121791"/>
                  </a:lnTo>
                  <a:lnTo>
                    <a:pt x="107061" y="1102487"/>
                  </a:lnTo>
                  <a:lnTo>
                    <a:pt x="75311" y="1077087"/>
                  </a:lnTo>
                  <a:lnTo>
                    <a:pt x="49022" y="1046226"/>
                  </a:lnTo>
                  <a:lnTo>
                    <a:pt x="29210" y="1010793"/>
                  </a:lnTo>
                  <a:lnTo>
                    <a:pt x="16763" y="971677"/>
                  </a:lnTo>
                  <a:lnTo>
                    <a:pt x="12318" y="929640"/>
                  </a:lnTo>
                  <a:close/>
                </a:path>
                <a:path w="441959" h="2781300">
                  <a:moveTo>
                    <a:pt x="12318" y="1603629"/>
                  </a:moveTo>
                  <a:lnTo>
                    <a:pt x="16763" y="1561465"/>
                  </a:lnTo>
                  <a:lnTo>
                    <a:pt x="29210" y="1522222"/>
                  </a:lnTo>
                  <a:lnTo>
                    <a:pt x="49022" y="1486662"/>
                  </a:lnTo>
                  <a:lnTo>
                    <a:pt x="75311" y="1455801"/>
                  </a:lnTo>
                  <a:lnTo>
                    <a:pt x="107061" y="1430274"/>
                  </a:lnTo>
                  <a:lnTo>
                    <a:pt x="143510" y="1410970"/>
                  </a:lnTo>
                  <a:lnTo>
                    <a:pt x="183768" y="1398778"/>
                  </a:lnTo>
                  <a:lnTo>
                    <a:pt x="227075" y="1394587"/>
                  </a:lnTo>
                  <a:lnTo>
                    <a:pt x="270383" y="1398778"/>
                  </a:lnTo>
                  <a:lnTo>
                    <a:pt x="310641" y="1410970"/>
                  </a:lnTo>
                  <a:lnTo>
                    <a:pt x="347217" y="1430274"/>
                  </a:lnTo>
                  <a:lnTo>
                    <a:pt x="378967" y="1455801"/>
                  </a:lnTo>
                  <a:lnTo>
                    <a:pt x="405130" y="1486662"/>
                  </a:lnTo>
                  <a:lnTo>
                    <a:pt x="424941" y="1522222"/>
                  </a:lnTo>
                  <a:lnTo>
                    <a:pt x="437514" y="1561465"/>
                  </a:lnTo>
                  <a:lnTo>
                    <a:pt x="441833" y="1603629"/>
                  </a:lnTo>
                  <a:lnTo>
                    <a:pt x="437514" y="1645793"/>
                  </a:lnTo>
                  <a:lnTo>
                    <a:pt x="424941" y="1685036"/>
                  </a:lnTo>
                  <a:lnTo>
                    <a:pt x="405130" y="1720596"/>
                  </a:lnTo>
                  <a:lnTo>
                    <a:pt x="378967" y="1751584"/>
                  </a:lnTo>
                  <a:lnTo>
                    <a:pt x="347217" y="1777111"/>
                  </a:lnTo>
                  <a:lnTo>
                    <a:pt x="310641" y="1796288"/>
                  </a:lnTo>
                  <a:lnTo>
                    <a:pt x="270383" y="1808480"/>
                  </a:lnTo>
                  <a:lnTo>
                    <a:pt x="227075" y="1812798"/>
                  </a:lnTo>
                  <a:lnTo>
                    <a:pt x="183768" y="1808480"/>
                  </a:lnTo>
                  <a:lnTo>
                    <a:pt x="143510" y="1796288"/>
                  </a:lnTo>
                  <a:lnTo>
                    <a:pt x="107061" y="1777111"/>
                  </a:lnTo>
                  <a:lnTo>
                    <a:pt x="75311" y="1751584"/>
                  </a:lnTo>
                  <a:lnTo>
                    <a:pt x="49022" y="1720596"/>
                  </a:lnTo>
                  <a:lnTo>
                    <a:pt x="29210" y="1685036"/>
                  </a:lnTo>
                  <a:lnTo>
                    <a:pt x="16763" y="1645793"/>
                  </a:lnTo>
                  <a:lnTo>
                    <a:pt x="12318" y="1603629"/>
                  </a:lnTo>
                  <a:close/>
                </a:path>
                <a:path w="441959" h="2781300">
                  <a:moveTo>
                    <a:pt x="12318" y="2572385"/>
                  </a:moveTo>
                  <a:lnTo>
                    <a:pt x="16763" y="2530475"/>
                  </a:lnTo>
                  <a:lnTo>
                    <a:pt x="29210" y="2491359"/>
                  </a:lnTo>
                  <a:lnTo>
                    <a:pt x="49022" y="2455926"/>
                  </a:lnTo>
                  <a:lnTo>
                    <a:pt x="75311" y="2425065"/>
                  </a:lnTo>
                  <a:lnTo>
                    <a:pt x="107061" y="2399538"/>
                  </a:lnTo>
                  <a:lnTo>
                    <a:pt x="143510" y="2380361"/>
                  </a:lnTo>
                  <a:lnTo>
                    <a:pt x="183768" y="2368169"/>
                  </a:lnTo>
                  <a:lnTo>
                    <a:pt x="227075" y="2363978"/>
                  </a:lnTo>
                  <a:lnTo>
                    <a:pt x="270383" y="2368169"/>
                  </a:lnTo>
                  <a:lnTo>
                    <a:pt x="310641" y="2380361"/>
                  </a:lnTo>
                  <a:lnTo>
                    <a:pt x="347217" y="2399538"/>
                  </a:lnTo>
                  <a:lnTo>
                    <a:pt x="378967" y="2425065"/>
                  </a:lnTo>
                  <a:lnTo>
                    <a:pt x="405130" y="2455926"/>
                  </a:lnTo>
                  <a:lnTo>
                    <a:pt x="424941" y="2491359"/>
                  </a:lnTo>
                  <a:lnTo>
                    <a:pt x="437514" y="2530475"/>
                  </a:lnTo>
                  <a:lnTo>
                    <a:pt x="441833" y="2572385"/>
                  </a:lnTo>
                  <a:lnTo>
                    <a:pt x="437514" y="2614422"/>
                  </a:lnTo>
                  <a:lnTo>
                    <a:pt x="424941" y="2653538"/>
                  </a:lnTo>
                  <a:lnTo>
                    <a:pt x="405130" y="2688971"/>
                  </a:lnTo>
                  <a:lnTo>
                    <a:pt x="378967" y="2719832"/>
                  </a:lnTo>
                  <a:lnTo>
                    <a:pt x="347217" y="2745232"/>
                  </a:lnTo>
                  <a:lnTo>
                    <a:pt x="310641" y="2764409"/>
                  </a:lnTo>
                  <a:lnTo>
                    <a:pt x="270383" y="2776601"/>
                  </a:lnTo>
                  <a:lnTo>
                    <a:pt x="227075" y="2780792"/>
                  </a:lnTo>
                  <a:lnTo>
                    <a:pt x="183768" y="2776601"/>
                  </a:lnTo>
                  <a:lnTo>
                    <a:pt x="143510" y="2764409"/>
                  </a:lnTo>
                  <a:lnTo>
                    <a:pt x="107061" y="2745232"/>
                  </a:lnTo>
                  <a:lnTo>
                    <a:pt x="75311" y="2719832"/>
                  </a:lnTo>
                  <a:lnTo>
                    <a:pt x="49022" y="2688971"/>
                  </a:lnTo>
                  <a:lnTo>
                    <a:pt x="29210" y="2653538"/>
                  </a:lnTo>
                  <a:lnTo>
                    <a:pt x="16763" y="2614422"/>
                  </a:lnTo>
                  <a:lnTo>
                    <a:pt x="12318" y="257238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37860" y="1155191"/>
              <a:ext cx="751205" cy="3197860"/>
            </a:xfrm>
            <a:custGeom>
              <a:avLst/>
              <a:gdLst/>
              <a:ahLst/>
              <a:cxnLst/>
              <a:rect l="l" t="t" r="r" b="b"/>
              <a:pathLst>
                <a:path w="751204" h="3197860">
                  <a:moveTo>
                    <a:pt x="663321" y="289052"/>
                  </a:moveTo>
                  <a:lnTo>
                    <a:pt x="588010" y="301752"/>
                  </a:lnTo>
                  <a:lnTo>
                    <a:pt x="605282" y="327152"/>
                  </a:lnTo>
                  <a:lnTo>
                    <a:pt x="442722" y="454152"/>
                  </a:lnTo>
                  <a:lnTo>
                    <a:pt x="451446" y="454152"/>
                  </a:lnTo>
                  <a:lnTo>
                    <a:pt x="612267" y="339852"/>
                  </a:lnTo>
                  <a:lnTo>
                    <a:pt x="629539" y="352552"/>
                  </a:lnTo>
                  <a:lnTo>
                    <a:pt x="635838" y="339852"/>
                  </a:lnTo>
                  <a:lnTo>
                    <a:pt x="648462" y="314452"/>
                  </a:lnTo>
                  <a:lnTo>
                    <a:pt x="663321" y="289052"/>
                  </a:lnTo>
                  <a:close/>
                </a:path>
                <a:path w="751204" h="3197860">
                  <a:moveTo>
                    <a:pt x="663321" y="282067"/>
                  </a:moveTo>
                  <a:lnTo>
                    <a:pt x="616077" y="221615"/>
                  </a:lnTo>
                  <a:lnTo>
                    <a:pt x="603758" y="247523"/>
                  </a:lnTo>
                  <a:lnTo>
                    <a:pt x="81915" y="0"/>
                  </a:lnTo>
                  <a:lnTo>
                    <a:pt x="77089" y="10287"/>
                  </a:lnTo>
                  <a:lnTo>
                    <a:pt x="598932" y="257810"/>
                  </a:lnTo>
                  <a:lnTo>
                    <a:pt x="586740" y="283718"/>
                  </a:lnTo>
                  <a:lnTo>
                    <a:pt x="663321" y="282067"/>
                  </a:lnTo>
                  <a:close/>
                </a:path>
                <a:path w="751204" h="3197860">
                  <a:moveTo>
                    <a:pt x="750951" y="2435352"/>
                  </a:moveTo>
                  <a:lnTo>
                    <a:pt x="723773" y="2435352"/>
                  </a:lnTo>
                  <a:lnTo>
                    <a:pt x="578205" y="1978152"/>
                  </a:lnTo>
                  <a:lnTo>
                    <a:pt x="574167" y="1965452"/>
                  </a:lnTo>
                  <a:lnTo>
                    <a:pt x="583742" y="1940052"/>
                  </a:lnTo>
                  <a:lnTo>
                    <a:pt x="655574" y="1749564"/>
                  </a:lnTo>
                  <a:lnTo>
                    <a:pt x="682244" y="1762264"/>
                  </a:lnTo>
                  <a:lnTo>
                    <a:pt x="681088" y="1749564"/>
                  </a:lnTo>
                  <a:lnTo>
                    <a:pt x="679958" y="1736864"/>
                  </a:lnTo>
                  <a:lnTo>
                    <a:pt x="675132" y="1686052"/>
                  </a:lnTo>
                  <a:lnTo>
                    <a:pt x="675513" y="1686052"/>
                  </a:lnTo>
                  <a:lnTo>
                    <a:pt x="680085" y="1647952"/>
                  </a:lnTo>
                  <a:lnTo>
                    <a:pt x="681609" y="1635252"/>
                  </a:lnTo>
                  <a:lnTo>
                    <a:pt x="684530" y="1609852"/>
                  </a:lnTo>
                  <a:lnTo>
                    <a:pt x="656717" y="1609852"/>
                  </a:lnTo>
                  <a:lnTo>
                    <a:pt x="646811" y="1584452"/>
                  </a:lnTo>
                  <a:lnTo>
                    <a:pt x="646811" y="1622552"/>
                  </a:lnTo>
                  <a:lnTo>
                    <a:pt x="645033" y="1622552"/>
                  </a:lnTo>
                  <a:lnTo>
                    <a:pt x="645033" y="1749564"/>
                  </a:lnTo>
                  <a:lnTo>
                    <a:pt x="568706" y="1940052"/>
                  </a:lnTo>
                  <a:lnTo>
                    <a:pt x="562102" y="1927352"/>
                  </a:lnTo>
                  <a:lnTo>
                    <a:pt x="562102" y="1965452"/>
                  </a:lnTo>
                  <a:lnTo>
                    <a:pt x="404114" y="2359152"/>
                  </a:lnTo>
                  <a:lnTo>
                    <a:pt x="399542" y="2359152"/>
                  </a:lnTo>
                  <a:lnTo>
                    <a:pt x="399542" y="2371852"/>
                  </a:lnTo>
                  <a:lnTo>
                    <a:pt x="117094" y="3095752"/>
                  </a:lnTo>
                  <a:lnTo>
                    <a:pt x="331470" y="2308352"/>
                  </a:lnTo>
                  <a:lnTo>
                    <a:pt x="399542" y="2371852"/>
                  </a:lnTo>
                  <a:lnTo>
                    <a:pt x="399542" y="2359152"/>
                  </a:lnTo>
                  <a:lnTo>
                    <a:pt x="347929" y="2308352"/>
                  </a:lnTo>
                  <a:lnTo>
                    <a:pt x="335026" y="2295652"/>
                  </a:lnTo>
                  <a:lnTo>
                    <a:pt x="338404" y="2282952"/>
                  </a:lnTo>
                  <a:lnTo>
                    <a:pt x="463423" y="1813052"/>
                  </a:lnTo>
                  <a:lnTo>
                    <a:pt x="486219" y="1800352"/>
                  </a:lnTo>
                  <a:lnTo>
                    <a:pt x="509016" y="1787652"/>
                  </a:lnTo>
                  <a:lnTo>
                    <a:pt x="562102" y="1965452"/>
                  </a:lnTo>
                  <a:lnTo>
                    <a:pt x="562102" y="1927352"/>
                  </a:lnTo>
                  <a:lnTo>
                    <a:pt x="519176" y="1787652"/>
                  </a:lnTo>
                  <a:lnTo>
                    <a:pt x="539165" y="1774952"/>
                  </a:lnTo>
                  <a:lnTo>
                    <a:pt x="619125" y="1724164"/>
                  </a:lnTo>
                  <a:lnTo>
                    <a:pt x="623316" y="1736864"/>
                  </a:lnTo>
                  <a:lnTo>
                    <a:pt x="628269" y="1736864"/>
                  </a:lnTo>
                  <a:lnTo>
                    <a:pt x="633730" y="1749564"/>
                  </a:lnTo>
                  <a:lnTo>
                    <a:pt x="645033" y="1749564"/>
                  </a:lnTo>
                  <a:lnTo>
                    <a:pt x="645033" y="1622552"/>
                  </a:lnTo>
                  <a:lnTo>
                    <a:pt x="643509" y="1622552"/>
                  </a:lnTo>
                  <a:lnTo>
                    <a:pt x="632460" y="1609852"/>
                  </a:lnTo>
                  <a:lnTo>
                    <a:pt x="632460" y="1622552"/>
                  </a:lnTo>
                  <a:lnTo>
                    <a:pt x="627507" y="1622552"/>
                  </a:lnTo>
                  <a:lnTo>
                    <a:pt x="625729" y="1635252"/>
                  </a:lnTo>
                  <a:lnTo>
                    <a:pt x="622300" y="1635252"/>
                  </a:lnTo>
                  <a:lnTo>
                    <a:pt x="611378" y="1646288"/>
                  </a:lnTo>
                  <a:lnTo>
                    <a:pt x="615569" y="1647952"/>
                  </a:lnTo>
                  <a:lnTo>
                    <a:pt x="613410" y="1647952"/>
                  </a:lnTo>
                  <a:lnTo>
                    <a:pt x="613410" y="1711464"/>
                  </a:lnTo>
                  <a:lnTo>
                    <a:pt x="515620" y="1774952"/>
                  </a:lnTo>
                  <a:lnTo>
                    <a:pt x="505587" y="1736864"/>
                  </a:lnTo>
                  <a:lnTo>
                    <a:pt x="505587" y="1774952"/>
                  </a:lnTo>
                  <a:lnTo>
                    <a:pt x="467741" y="1800352"/>
                  </a:lnTo>
                  <a:lnTo>
                    <a:pt x="488442" y="1724164"/>
                  </a:lnTo>
                  <a:lnTo>
                    <a:pt x="505587" y="1774952"/>
                  </a:lnTo>
                  <a:lnTo>
                    <a:pt x="505587" y="1736864"/>
                  </a:lnTo>
                  <a:lnTo>
                    <a:pt x="501726" y="1724164"/>
                  </a:lnTo>
                  <a:lnTo>
                    <a:pt x="494030" y="1698764"/>
                  </a:lnTo>
                  <a:lnTo>
                    <a:pt x="497903" y="1686052"/>
                  </a:lnTo>
                  <a:lnTo>
                    <a:pt x="517271" y="1622552"/>
                  </a:lnTo>
                  <a:lnTo>
                    <a:pt x="610743" y="1660652"/>
                  </a:lnTo>
                  <a:lnTo>
                    <a:pt x="598728" y="1686052"/>
                  </a:lnTo>
                  <a:lnTo>
                    <a:pt x="613410" y="1711464"/>
                  </a:lnTo>
                  <a:lnTo>
                    <a:pt x="613410" y="1647952"/>
                  </a:lnTo>
                  <a:lnTo>
                    <a:pt x="609727" y="1647952"/>
                  </a:lnTo>
                  <a:lnTo>
                    <a:pt x="611378" y="1646288"/>
                  </a:lnTo>
                  <a:lnTo>
                    <a:pt x="552069" y="1622552"/>
                  </a:lnTo>
                  <a:lnTo>
                    <a:pt x="520319" y="1609852"/>
                  </a:lnTo>
                  <a:lnTo>
                    <a:pt x="550291" y="1495552"/>
                  </a:lnTo>
                  <a:lnTo>
                    <a:pt x="632460" y="1622552"/>
                  </a:lnTo>
                  <a:lnTo>
                    <a:pt x="632460" y="1609852"/>
                  </a:lnTo>
                  <a:lnTo>
                    <a:pt x="562165" y="1495552"/>
                  </a:lnTo>
                  <a:lnTo>
                    <a:pt x="554355" y="1482852"/>
                  </a:lnTo>
                  <a:lnTo>
                    <a:pt x="557961" y="1470152"/>
                  </a:lnTo>
                  <a:lnTo>
                    <a:pt x="572389" y="1419352"/>
                  </a:lnTo>
                  <a:lnTo>
                    <a:pt x="646811" y="1622552"/>
                  </a:lnTo>
                  <a:lnTo>
                    <a:pt x="646811" y="1584452"/>
                  </a:lnTo>
                  <a:lnTo>
                    <a:pt x="586714" y="1419352"/>
                  </a:lnTo>
                  <a:lnTo>
                    <a:pt x="577469" y="1393952"/>
                  </a:lnTo>
                  <a:lnTo>
                    <a:pt x="580872" y="1381252"/>
                  </a:lnTo>
                  <a:lnTo>
                    <a:pt x="662813" y="1076452"/>
                  </a:lnTo>
                  <a:lnTo>
                    <a:pt x="690499" y="1089152"/>
                  </a:lnTo>
                  <a:lnTo>
                    <a:pt x="688276" y="1076452"/>
                  </a:lnTo>
                  <a:lnTo>
                    <a:pt x="686054" y="1063752"/>
                  </a:lnTo>
                  <a:lnTo>
                    <a:pt x="675132" y="1012952"/>
                  </a:lnTo>
                  <a:lnTo>
                    <a:pt x="660146" y="987552"/>
                  </a:lnTo>
                  <a:lnTo>
                    <a:pt x="651891" y="977925"/>
                  </a:lnTo>
                  <a:lnTo>
                    <a:pt x="651891" y="1012952"/>
                  </a:lnTo>
                  <a:lnTo>
                    <a:pt x="651891" y="1076452"/>
                  </a:lnTo>
                  <a:lnTo>
                    <a:pt x="570738" y="1381252"/>
                  </a:lnTo>
                  <a:lnTo>
                    <a:pt x="565658" y="1355852"/>
                  </a:lnTo>
                  <a:lnTo>
                    <a:pt x="565658" y="1393952"/>
                  </a:lnTo>
                  <a:lnTo>
                    <a:pt x="546100" y="1470152"/>
                  </a:lnTo>
                  <a:lnTo>
                    <a:pt x="542036" y="1457452"/>
                  </a:lnTo>
                  <a:lnTo>
                    <a:pt x="542036" y="1482852"/>
                  </a:lnTo>
                  <a:lnTo>
                    <a:pt x="509778" y="1597152"/>
                  </a:lnTo>
                  <a:lnTo>
                    <a:pt x="506857" y="1597152"/>
                  </a:lnTo>
                  <a:lnTo>
                    <a:pt x="506857" y="1609852"/>
                  </a:lnTo>
                  <a:lnTo>
                    <a:pt x="487680" y="1686052"/>
                  </a:lnTo>
                  <a:lnTo>
                    <a:pt x="482219" y="1660652"/>
                  </a:lnTo>
                  <a:lnTo>
                    <a:pt x="482219" y="1698764"/>
                  </a:lnTo>
                  <a:lnTo>
                    <a:pt x="453771" y="1813052"/>
                  </a:lnTo>
                  <a:lnTo>
                    <a:pt x="449453" y="1813052"/>
                  </a:lnTo>
                  <a:lnTo>
                    <a:pt x="449453" y="1825752"/>
                  </a:lnTo>
                  <a:lnTo>
                    <a:pt x="325755" y="2282952"/>
                  </a:lnTo>
                  <a:lnTo>
                    <a:pt x="88773" y="2041652"/>
                  </a:lnTo>
                  <a:lnTo>
                    <a:pt x="109982" y="2028952"/>
                  </a:lnTo>
                  <a:lnTo>
                    <a:pt x="449453" y="1825752"/>
                  </a:lnTo>
                  <a:lnTo>
                    <a:pt x="449453" y="1813052"/>
                  </a:lnTo>
                  <a:lnTo>
                    <a:pt x="93853" y="2028952"/>
                  </a:lnTo>
                  <a:lnTo>
                    <a:pt x="350520" y="1546352"/>
                  </a:lnTo>
                  <a:lnTo>
                    <a:pt x="444627" y="1584452"/>
                  </a:lnTo>
                  <a:lnTo>
                    <a:pt x="482219" y="1698764"/>
                  </a:lnTo>
                  <a:lnTo>
                    <a:pt x="482219" y="1660652"/>
                  </a:lnTo>
                  <a:lnTo>
                    <a:pt x="458597" y="1584452"/>
                  </a:lnTo>
                  <a:lnTo>
                    <a:pt x="506857" y="1609852"/>
                  </a:lnTo>
                  <a:lnTo>
                    <a:pt x="506857" y="1597152"/>
                  </a:lnTo>
                  <a:lnTo>
                    <a:pt x="480441" y="1584452"/>
                  </a:lnTo>
                  <a:lnTo>
                    <a:pt x="454025" y="1571752"/>
                  </a:lnTo>
                  <a:lnTo>
                    <a:pt x="440055" y="1533652"/>
                  </a:lnTo>
                  <a:lnTo>
                    <a:pt x="440055" y="1571752"/>
                  </a:lnTo>
                  <a:lnTo>
                    <a:pt x="383997" y="1546352"/>
                  </a:lnTo>
                  <a:lnTo>
                    <a:pt x="355981" y="1533652"/>
                  </a:lnTo>
                  <a:lnTo>
                    <a:pt x="362432" y="1520952"/>
                  </a:lnTo>
                  <a:lnTo>
                    <a:pt x="401193" y="1444752"/>
                  </a:lnTo>
                  <a:lnTo>
                    <a:pt x="440055" y="1571752"/>
                  </a:lnTo>
                  <a:lnTo>
                    <a:pt x="440055" y="1533652"/>
                  </a:lnTo>
                  <a:lnTo>
                    <a:pt x="412597" y="1444752"/>
                  </a:lnTo>
                  <a:lnTo>
                    <a:pt x="408686" y="1432052"/>
                  </a:lnTo>
                  <a:lnTo>
                    <a:pt x="415315" y="1419352"/>
                  </a:lnTo>
                  <a:lnTo>
                    <a:pt x="455168" y="1343152"/>
                  </a:lnTo>
                  <a:lnTo>
                    <a:pt x="542036" y="1482852"/>
                  </a:lnTo>
                  <a:lnTo>
                    <a:pt x="542036" y="1457452"/>
                  </a:lnTo>
                  <a:lnTo>
                    <a:pt x="469455" y="1343152"/>
                  </a:lnTo>
                  <a:lnTo>
                    <a:pt x="461391" y="1330452"/>
                  </a:lnTo>
                  <a:lnTo>
                    <a:pt x="468350" y="1317752"/>
                  </a:lnTo>
                  <a:lnTo>
                    <a:pt x="510159" y="1241552"/>
                  </a:lnTo>
                  <a:lnTo>
                    <a:pt x="565658" y="1393952"/>
                  </a:lnTo>
                  <a:lnTo>
                    <a:pt x="565658" y="1355852"/>
                  </a:lnTo>
                  <a:lnTo>
                    <a:pt x="522224" y="1241552"/>
                  </a:lnTo>
                  <a:lnTo>
                    <a:pt x="517398" y="1228852"/>
                  </a:lnTo>
                  <a:lnTo>
                    <a:pt x="524471" y="1216152"/>
                  </a:lnTo>
                  <a:lnTo>
                    <a:pt x="545719" y="1178052"/>
                  </a:lnTo>
                  <a:lnTo>
                    <a:pt x="570865" y="1190752"/>
                  </a:lnTo>
                  <a:lnTo>
                    <a:pt x="571195" y="1178052"/>
                  </a:lnTo>
                  <a:lnTo>
                    <a:pt x="572897" y="1114552"/>
                  </a:lnTo>
                  <a:lnTo>
                    <a:pt x="510413" y="1152652"/>
                  </a:lnTo>
                  <a:lnTo>
                    <a:pt x="535559" y="1165352"/>
                  </a:lnTo>
                  <a:lnTo>
                    <a:pt x="512191" y="1216152"/>
                  </a:lnTo>
                  <a:lnTo>
                    <a:pt x="504952" y="1190752"/>
                  </a:lnTo>
                  <a:lnTo>
                    <a:pt x="504952" y="1228852"/>
                  </a:lnTo>
                  <a:lnTo>
                    <a:pt x="454406" y="1317752"/>
                  </a:lnTo>
                  <a:lnTo>
                    <a:pt x="448183" y="1305052"/>
                  </a:lnTo>
                  <a:lnTo>
                    <a:pt x="448183" y="1330452"/>
                  </a:lnTo>
                  <a:lnTo>
                    <a:pt x="403987" y="1419352"/>
                  </a:lnTo>
                  <a:lnTo>
                    <a:pt x="396367" y="1393952"/>
                  </a:lnTo>
                  <a:lnTo>
                    <a:pt x="396367" y="1432052"/>
                  </a:lnTo>
                  <a:lnTo>
                    <a:pt x="345567" y="1520952"/>
                  </a:lnTo>
                  <a:lnTo>
                    <a:pt x="90424" y="1406652"/>
                  </a:lnTo>
                  <a:lnTo>
                    <a:pt x="109435" y="1393952"/>
                  </a:lnTo>
                  <a:lnTo>
                    <a:pt x="337693" y="1241552"/>
                  </a:lnTo>
                  <a:lnTo>
                    <a:pt x="396367" y="1432052"/>
                  </a:lnTo>
                  <a:lnTo>
                    <a:pt x="396367" y="1393952"/>
                  </a:lnTo>
                  <a:lnTo>
                    <a:pt x="347599" y="1241552"/>
                  </a:lnTo>
                  <a:lnTo>
                    <a:pt x="361632" y="1228852"/>
                  </a:lnTo>
                  <a:lnTo>
                    <a:pt x="375666" y="1216152"/>
                  </a:lnTo>
                  <a:lnTo>
                    <a:pt x="448183" y="1330452"/>
                  </a:lnTo>
                  <a:lnTo>
                    <a:pt x="448183" y="1305052"/>
                  </a:lnTo>
                  <a:lnTo>
                    <a:pt x="385191" y="1216152"/>
                  </a:lnTo>
                  <a:lnTo>
                    <a:pt x="403631" y="1203452"/>
                  </a:lnTo>
                  <a:lnTo>
                    <a:pt x="379095" y="1203452"/>
                  </a:lnTo>
                  <a:lnTo>
                    <a:pt x="369570" y="1203452"/>
                  </a:lnTo>
                  <a:lnTo>
                    <a:pt x="344043" y="1228852"/>
                  </a:lnTo>
                  <a:lnTo>
                    <a:pt x="334137" y="1190752"/>
                  </a:lnTo>
                  <a:lnTo>
                    <a:pt x="334137" y="1228852"/>
                  </a:lnTo>
                  <a:lnTo>
                    <a:pt x="96266" y="1393952"/>
                  </a:lnTo>
                  <a:lnTo>
                    <a:pt x="276987" y="1063752"/>
                  </a:lnTo>
                  <a:lnTo>
                    <a:pt x="284099" y="1076452"/>
                  </a:lnTo>
                  <a:lnTo>
                    <a:pt x="334137" y="1228852"/>
                  </a:lnTo>
                  <a:lnTo>
                    <a:pt x="334137" y="1190752"/>
                  </a:lnTo>
                  <a:lnTo>
                    <a:pt x="307975" y="1114552"/>
                  </a:lnTo>
                  <a:lnTo>
                    <a:pt x="369570" y="1203452"/>
                  </a:lnTo>
                  <a:lnTo>
                    <a:pt x="369570" y="1190752"/>
                  </a:lnTo>
                  <a:lnTo>
                    <a:pt x="324612" y="1114552"/>
                  </a:lnTo>
                  <a:lnTo>
                    <a:pt x="294640" y="1063752"/>
                  </a:lnTo>
                  <a:lnTo>
                    <a:pt x="286893" y="1038352"/>
                  </a:lnTo>
                  <a:lnTo>
                    <a:pt x="293776" y="1025652"/>
                  </a:lnTo>
                  <a:lnTo>
                    <a:pt x="376428" y="873252"/>
                  </a:lnTo>
                  <a:lnTo>
                    <a:pt x="380492" y="873252"/>
                  </a:lnTo>
                  <a:lnTo>
                    <a:pt x="473329" y="1139952"/>
                  </a:lnTo>
                  <a:lnTo>
                    <a:pt x="397941" y="1190752"/>
                  </a:lnTo>
                  <a:lnTo>
                    <a:pt x="422071" y="1190752"/>
                  </a:lnTo>
                  <a:lnTo>
                    <a:pt x="477393" y="1152652"/>
                  </a:lnTo>
                  <a:lnTo>
                    <a:pt x="504952" y="1228852"/>
                  </a:lnTo>
                  <a:lnTo>
                    <a:pt x="504952" y="1190752"/>
                  </a:lnTo>
                  <a:lnTo>
                    <a:pt x="491515" y="1152652"/>
                  </a:lnTo>
                  <a:lnTo>
                    <a:pt x="487045" y="1139952"/>
                  </a:lnTo>
                  <a:lnTo>
                    <a:pt x="506234" y="1127252"/>
                  </a:lnTo>
                  <a:lnTo>
                    <a:pt x="621411" y="1051052"/>
                  </a:lnTo>
                  <a:lnTo>
                    <a:pt x="628142" y="1063752"/>
                  </a:lnTo>
                  <a:lnTo>
                    <a:pt x="632460" y="1063752"/>
                  </a:lnTo>
                  <a:lnTo>
                    <a:pt x="637159" y="1076452"/>
                  </a:lnTo>
                  <a:lnTo>
                    <a:pt x="651891" y="1076452"/>
                  </a:lnTo>
                  <a:lnTo>
                    <a:pt x="651891" y="1012952"/>
                  </a:lnTo>
                  <a:lnTo>
                    <a:pt x="599186" y="1025652"/>
                  </a:lnTo>
                  <a:lnTo>
                    <a:pt x="614934" y="1038352"/>
                  </a:lnTo>
                  <a:lnTo>
                    <a:pt x="483108" y="1127252"/>
                  </a:lnTo>
                  <a:lnTo>
                    <a:pt x="473329" y="1101852"/>
                  </a:lnTo>
                  <a:lnTo>
                    <a:pt x="394970" y="885952"/>
                  </a:lnTo>
                  <a:lnTo>
                    <a:pt x="610743" y="987552"/>
                  </a:lnTo>
                  <a:lnTo>
                    <a:pt x="598678" y="1012952"/>
                  </a:lnTo>
                  <a:lnTo>
                    <a:pt x="651891" y="1012952"/>
                  </a:lnTo>
                  <a:lnTo>
                    <a:pt x="651891" y="977925"/>
                  </a:lnTo>
                  <a:lnTo>
                    <a:pt x="649262" y="974852"/>
                  </a:lnTo>
                  <a:lnTo>
                    <a:pt x="627507" y="949452"/>
                  </a:lnTo>
                  <a:lnTo>
                    <a:pt x="615569" y="974852"/>
                  </a:lnTo>
                  <a:lnTo>
                    <a:pt x="417868" y="885952"/>
                  </a:lnTo>
                  <a:lnTo>
                    <a:pt x="389636" y="873252"/>
                  </a:lnTo>
                  <a:lnTo>
                    <a:pt x="385699" y="860552"/>
                  </a:lnTo>
                  <a:lnTo>
                    <a:pt x="392684" y="847852"/>
                  </a:lnTo>
                  <a:lnTo>
                    <a:pt x="525526" y="606552"/>
                  </a:lnTo>
                  <a:lnTo>
                    <a:pt x="690880" y="809752"/>
                  </a:lnTo>
                  <a:lnTo>
                    <a:pt x="668528" y="835152"/>
                  </a:lnTo>
                  <a:lnTo>
                    <a:pt x="738124" y="860552"/>
                  </a:lnTo>
                  <a:lnTo>
                    <a:pt x="727456" y="809752"/>
                  </a:lnTo>
                  <a:lnTo>
                    <a:pt x="722122" y="784352"/>
                  </a:lnTo>
                  <a:lnTo>
                    <a:pt x="699770" y="809752"/>
                  </a:lnTo>
                  <a:lnTo>
                    <a:pt x="541388" y="606552"/>
                  </a:lnTo>
                  <a:lnTo>
                    <a:pt x="531495" y="593852"/>
                  </a:lnTo>
                  <a:lnTo>
                    <a:pt x="611632" y="441452"/>
                  </a:lnTo>
                  <a:lnTo>
                    <a:pt x="636524" y="466852"/>
                  </a:lnTo>
                  <a:lnTo>
                    <a:pt x="637286" y="441452"/>
                  </a:lnTo>
                  <a:lnTo>
                    <a:pt x="637667" y="428752"/>
                  </a:lnTo>
                  <a:lnTo>
                    <a:pt x="639445" y="390652"/>
                  </a:lnTo>
                  <a:lnTo>
                    <a:pt x="576580" y="428752"/>
                  </a:lnTo>
                  <a:lnTo>
                    <a:pt x="601472" y="441452"/>
                  </a:lnTo>
                  <a:lnTo>
                    <a:pt x="523748" y="581152"/>
                  </a:lnTo>
                  <a:lnTo>
                    <a:pt x="517779" y="581152"/>
                  </a:lnTo>
                  <a:lnTo>
                    <a:pt x="517779" y="593852"/>
                  </a:lnTo>
                  <a:lnTo>
                    <a:pt x="380492" y="847852"/>
                  </a:lnTo>
                  <a:lnTo>
                    <a:pt x="373253" y="822452"/>
                  </a:lnTo>
                  <a:lnTo>
                    <a:pt x="373253" y="860552"/>
                  </a:lnTo>
                  <a:lnTo>
                    <a:pt x="365887" y="860552"/>
                  </a:lnTo>
                  <a:lnTo>
                    <a:pt x="365887" y="873252"/>
                  </a:lnTo>
                  <a:lnTo>
                    <a:pt x="282067" y="1025652"/>
                  </a:lnTo>
                  <a:lnTo>
                    <a:pt x="270764" y="987552"/>
                  </a:lnTo>
                  <a:lnTo>
                    <a:pt x="270764" y="1025652"/>
                  </a:lnTo>
                  <a:lnTo>
                    <a:pt x="94488" y="746252"/>
                  </a:lnTo>
                  <a:lnTo>
                    <a:pt x="197866" y="797052"/>
                  </a:lnTo>
                  <a:lnTo>
                    <a:pt x="270764" y="1025652"/>
                  </a:lnTo>
                  <a:lnTo>
                    <a:pt x="270764" y="987552"/>
                  </a:lnTo>
                  <a:lnTo>
                    <a:pt x="211836" y="797052"/>
                  </a:lnTo>
                  <a:lnTo>
                    <a:pt x="365887" y="873252"/>
                  </a:lnTo>
                  <a:lnTo>
                    <a:pt x="365887" y="860552"/>
                  </a:lnTo>
                  <a:lnTo>
                    <a:pt x="233692" y="797052"/>
                  </a:lnTo>
                  <a:lnTo>
                    <a:pt x="207264" y="784352"/>
                  </a:lnTo>
                  <a:lnTo>
                    <a:pt x="193294" y="746252"/>
                  </a:lnTo>
                  <a:lnTo>
                    <a:pt x="193294" y="784352"/>
                  </a:lnTo>
                  <a:lnTo>
                    <a:pt x="116332" y="746252"/>
                  </a:lnTo>
                  <a:lnTo>
                    <a:pt x="90678" y="733552"/>
                  </a:lnTo>
                  <a:lnTo>
                    <a:pt x="161417" y="682752"/>
                  </a:lnTo>
                  <a:lnTo>
                    <a:pt x="193294" y="784352"/>
                  </a:lnTo>
                  <a:lnTo>
                    <a:pt x="193294" y="746252"/>
                  </a:lnTo>
                  <a:lnTo>
                    <a:pt x="174879" y="682752"/>
                  </a:lnTo>
                  <a:lnTo>
                    <a:pt x="171196" y="670052"/>
                  </a:lnTo>
                  <a:lnTo>
                    <a:pt x="188772" y="657352"/>
                  </a:lnTo>
                  <a:lnTo>
                    <a:pt x="276733" y="593852"/>
                  </a:lnTo>
                  <a:lnTo>
                    <a:pt x="373253" y="860552"/>
                  </a:lnTo>
                  <a:lnTo>
                    <a:pt x="373253" y="822452"/>
                  </a:lnTo>
                  <a:lnTo>
                    <a:pt x="290715" y="593852"/>
                  </a:lnTo>
                  <a:lnTo>
                    <a:pt x="286131" y="581152"/>
                  </a:lnTo>
                  <a:lnTo>
                    <a:pt x="303415" y="568452"/>
                  </a:lnTo>
                  <a:lnTo>
                    <a:pt x="424434" y="479552"/>
                  </a:lnTo>
                  <a:lnTo>
                    <a:pt x="517779" y="593852"/>
                  </a:lnTo>
                  <a:lnTo>
                    <a:pt x="517779" y="581152"/>
                  </a:lnTo>
                  <a:lnTo>
                    <a:pt x="442925" y="479552"/>
                  </a:lnTo>
                  <a:lnTo>
                    <a:pt x="433578" y="466852"/>
                  </a:lnTo>
                  <a:lnTo>
                    <a:pt x="426466" y="466852"/>
                  </a:lnTo>
                  <a:lnTo>
                    <a:pt x="417449" y="466852"/>
                  </a:lnTo>
                  <a:lnTo>
                    <a:pt x="282194" y="568452"/>
                  </a:lnTo>
                  <a:lnTo>
                    <a:pt x="103378" y="73152"/>
                  </a:lnTo>
                  <a:lnTo>
                    <a:pt x="417449" y="466852"/>
                  </a:lnTo>
                  <a:lnTo>
                    <a:pt x="417449" y="454152"/>
                  </a:lnTo>
                  <a:lnTo>
                    <a:pt x="114261" y="73152"/>
                  </a:lnTo>
                  <a:lnTo>
                    <a:pt x="83947" y="35052"/>
                  </a:lnTo>
                  <a:lnTo>
                    <a:pt x="75057" y="35052"/>
                  </a:lnTo>
                  <a:lnTo>
                    <a:pt x="83312" y="47752"/>
                  </a:lnTo>
                  <a:lnTo>
                    <a:pt x="82296" y="47752"/>
                  </a:lnTo>
                  <a:lnTo>
                    <a:pt x="272669" y="581152"/>
                  </a:lnTo>
                  <a:lnTo>
                    <a:pt x="167513" y="657352"/>
                  </a:lnTo>
                  <a:lnTo>
                    <a:pt x="10922" y="162052"/>
                  </a:lnTo>
                  <a:lnTo>
                    <a:pt x="0" y="162052"/>
                  </a:lnTo>
                  <a:lnTo>
                    <a:pt x="157861" y="670052"/>
                  </a:lnTo>
                  <a:lnTo>
                    <a:pt x="76073" y="733552"/>
                  </a:lnTo>
                  <a:lnTo>
                    <a:pt x="74676" y="733552"/>
                  </a:lnTo>
                  <a:lnTo>
                    <a:pt x="270002" y="1051052"/>
                  </a:lnTo>
                  <a:lnTo>
                    <a:pt x="74422" y="1406652"/>
                  </a:lnTo>
                  <a:lnTo>
                    <a:pt x="79502" y="1406652"/>
                  </a:lnTo>
                  <a:lnTo>
                    <a:pt x="77089" y="1419352"/>
                  </a:lnTo>
                  <a:lnTo>
                    <a:pt x="340233" y="1533652"/>
                  </a:lnTo>
                  <a:lnTo>
                    <a:pt x="74422" y="2028952"/>
                  </a:lnTo>
                  <a:lnTo>
                    <a:pt x="79248" y="2041652"/>
                  </a:lnTo>
                  <a:lnTo>
                    <a:pt x="75311" y="2041652"/>
                  </a:lnTo>
                  <a:lnTo>
                    <a:pt x="322326" y="2295652"/>
                  </a:lnTo>
                  <a:lnTo>
                    <a:pt x="79629" y="3197352"/>
                  </a:lnTo>
                  <a:lnTo>
                    <a:pt x="88773" y="3197352"/>
                  </a:lnTo>
                  <a:lnTo>
                    <a:pt x="116459" y="3171952"/>
                  </a:lnTo>
                  <a:lnTo>
                    <a:pt x="628777" y="2702052"/>
                  </a:lnTo>
                  <a:lnTo>
                    <a:pt x="648081" y="2727452"/>
                  </a:lnTo>
                  <a:lnTo>
                    <a:pt x="657390" y="2702052"/>
                  </a:lnTo>
                  <a:lnTo>
                    <a:pt x="662051" y="2689352"/>
                  </a:lnTo>
                  <a:lnTo>
                    <a:pt x="675132" y="2651252"/>
                  </a:lnTo>
                  <a:lnTo>
                    <a:pt x="674751" y="2651252"/>
                  </a:lnTo>
                  <a:lnTo>
                    <a:pt x="601599" y="2676652"/>
                  </a:lnTo>
                  <a:lnTo>
                    <a:pt x="621030" y="2702052"/>
                  </a:lnTo>
                  <a:lnTo>
                    <a:pt x="99695" y="3171952"/>
                  </a:lnTo>
                  <a:lnTo>
                    <a:pt x="129552" y="3095752"/>
                  </a:lnTo>
                  <a:lnTo>
                    <a:pt x="408305" y="2384552"/>
                  </a:lnTo>
                  <a:lnTo>
                    <a:pt x="623443" y="2613152"/>
                  </a:lnTo>
                  <a:lnTo>
                    <a:pt x="602996" y="2625852"/>
                  </a:lnTo>
                  <a:lnTo>
                    <a:pt x="674751" y="2651252"/>
                  </a:lnTo>
                  <a:lnTo>
                    <a:pt x="663575" y="2613152"/>
                  </a:lnTo>
                  <a:lnTo>
                    <a:pt x="659803" y="2600452"/>
                  </a:lnTo>
                  <a:lnTo>
                    <a:pt x="652272" y="2575052"/>
                  </a:lnTo>
                  <a:lnTo>
                    <a:pt x="631698" y="2600452"/>
                  </a:lnTo>
                  <a:lnTo>
                    <a:pt x="425030" y="2384552"/>
                  </a:lnTo>
                  <a:lnTo>
                    <a:pt x="412877" y="2371852"/>
                  </a:lnTo>
                  <a:lnTo>
                    <a:pt x="567563" y="1978152"/>
                  </a:lnTo>
                  <a:lnTo>
                    <a:pt x="712851" y="2448052"/>
                  </a:lnTo>
                  <a:lnTo>
                    <a:pt x="685673" y="2448052"/>
                  </a:lnTo>
                  <a:lnTo>
                    <a:pt x="738759" y="2511552"/>
                  </a:lnTo>
                  <a:lnTo>
                    <a:pt x="750951" y="2435352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92089" y="755141"/>
              <a:ext cx="641350" cy="4025265"/>
            </a:xfrm>
            <a:custGeom>
              <a:avLst/>
              <a:gdLst/>
              <a:ahLst/>
              <a:cxnLst/>
              <a:rect l="l" t="t" r="r" b="b"/>
              <a:pathLst>
                <a:path w="641350" h="4025265">
                  <a:moveTo>
                    <a:pt x="0" y="4024884"/>
                  </a:moveTo>
                  <a:lnTo>
                    <a:pt x="641146" y="4024884"/>
                  </a:lnTo>
                  <a:lnTo>
                    <a:pt x="641146" y="0"/>
                  </a:lnTo>
                  <a:lnTo>
                    <a:pt x="0" y="0"/>
                  </a:lnTo>
                  <a:lnTo>
                    <a:pt x="0" y="4024884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839711" y="2591053"/>
              <a:ext cx="1753870" cy="1197610"/>
            </a:xfrm>
            <a:custGeom>
              <a:avLst/>
              <a:gdLst/>
              <a:ahLst/>
              <a:cxnLst/>
              <a:rect l="l" t="t" r="r" b="b"/>
              <a:pathLst>
                <a:path w="1753870" h="1197610">
                  <a:moveTo>
                    <a:pt x="1747266" y="0"/>
                  </a:moveTo>
                  <a:lnTo>
                    <a:pt x="0" y="1187831"/>
                  </a:lnTo>
                  <a:lnTo>
                    <a:pt x="6350" y="1197102"/>
                  </a:lnTo>
                  <a:lnTo>
                    <a:pt x="1753616" y="9525"/>
                  </a:lnTo>
                  <a:lnTo>
                    <a:pt x="174726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70975" y="2557271"/>
              <a:ext cx="75819" cy="6692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3727" y="3043429"/>
              <a:ext cx="85344" cy="8534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7547" y="1098803"/>
              <a:ext cx="92962" cy="11277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32119" y="1790700"/>
              <a:ext cx="83818" cy="11125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35167" y="2464308"/>
              <a:ext cx="121920" cy="1036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45835" y="3095243"/>
              <a:ext cx="102106" cy="1127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42787" y="4242815"/>
              <a:ext cx="85344" cy="14478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08319" y="3518915"/>
              <a:ext cx="38100" cy="3200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608320" y="3700271"/>
              <a:ext cx="45720" cy="264795"/>
            </a:xfrm>
            <a:custGeom>
              <a:avLst/>
              <a:gdLst/>
              <a:ahLst/>
              <a:cxnLst/>
              <a:rect l="l" t="t" r="r" b="b"/>
              <a:pathLst>
                <a:path w="45720" h="264795">
                  <a:moveTo>
                    <a:pt x="21463" y="9144"/>
                  </a:moveTo>
                  <a:lnTo>
                    <a:pt x="18796" y="5334"/>
                  </a:lnTo>
                  <a:lnTo>
                    <a:pt x="17780" y="3937"/>
                  </a:lnTo>
                  <a:lnTo>
                    <a:pt x="16129" y="1524"/>
                  </a:lnTo>
                  <a:lnTo>
                    <a:pt x="11176" y="0"/>
                  </a:lnTo>
                  <a:lnTo>
                    <a:pt x="6858" y="1651"/>
                  </a:lnTo>
                  <a:lnTo>
                    <a:pt x="2540" y="3556"/>
                  </a:lnTo>
                  <a:lnTo>
                    <a:pt x="0" y="8001"/>
                  </a:lnTo>
                  <a:lnTo>
                    <a:pt x="1397" y="17399"/>
                  </a:lnTo>
                  <a:lnTo>
                    <a:pt x="5080" y="20955"/>
                  </a:lnTo>
                  <a:lnTo>
                    <a:pt x="8890" y="21209"/>
                  </a:lnTo>
                  <a:lnTo>
                    <a:pt x="10922" y="22225"/>
                  </a:lnTo>
                  <a:lnTo>
                    <a:pt x="13208" y="21717"/>
                  </a:lnTo>
                  <a:lnTo>
                    <a:pt x="13716" y="21844"/>
                  </a:lnTo>
                  <a:lnTo>
                    <a:pt x="14478" y="21463"/>
                  </a:lnTo>
                  <a:lnTo>
                    <a:pt x="15113" y="21336"/>
                  </a:lnTo>
                  <a:lnTo>
                    <a:pt x="17018" y="20193"/>
                  </a:lnTo>
                  <a:lnTo>
                    <a:pt x="18796" y="17399"/>
                  </a:lnTo>
                  <a:lnTo>
                    <a:pt x="19177" y="16637"/>
                  </a:lnTo>
                  <a:lnTo>
                    <a:pt x="21209" y="14351"/>
                  </a:lnTo>
                  <a:lnTo>
                    <a:pt x="21463" y="9144"/>
                  </a:lnTo>
                  <a:close/>
                </a:path>
                <a:path w="45720" h="264795">
                  <a:moveTo>
                    <a:pt x="39395" y="252349"/>
                  </a:moveTo>
                  <a:lnTo>
                    <a:pt x="39243" y="251841"/>
                  </a:lnTo>
                  <a:lnTo>
                    <a:pt x="39306" y="252768"/>
                  </a:lnTo>
                  <a:lnTo>
                    <a:pt x="39395" y="252349"/>
                  </a:lnTo>
                  <a:close/>
                </a:path>
                <a:path w="45720" h="264795">
                  <a:moveTo>
                    <a:pt x="45466" y="246253"/>
                  </a:moveTo>
                  <a:lnTo>
                    <a:pt x="41910" y="242189"/>
                  </a:lnTo>
                  <a:lnTo>
                    <a:pt x="40894" y="242062"/>
                  </a:lnTo>
                  <a:lnTo>
                    <a:pt x="41021" y="242062"/>
                  </a:lnTo>
                  <a:lnTo>
                    <a:pt x="40005" y="241947"/>
                  </a:lnTo>
                  <a:lnTo>
                    <a:pt x="40005" y="250952"/>
                  </a:lnTo>
                  <a:lnTo>
                    <a:pt x="40005" y="254889"/>
                  </a:lnTo>
                  <a:lnTo>
                    <a:pt x="39928" y="254736"/>
                  </a:lnTo>
                  <a:lnTo>
                    <a:pt x="40005" y="250952"/>
                  </a:lnTo>
                  <a:lnTo>
                    <a:pt x="40005" y="241947"/>
                  </a:lnTo>
                  <a:lnTo>
                    <a:pt x="39827" y="241922"/>
                  </a:lnTo>
                  <a:lnTo>
                    <a:pt x="39827" y="254533"/>
                  </a:lnTo>
                  <a:lnTo>
                    <a:pt x="39763" y="254381"/>
                  </a:lnTo>
                  <a:lnTo>
                    <a:pt x="39357" y="253098"/>
                  </a:lnTo>
                  <a:lnTo>
                    <a:pt x="39370" y="256921"/>
                  </a:lnTo>
                  <a:lnTo>
                    <a:pt x="39243" y="252349"/>
                  </a:lnTo>
                  <a:lnTo>
                    <a:pt x="39166" y="251841"/>
                  </a:lnTo>
                  <a:lnTo>
                    <a:pt x="38989" y="250952"/>
                  </a:lnTo>
                  <a:lnTo>
                    <a:pt x="38989" y="250698"/>
                  </a:lnTo>
                  <a:lnTo>
                    <a:pt x="38900" y="250571"/>
                  </a:lnTo>
                  <a:lnTo>
                    <a:pt x="38989" y="250317"/>
                  </a:lnTo>
                  <a:lnTo>
                    <a:pt x="38989" y="242062"/>
                  </a:lnTo>
                  <a:lnTo>
                    <a:pt x="39116" y="250952"/>
                  </a:lnTo>
                  <a:lnTo>
                    <a:pt x="39243" y="251841"/>
                  </a:lnTo>
                  <a:lnTo>
                    <a:pt x="39497" y="250952"/>
                  </a:lnTo>
                  <a:lnTo>
                    <a:pt x="39458" y="253098"/>
                  </a:lnTo>
                  <a:lnTo>
                    <a:pt x="39827" y="254533"/>
                  </a:lnTo>
                  <a:lnTo>
                    <a:pt x="39827" y="241922"/>
                  </a:lnTo>
                  <a:lnTo>
                    <a:pt x="37960" y="241681"/>
                  </a:lnTo>
                  <a:lnTo>
                    <a:pt x="36220" y="241401"/>
                  </a:lnTo>
                  <a:lnTo>
                    <a:pt x="35801" y="241223"/>
                  </a:lnTo>
                  <a:lnTo>
                    <a:pt x="35737" y="241414"/>
                  </a:lnTo>
                  <a:lnTo>
                    <a:pt x="35153" y="241223"/>
                  </a:lnTo>
                  <a:lnTo>
                    <a:pt x="34925" y="241173"/>
                  </a:lnTo>
                  <a:lnTo>
                    <a:pt x="33782" y="240792"/>
                  </a:lnTo>
                  <a:lnTo>
                    <a:pt x="30861" y="240792"/>
                  </a:lnTo>
                  <a:lnTo>
                    <a:pt x="26352" y="240792"/>
                  </a:lnTo>
                  <a:lnTo>
                    <a:pt x="25400" y="241173"/>
                  </a:lnTo>
                  <a:lnTo>
                    <a:pt x="25590" y="241173"/>
                  </a:lnTo>
                  <a:lnTo>
                    <a:pt x="24320" y="241681"/>
                  </a:lnTo>
                  <a:lnTo>
                    <a:pt x="24130" y="241681"/>
                  </a:lnTo>
                  <a:lnTo>
                    <a:pt x="23241" y="242570"/>
                  </a:lnTo>
                  <a:lnTo>
                    <a:pt x="22352" y="243078"/>
                  </a:lnTo>
                  <a:lnTo>
                    <a:pt x="21336" y="243332"/>
                  </a:lnTo>
                  <a:lnTo>
                    <a:pt x="20828" y="244094"/>
                  </a:lnTo>
                  <a:lnTo>
                    <a:pt x="20066" y="244602"/>
                  </a:lnTo>
                  <a:lnTo>
                    <a:pt x="19939" y="245618"/>
                  </a:lnTo>
                  <a:lnTo>
                    <a:pt x="19177" y="246761"/>
                  </a:lnTo>
                  <a:lnTo>
                    <a:pt x="19050" y="254889"/>
                  </a:lnTo>
                  <a:lnTo>
                    <a:pt x="18923" y="254381"/>
                  </a:lnTo>
                  <a:lnTo>
                    <a:pt x="18796" y="257302"/>
                  </a:lnTo>
                  <a:lnTo>
                    <a:pt x="18910" y="254381"/>
                  </a:lnTo>
                  <a:lnTo>
                    <a:pt x="18986" y="252349"/>
                  </a:lnTo>
                  <a:lnTo>
                    <a:pt x="19050" y="250952"/>
                  </a:lnTo>
                  <a:lnTo>
                    <a:pt x="19050" y="250698"/>
                  </a:lnTo>
                  <a:lnTo>
                    <a:pt x="19050" y="249555"/>
                  </a:lnTo>
                  <a:lnTo>
                    <a:pt x="18910" y="250075"/>
                  </a:lnTo>
                  <a:lnTo>
                    <a:pt x="19011" y="248793"/>
                  </a:lnTo>
                  <a:lnTo>
                    <a:pt x="19050" y="248412"/>
                  </a:lnTo>
                  <a:lnTo>
                    <a:pt x="19177" y="246761"/>
                  </a:lnTo>
                  <a:lnTo>
                    <a:pt x="17780" y="248793"/>
                  </a:lnTo>
                  <a:lnTo>
                    <a:pt x="17945" y="249555"/>
                  </a:lnTo>
                  <a:lnTo>
                    <a:pt x="18072" y="250075"/>
                  </a:lnTo>
                  <a:lnTo>
                    <a:pt x="18122" y="250317"/>
                  </a:lnTo>
                  <a:lnTo>
                    <a:pt x="18275" y="250075"/>
                  </a:lnTo>
                  <a:lnTo>
                    <a:pt x="18249" y="250952"/>
                  </a:lnTo>
                  <a:lnTo>
                    <a:pt x="18440" y="251841"/>
                  </a:lnTo>
                  <a:lnTo>
                    <a:pt x="18542" y="252349"/>
                  </a:lnTo>
                  <a:lnTo>
                    <a:pt x="18211" y="250952"/>
                  </a:lnTo>
                  <a:lnTo>
                    <a:pt x="18161" y="250698"/>
                  </a:lnTo>
                  <a:lnTo>
                    <a:pt x="17919" y="250952"/>
                  </a:lnTo>
                  <a:lnTo>
                    <a:pt x="17526" y="251841"/>
                  </a:lnTo>
                  <a:lnTo>
                    <a:pt x="17399" y="255143"/>
                  </a:lnTo>
                  <a:lnTo>
                    <a:pt x="18288" y="257683"/>
                  </a:lnTo>
                  <a:lnTo>
                    <a:pt x="19939" y="262001"/>
                  </a:lnTo>
                  <a:lnTo>
                    <a:pt x="23876" y="264668"/>
                  </a:lnTo>
                  <a:lnTo>
                    <a:pt x="32512" y="264668"/>
                  </a:lnTo>
                  <a:lnTo>
                    <a:pt x="35179" y="262890"/>
                  </a:lnTo>
                  <a:lnTo>
                    <a:pt x="35687" y="262509"/>
                  </a:lnTo>
                  <a:lnTo>
                    <a:pt x="36449" y="262001"/>
                  </a:lnTo>
                  <a:lnTo>
                    <a:pt x="36957" y="260604"/>
                  </a:lnTo>
                  <a:lnTo>
                    <a:pt x="37465" y="260223"/>
                  </a:lnTo>
                  <a:lnTo>
                    <a:pt x="37071" y="260273"/>
                  </a:lnTo>
                  <a:lnTo>
                    <a:pt x="37452" y="259842"/>
                  </a:lnTo>
                  <a:lnTo>
                    <a:pt x="37071" y="260032"/>
                  </a:lnTo>
                  <a:lnTo>
                    <a:pt x="37084" y="259842"/>
                  </a:lnTo>
                  <a:lnTo>
                    <a:pt x="37007" y="260070"/>
                  </a:lnTo>
                  <a:lnTo>
                    <a:pt x="36830" y="260159"/>
                  </a:lnTo>
                  <a:lnTo>
                    <a:pt x="36830" y="259842"/>
                  </a:lnTo>
                  <a:lnTo>
                    <a:pt x="37084" y="259842"/>
                  </a:lnTo>
                  <a:lnTo>
                    <a:pt x="37198" y="241681"/>
                  </a:lnTo>
                  <a:lnTo>
                    <a:pt x="37211" y="259842"/>
                  </a:lnTo>
                  <a:lnTo>
                    <a:pt x="37452" y="259842"/>
                  </a:lnTo>
                  <a:lnTo>
                    <a:pt x="37973" y="259842"/>
                  </a:lnTo>
                  <a:lnTo>
                    <a:pt x="40894" y="259842"/>
                  </a:lnTo>
                  <a:lnTo>
                    <a:pt x="41795" y="259842"/>
                  </a:lnTo>
                  <a:lnTo>
                    <a:pt x="44348" y="256921"/>
                  </a:lnTo>
                  <a:lnTo>
                    <a:pt x="45466" y="255651"/>
                  </a:lnTo>
                  <a:lnTo>
                    <a:pt x="45466" y="255143"/>
                  </a:lnTo>
                  <a:lnTo>
                    <a:pt x="45466" y="2462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0771" y="3176017"/>
              <a:ext cx="41148" cy="3200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06011" y="3358896"/>
              <a:ext cx="42672" cy="3200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907535" y="3136645"/>
              <a:ext cx="2746375" cy="588010"/>
            </a:xfrm>
            <a:custGeom>
              <a:avLst/>
              <a:gdLst/>
              <a:ahLst/>
              <a:cxnLst/>
              <a:rect l="l" t="t" r="r" b="b"/>
              <a:pathLst>
                <a:path w="2746375" h="588010">
                  <a:moveTo>
                    <a:pt x="24511" y="399796"/>
                  </a:moveTo>
                  <a:lnTo>
                    <a:pt x="22860" y="397510"/>
                  </a:lnTo>
                  <a:lnTo>
                    <a:pt x="21971" y="396240"/>
                  </a:lnTo>
                  <a:lnTo>
                    <a:pt x="21336" y="395986"/>
                  </a:lnTo>
                  <a:lnTo>
                    <a:pt x="19177" y="395097"/>
                  </a:lnTo>
                  <a:lnTo>
                    <a:pt x="18415" y="394462"/>
                  </a:lnTo>
                  <a:lnTo>
                    <a:pt x="17780" y="394081"/>
                  </a:lnTo>
                  <a:lnTo>
                    <a:pt x="15379" y="393319"/>
                  </a:lnTo>
                  <a:lnTo>
                    <a:pt x="14351" y="393319"/>
                  </a:lnTo>
                  <a:lnTo>
                    <a:pt x="11557" y="392938"/>
                  </a:lnTo>
                  <a:lnTo>
                    <a:pt x="5080" y="392938"/>
                  </a:lnTo>
                  <a:lnTo>
                    <a:pt x="0" y="398018"/>
                  </a:lnTo>
                  <a:lnTo>
                    <a:pt x="0" y="410210"/>
                  </a:lnTo>
                  <a:lnTo>
                    <a:pt x="5080" y="415163"/>
                  </a:lnTo>
                  <a:lnTo>
                    <a:pt x="11557" y="415163"/>
                  </a:lnTo>
                  <a:lnTo>
                    <a:pt x="15240" y="414655"/>
                  </a:lnTo>
                  <a:lnTo>
                    <a:pt x="15494" y="414655"/>
                  </a:lnTo>
                  <a:lnTo>
                    <a:pt x="18415" y="413004"/>
                  </a:lnTo>
                  <a:lnTo>
                    <a:pt x="18923" y="412623"/>
                  </a:lnTo>
                  <a:lnTo>
                    <a:pt x="19177" y="412623"/>
                  </a:lnTo>
                  <a:lnTo>
                    <a:pt x="19431" y="412369"/>
                  </a:lnTo>
                  <a:lnTo>
                    <a:pt x="21018" y="411734"/>
                  </a:lnTo>
                  <a:lnTo>
                    <a:pt x="21653" y="411480"/>
                  </a:lnTo>
                  <a:lnTo>
                    <a:pt x="21882" y="411480"/>
                  </a:lnTo>
                  <a:lnTo>
                    <a:pt x="22479" y="410591"/>
                  </a:lnTo>
                  <a:lnTo>
                    <a:pt x="24511" y="407797"/>
                  </a:lnTo>
                  <a:lnTo>
                    <a:pt x="24511" y="399796"/>
                  </a:lnTo>
                  <a:close/>
                </a:path>
                <a:path w="2746375" h="588010">
                  <a:moveTo>
                    <a:pt x="35179" y="578739"/>
                  </a:moveTo>
                  <a:lnTo>
                    <a:pt x="34798" y="574040"/>
                  </a:lnTo>
                  <a:lnTo>
                    <a:pt x="34798" y="573151"/>
                  </a:lnTo>
                  <a:lnTo>
                    <a:pt x="34290" y="566674"/>
                  </a:lnTo>
                  <a:lnTo>
                    <a:pt x="28956" y="561721"/>
                  </a:lnTo>
                  <a:lnTo>
                    <a:pt x="16002" y="561721"/>
                  </a:lnTo>
                  <a:lnTo>
                    <a:pt x="10795" y="566674"/>
                  </a:lnTo>
                  <a:lnTo>
                    <a:pt x="10160" y="573151"/>
                  </a:lnTo>
                  <a:lnTo>
                    <a:pt x="10160" y="574040"/>
                  </a:lnTo>
                  <a:lnTo>
                    <a:pt x="9652" y="578739"/>
                  </a:lnTo>
                  <a:lnTo>
                    <a:pt x="11938" y="583184"/>
                  </a:lnTo>
                  <a:lnTo>
                    <a:pt x="19939" y="588010"/>
                  </a:lnTo>
                  <a:lnTo>
                    <a:pt x="25019" y="588010"/>
                  </a:lnTo>
                  <a:lnTo>
                    <a:pt x="32893" y="583184"/>
                  </a:lnTo>
                  <a:lnTo>
                    <a:pt x="35179" y="578739"/>
                  </a:lnTo>
                  <a:close/>
                </a:path>
                <a:path w="2746375" h="588010">
                  <a:moveTo>
                    <a:pt x="2722486" y="381"/>
                  </a:moveTo>
                  <a:lnTo>
                    <a:pt x="2722359" y="762"/>
                  </a:lnTo>
                  <a:lnTo>
                    <a:pt x="2722486" y="762"/>
                  </a:lnTo>
                  <a:lnTo>
                    <a:pt x="2722486" y="381"/>
                  </a:lnTo>
                  <a:close/>
                </a:path>
                <a:path w="2746375" h="588010">
                  <a:moveTo>
                    <a:pt x="2723007" y="17272"/>
                  </a:moveTo>
                  <a:lnTo>
                    <a:pt x="2722880" y="14605"/>
                  </a:lnTo>
                  <a:lnTo>
                    <a:pt x="2722765" y="15113"/>
                  </a:lnTo>
                  <a:lnTo>
                    <a:pt x="2722753" y="17272"/>
                  </a:lnTo>
                  <a:lnTo>
                    <a:pt x="2722753" y="1016"/>
                  </a:lnTo>
                  <a:lnTo>
                    <a:pt x="2722753" y="762"/>
                  </a:lnTo>
                  <a:lnTo>
                    <a:pt x="2722486" y="762"/>
                  </a:lnTo>
                  <a:lnTo>
                    <a:pt x="2722486" y="17272"/>
                  </a:lnTo>
                  <a:lnTo>
                    <a:pt x="2722219" y="17272"/>
                  </a:lnTo>
                  <a:lnTo>
                    <a:pt x="2722245" y="17907"/>
                  </a:lnTo>
                  <a:lnTo>
                    <a:pt x="2723007" y="17272"/>
                  </a:lnTo>
                  <a:close/>
                </a:path>
                <a:path w="2746375" h="588010">
                  <a:moveTo>
                    <a:pt x="2725166" y="194564"/>
                  </a:moveTo>
                  <a:lnTo>
                    <a:pt x="2723642" y="191643"/>
                  </a:lnTo>
                  <a:lnTo>
                    <a:pt x="2721940" y="188976"/>
                  </a:lnTo>
                  <a:lnTo>
                    <a:pt x="2721864" y="188849"/>
                  </a:lnTo>
                  <a:lnTo>
                    <a:pt x="2720898" y="188341"/>
                  </a:lnTo>
                  <a:lnTo>
                    <a:pt x="2720213" y="187985"/>
                  </a:lnTo>
                  <a:lnTo>
                    <a:pt x="2720213" y="188341"/>
                  </a:lnTo>
                  <a:lnTo>
                    <a:pt x="2720086" y="188188"/>
                  </a:lnTo>
                  <a:lnTo>
                    <a:pt x="2719997" y="192532"/>
                  </a:lnTo>
                  <a:lnTo>
                    <a:pt x="2719984" y="193103"/>
                  </a:lnTo>
                  <a:lnTo>
                    <a:pt x="2719997" y="190627"/>
                  </a:lnTo>
                  <a:lnTo>
                    <a:pt x="2720009" y="188188"/>
                  </a:lnTo>
                  <a:lnTo>
                    <a:pt x="2719870" y="187921"/>
                  </a:lnTo>
                  <a:lnTo>
                    <a:pt x="2719870" y="199529"/>
                  </a:lnTo>
                  <a:lnTo>
                    <a:pt x="2719781" y="199898"/>
                  </a:lnTo>
                  <a:lnTo>
                    <a:pt x="2719832" y="199644"/>
                  </a:lnTo>
                  <a:lnTo>
                    <a:pt x="2719628" y="199898"/>
                  </a:lnTo>
                  <a:lnTo>
                    <a:pt x="2719870" y="199529"/>
                  </a:lnTo>
                  <a:lnTo>
                    <a:pt x="2719870" y="187921"/>
                  </a:lnTo>
                  <a:lnTo>
                    <a:pt x="2720111" y="188188"/>
                  </a:lnTo>
                  <a:lnTo>
                    <a:pt x="2720213" y="188341"/>
                  </a:lnTo>
                  <a:lnTo>
                    <a:pt x="2720213" y="187985"/>
                  </a:lnTo>
                  <a:lnTo>
                    <a:pt x="2719781" y="187756"/>
                  </a:lnTo>
                  <a:lnTo>
                    <a:pt x="2719501" y="187325"/>
                  </a:lnTo>
                  <a:lnTo>
                    <a:pt x="2718943" y="186563"/>
                  </a:lnTo>
                  <a:lnTo>
                    <a:pt x="2718435" y="185801"/>
                  </a:lnTo>
                  <a:lnTo>
                    <a:pt x="2717533" y="184531"/>
                  </a:lnTo>
                  <a:lnTo>
                    <a:pt x="2716784" y="184531"/>
                  </a:lnTo>
                  <a:lnTo>
                    <a:pt x="2716911" y="184912"/>
                  </a:lnTo>
                  <a:lnTo>
                    <a:pt x="2717038" y="186817"/>
                  </a:lnTo>
                  <a:lnTo>
                    <a:pt x="2717165" y="187325"/>
                  </a:lnTo>
                  <a:lnTo>
                    <a:pt x="2717279" y="188849"/>
                  </a:lnTo>
                  <a:lnTo>
                    <a:pt x="2717419" y="188849"/>
                  </a:lnTo>
                  <a:lnTo>
                    <a:pt x="2717419" y="186372"/>
                  </a:lnTo>
                  <a:lnTo>
                    <a:pt x="2717482" y="186563"/>
                  </a:lnTo>
                  <a:lnTo>
                    <a:pt x="2717533" y="187325"/>
                  </a:lnTo>
                  <a:lnTo>
                    <a:pt x="2717723" y="187706"/>
                  </a:lnTo>
                  <a:lnTo>
                    <a:pt x="2717533" y="187706"/>
                  </a:lnTo>
                  <a:lnTo>
                    <a:pt x="2717419" y="190627"/>
                  </a:lnTo>
                  <a:lnTo>
                    <a:pt x="2717317" y="189357"/>
                  </a:lnTo>
                  <a:lnTo>
                    <a:pt x="2716911" y="189357"/>
                  </a:lnTo>
                  <a:lnTo>
                    <a:pt x="2716784" y="186817"/>
                  </a:lnTo>
                  <a:lnTo>
                    <a:pt x="2716771" y="186563"/>
                  </a:lnTo>
                  <a:lnTo>
                    <a:pt x="2716911" y="186563"/>
                  </a:lnTo>
                  <a:lnTo>
                    <a:pt x="2716911" y="184912"/>
                  </a:lnTo>
                  <a:lnTo>
                    <a:pt x="2716758" y="184531"/>
                  </a:lnTo>
                  <a:lnTo>
                    <a:pt x="2716657" y="184277"/>
                  </a:lnTo>
                  <a:lnTo>
                    <a:pt x="2717419" y="184277"/>
                  </a:lnTo>
                  <a:lnTo>
                    <a:pt x="2717038" y="183642"/>
                  </a:lnTo>
                  <a:lnTo>
                    <a:pt x="2716466" y="183261"/>
                  </a:lnTo>
                  <a:lnTo>
                    <a:pt x="2715514" y="182626"/>
                  </a:lnTo>
                  <a:lnTo>
                    <a:pt x="2715323" y="182245"/>
                  </a:lnTo>
                  <a:lnTo>
                    <a:pt x="2715260" y="182118"/>
                  </a:lnTo>
                  <a:lnTo>
                    <a:pt x="2715133" y="181864"/>
                  </a:lnTo>
                  <a:lnTo>
                    <a:pt x="2715006" y="181610"/>
                  </a:lnTo>
                  <a:lnTo>
                    <a:pt x="2714879" y="182245"/>
                  </a:lnTo>
                  <a:lnTo>
                    <a:pt x="2714879" y="182118"/>
                  </a:lnTo>
                  <a:lnTo>
                    <a:pt x="2714879" y="181356"/>
                  </a:lnTo>
                  <a:lnTo>
                    <a:pt x="2714675" y="180987"/>
                  </a:lnTo>
                  <a:lnTo>
                    <a:pt x="2714675" y="181991"/>
                  </a:lnTo>
                  <a:lnTo>
                    <a:pt x="2714498" y="181864"/>
                  </a:lnTo>
                  <a:lnTo>
                    <a:pt x="2713482" y="180848"/>
                  </a:lnTo>
                  <a:lnTo>
                    <a:pt x="2713482" y="181864"/>
                  </a:lnTo>
                  <a:lnTo>
                    <a:pt x="2712796" y="181610"/>
                  </a:lnTo>
                  <a:lnTo>
                    <a:pt x="2713482" y="181864"/>
                  </a:lnTo>
                  <a:lnTo>
                    <a:pt x="2713482" y="180848"/>
                  </a:lnTo>
                  <a:lnTo>
                    <a:pt x="2712834" y="180086"/>
                  </a:lnTo>
                  <a:lnTo>
                    <a:pt x="2714612" y="181864"/>
                  </a:lnTo>
                  <a:lnTo>
                    <a:pt x="2714675" y="181991"/>
                  </a:lnTo>
                  <a:lnTo>
                    <a:pt x="2714675" y="180987"/>
                  </a:lnTo>
                  <a:lnTo>
                    <a:pt x="2714193" y="180086"/>
                  </a:lnTo>
                  <a:lnTo>
                    <a:pt x="2713990" y="179705"/>
                  </a:lnTo>
                  <a:lnTo>
                    <a:pt x="2713088" y="178943"/>
                  </a:lnTo>
                  <a:lnTo>
                    <a:pt x="2712834" y="178562"/>
                  </a:lnTo>
                  <a:lnTo>
                    <a:pt x="2711831" y="177927"/>
                  </a:lnTo>
                  <a:lnTo>
                    <a:pt x="2711577" y="177800"/>
                  </a:lnTo>
                  <a:lnTo>
                    <a:pt x="2709786" y="176657"/>
                  </a:lnTo>
                  <a:lnTo>
                    <a:pt x="2709786" y="202057"/>
                  </a:lnTo>
                  <a:lnTo>
                    <a:pt x="2709418" y="202184"/>
                  </a:lnTo>
                  <a:lnTo>
                    <a:pt x="2708008" y="202438"/>
                  </a:lnTo>
                  <a:lnTo>
                    <a:pt x="2709202" y="202184"/>
                  </a:lnTo>
                  <a:lnTo>
                    <a:pt x="2709786" y="202057"/>
                  </a:lnTo>
                  <a:lnTo>
                    <a:pt x="2709786" y="176657"/>
                  </a:lnTo>
                  <a:lnTo>
                    <a:pt x="2709291" y="176403"/>
                  </a:lnTo>
                  <a:lnTo>
                    <a:pt x="2706878" y="176403"/>
                  </a:lnTo>
                  <a:lnTo>
                    <a:pt x="2706878" y="202184"/>
                  </a:lnTo>
                  <a:lnTo>
                    <a:pt x="2706243" y="202057"/>
                  </a:lnTo>
                  <a:lnTo>
                    <a:pt x="2705608" y="202057"/>
                  </a:lnTo>
                  <a:lnTo>
                    <a:pt x="2705608" y="202184"/>
                  </a:lnTo>
                  <a:lnTo>
                    <a:pt x="2705481" y="202184"/>
                  </a:lnTo>
                  <a:lnTo>
                    <a:pt x="2705277" y="202057"/>
                  </a:lnTo>
                  <a:lnTo>
                    <a:pt x="2705608" y="202184"/>
                  </a:lnTo>
                  <a:lnTo>
                    <a:pt x="2705544" y="202057"/>
                  </a:lnTo>
                  <a:lnTo>
                    <a:pt x="2704896" y="201549"/>
                  </a:lnTo>
                  <a:lnTo>
                    <a:pt x="2705023" y="201828"/>
                  </a:lnTo>
                  <a:lnTo>
                    <a:pt x="2704452" y="201549"/>
                  </a:lnTo>
                  <a:lnTo>
                    <a:pt x="2704592" y="201549"/>
                  </a:lnTo>
                  <a:lnTo>
                    <a:pt x="2704833" y="201549"/>
                  </a:lnTo>
                  <a:lnTo>
                    <a:pt x="2705443" y="201549"/>
                  </a:lnTo>
                  <a:lnTo>
                    <a:pt x="2706878" y="202184"/>
                  </a:lnTo>
                  <a:lnTo>
                    <a:pt x="2706878" y="176403"/>
                  </a:lnTo>
                  <a:lnTo>
                    <a:pt x="2705862" y="176403"/>
                  </a:lnTo>
                  <a:lnTo>
                    <a:pt x="2705735" y="199390"/>
                  </a:lnTo>
                  <a:lnTo>
                    <a:pt x="2705735" y="199644"/>
                  </a:lnTo>
                  <a:lnTo>
                    <a:pt x="2705481" y="199644"/>
                  </a:lnTo>
                  <a:lnTo>
                    <a:pt x="2704376" y="199377"/>
                  </a:lnTo>
                  <a:lnTo>
                    <a:pt x="2704376" y="201028"/>
                  </a:lnTo>
                  <a:lnTo>
                    <a:pt x="2703944" y="200964"/>
                  </a:lnTo>
                  <a:lnTo>
                    <a:pt x="2703944" y="201549"/>
                  </a:lnTo>
                  <a:lnTo>
                    <a:pt x="2703741" y="201549"/>
                  </a:lnTo>
                  <a:lnTo>
                    <a:pt x="2703487" y="201345"/>
                  </a:lnTo>
                  <a:lnTo>
                    <a:pt x="2703944" y="201549"/>
                  </a:lnTo>
                  <a:lnTo>
                    <a:pt x="2703944" y="200964"/>
                  </a:lnTo>
                  <a:lnTo>
                    <a:pt x="2702915" y="200774"/>
                  </a:lnTo>
                  <a:lnTo>
                    <a:pt x="2703055" y="200990"/>
                  </a:lnTo>
                  <a:lnTo>
                    <a:pt x="2702750" y="200748"/>
                  </a:lnTo>
                  <a:lnTo>
                    <a:pt x="2702471" y="200698"/>
                  </a:lnTo>
                  <a:lnTo>
                    <a:pt x="2702661" y="200660"/>
                  </a:lnTo>
                  <a:lnTo>
                    <a:pt x="2702852" y="200660"/>
                  </a:lnTo>
                  <a:lnTo>
                    <a:pt x="2703766" y="200660"/>
                  </a:lnTo>
                  <a:lnTo>
                    <a:pt x="2703703" y="200406"/>
                  </a:lnTo>
                  <a:lnTo>
                    <a:pt x="2703830" y="200406"/>
                  </a:lnTo>
                  <a:lnTo>
                    <a:pt x="2704020" y="200406"/>
                  </a:lnTo>
                  <a:lnTo>
                    <a:pt x="2704376" y="201028"/>
                  </a:lnTo>
                  <a:lnTo>
                    <a:pt x="2704376" y="199377"/>
                  </a:lnTo>
                  <a:lnTo>
                    <a:pt x="2703436" y="199136"/>
                  </a:lnTo>
                  <a:lnTo>
                    <a:pt x="2703195" y="199136"/>
                  </a:lnTo>
                  <a:lnTo>
                    <a:pt x="2702941" y="198882"/>
                  </a:lnTo>
                  <a:lnTo>
                    <a:pt x="2703538" y="199136"/>
                  </a:lnTo>
                  <a:lnTo>
                    <a:pt x="2705481" y="199644"/>
                  </a:lnTo>
                  <a:lnTo>
                    <a:pt x="2705481" y="199390"/>
                  </a:lnTo>
                  <a:lnTo>
                    <a:pt x="2705735" y="199390"/>
                  </a:lnTo>
                  <a:lnTo>
                    <a:pt x="2705849" y="176403"/>
                  </a:lnTo>
                  <a:lnTo>
                    <a:pt x="2705481" y="176403"/>
                  </a:lnTo>
                  <a:lnTo>
                    <a:pt x="2702687" y="176403"/>
                  </a:lnTo>
                  <a:lnTo>
                    <a:pt x="2701658" y="176403"/>
                  </a:lnTo>
                  <a:lnTo>
                    <a:pt x="2698115" y="178562"/>
                  </a:lnTo>
                  <a:lnTo>
                    <a:pt x="2697480" y="179705"/>
                  </a:lnTo>
                  <a:lnTo>
                    <a:pt x="2695067" y="181102"/>
                  </a:lnTo>
                  <a:lnTo>
                    <a:pt x="2693695" y="186347"/>
                  </a:lnTo>
                  <a:lnTo>
                    <a:pt x="2693581" y="186817"/>
                  </a:lnTo>
                  <a:lnTo>
                    <a:pt x="2693517" y="187325"/>
                  </a:lnTo>
                  <a:lnTo>
                    <a:pt x="2693339" y="187706"/>
                  </a:lnTo>
                  <a:lnTo>
                    <a:pt x="2693416" y="187858"/>
                  </a:lnTo>
                  <a:lnTo>
                    <a:pt x="2694686" y="192278"/>
                  </a:lnTo>
                  <a:lnTo>
                    <a:pt x="2694686" y="190119"/>
                  </a:lnTo>
                  <a:lnTo>
                    <a:pt x="2694813" y="192532"/>
                  </a:lnTo>
                  <a:lnTo>
                    <a:pt x="2695257" y="194056"/>
                  </a:lnTo>
                  <a:lnTo>
                    <a:pt x="2695498" y="194056"/>
                  </a:lnTo>
                  <a:lnTo>
                    <a:pt x="2695956" y="195199"/>
                  </a:lnTo>
                  <a:lnTo>
                    <a:pt x="2697086" y="196342"/>
                  </a:lnTo>
                  <a:lnTo>
                    <a:pt x="2697480" y="197231"/>
                  </a:lnTo>
                  <a:lnTo>
                    <a:pt x="2699639" y="199644"/>
                  </a:lnTo>
                  <a:lnTo>
                    <a:pt x="2702001" y="200660"/>
                  </a:lnTo>
                  <a:lnTo>
                    <a:pt x="2703207" y="201218"/>
                  </a:lnTo>
                  <a:lnTo>
                    <a:pt x="2703436" y="201549"/>
                  </a:lnTo>
                  <a:lnTo>
                    <a:pt x="2703588" y="201549"/>
                  </a:lnTo>
                  <a:lnTo>
                    <a:pt x="2705354" y="203962"/>
                  </a:lnTo>
                  <a:lnTo>
                    <a:pt x="2706878" y="204343"/>
                  </a:lnTo>
                  <a:lnTo>
                    <a:pt x="2707386" y="204724"/>
                  </a:lnTo>
                  <a:lnTo>
                    <a:pt x="2711437" y="205232"/>
                  </a:lnTo>
                  <a:lnTo>
                    <a:pt x="2711005" y="205232"/>
                  </a:lnTo>
                  <a:lnTo>
                    <a:pt x="2713863" y="205867"/>
                  </a:lnTo>
                  <a:lnTo>
                    <a:pt x="2715260" y="205232"/>
                  </a:lnTo>
                  <a:lnTo>
                    <a:pt x="2718943" y="205232"/>
                  </a:lnTo>
                  <a:lnTo>
                    <a:pt x="2721864" y="203581"/>
                  </a:lnTo>
                  <a:lnTo>
                    <a:pt x="2722549" y="202438"/>
                  </a:lnTo>
                  <a:lnTo>
                    <a:pt x="2723083" y="201549"/>
                  </a:lnTo>
                  <a:lnTo>
                    <a:pt x="2723629" y="200660"/>
                  </a:lnTo>
                  <a:lnTo>
                    <a:pt x="2724404" y="199390"/>
                  </a:lnTo>
                  <a:lnTo>
                    <a:pt x="2725166" y="197866"/>
                  </a:lnTo>
                  <a:lnTo>
                    <a:pt x="2725166" y="194564"/>
                  </a:lnTo>
                  <a:close/>
                </a:path>
                <a:path w="2746375" h="588010">
                  <a:moveTo>
                    <a:pt x="2733408" y="6731"/>
                  </a:moveTo>
                  <a:lnTo>
                    <a:pt x="2730754" y="1409"/>
                  </a:lnTo>
                  <a:lnTo>
                    <a:pt x="2728163" y="0"/>
                  </a:lnTo>
                  <a:lnTo>
                    <a:pt x="2727706" y="0"/>
                  </a:lnTo>
                  <a:lnTo>
                    <a:pt x="2727706" y="13716"/>
                  </a:lnTo>
                  <a:lnTo>
                    <a:pt x="2726144" y="15113"/>
                  </a:lnTo>
                  <a:lnTo>
                    <a:pt x="2725890" y="15316"/>
                  </a:lnTo>
                  <a:lnTo>
                    <a:pt x="2726055" y="15113"/>
                  </a:lnTo>
                  <a:lnTo>
                    <a:pt x="2727706" y="13716"/>
                  </a:lnTo>
                  <a:lnTo>
                    <a:pt x="2727706" y="0"/>
                  </a:lnTo>
                  <a:lnTo>
                    <a:pt x="2726372" y="0"/>
                  </a:lnTo>
                  <a:lnTo>
                    <a:pt x="2725039" y="266"/>
                  </a:lnTo>
                  <a:lnTo>
                    <a:pt x="2724975" y="5969"/>
                  </a:lnTo>
                  <a:lnTo>
                    <a:pt x="2724912" y="11938"/>
                  </a:lnTo>
                  <a:lnTo>
                    <a:pt x="2724683" y="11341"/>
                  </a:lnTo>
                  <a:lnTo>
                    <a:pt x="2724632" y="12382"/>
                  </a:lnTo>
                  <a:lnTo>
                    <a:pt x="2724721" y="2794"/>
                  </a:lnTo>
                  <a:lnTo>
                    <a:pt x="2724747" y="381"/>
                  </a:lnTo>
                  <a:lnTo>
                    <a:pt x="2724683" y="10160"/>
                  </a:lnTo>
                  <a:lnTo>
                    <a:pt x="2724848" y="9461"/>
                  </a:lnTo>
                  <a:lnTo>
                    <a:pt x="2724975" y="5969"/>
                  </a:lnTo>
                  <a:lnTo>
                    <a:pt x="2725026" y="381"/>
                  </a:lnTo>
                  <a:lnTo>
                    <a:pt x="2724531" y="368"/>
                  </a:lnTo>
                  <a:lnTo>
                    <a:pt x="2724531" y="15494"/>
                  </a:lnTo>
                  <a:lnTo>
                    <a:pt x="2724531" y="15875"/>
                  </a:lnTo>
                  <a:lnTo>
                    <a:pt x="2724518" y="15506"/>
                  </a:lnTo>
                  <a:lnTo>
                    <a:pt x="2724531" y="368"/>
                  </a:lnTo>
                  <a:lnTo>
                    <a:pt x="2724404" y="381"/>
                  </a:lnTo>
                  <a:lnTo>
                    <a:pt x="2723642" y="381"/>
                  </a:lnTo>
                  <a:lnTo>
                    <a:pt x="2722880" y="381"/>
                  </a:lnTo>
                  <a:lnTo>
                    <a:pt x="2722867" y="762"/>
                  </a:lnTo>
                  <a:lnTo>
                    <a:pt x="2722753" y="1016"/>
                  </a:lnTo>
                  <a:lnTo>
                    <a:pt x="2723642" y="1371"/>
                  </a:lnTo>
                  <a:lnTo>
                    <a:pt x="2723642" y="571"/>
                  </a:lnTo>
                  <a:lnTo>
                    <a:pt x="2723667" y="762"/>
                  </a:lnTo>
                  <a:lnTo>
                    <a:pt x="2723667" y="1384"/>
                  </a:lnTo>
                  <a:lnTo>
                    <a:pt x="2723756" y="16484"/>
                  </a:lnTo>
                  <a:lnTo>
                    <a:pt x="2723642" y="17907"/>
                  </a:lnTo>
                  <a:lnTo>
                    <a:pt x="2723642" y="1409"/>
                  </a:lnTo>
                  <a:lnTo>
                    <a:pt x="2723515" y="1409"/>
                  </a:lnTo>
                  <a:lnTo>
                    <a:pt x="2723248" y="1282"/>
                  </a:lnTo>
                  <a:lnTo>
                    <a:pt x="2723248" y="1409"/>
                  </a:lnTo>
                  <a:lnTo>
                    <a:pt x="2723248" y="2286"/>
                  </a:lnTo>
                  <a:lnTo>
                    <a:pt x="2723235" y="2501"/>
                  </a:lnTo>
                  <a:lnTo>
                    <a:pt x="2723248" y="1409"/>
                  </a:lnTo>
                  <a:lnTo>
                    <a:pt x="2723248" y="1282"/>
                  </a:lnTo>
                  <a:lnTo>
                    <a:pt x="2722753" y="1016"/>
                  </a:lnTo>
                  <a:lnTo>
                    <a:pt x="2722867" y="1409"/>
                  </a:lnTo>
                  <a:lnTo>
                    <a:pt x="2722994" y="15875"/>
                  </a:lnTo>
                  <a:lnTo>
                    <a:pt x="2723121" y="15621"/>
                  </a:lnTo>
                  <a:lnTo>
                    <a:pt x="2723121" y="15875"/>
                  </a:lnTo>
                  <a:lnTo>
                    <a:pt x="2723032" y="17310"/>
                  </a:lnTo>
                  <a:lnTo>
                    <a:pt x="2723019" y="17564"/>
                  </a:lnTo>
                  <a:lnTo>
                    <a:pt x="2723007" y="17907"/>
                  </a:lnTo>
                  <a:lnTo>
                    <a:pt x="2723019" y="17564"/>
                  </a:lnTo>
                  <a:lnTo>
                    <a:pt x="2723019" y="17322"/>
                  </a:lnTo>
                  <a:lnTo>
                    <a:pt x="2722359" y="17907"/>
                  </a:lnTo>
                  <a:lnTo>
                    <a:pt x="2722194" y="17907"/>
                  </a:lnTo>
                  <a:lnTo>
                    <a:pt x="2722308" y="8255"/>
                  </a:lnTo>
                  <a:lnTo>
                    <a:pt x="2722346" y="3302"/>
                  </a:lnTo>
                  <a:lnTo>
                    <a:pt x="2722359" y="1016"/>
                  </a:lnTo>
                  <a:lnTo>
                    <a:pt x="2722359" y="762"/>
                  </a:lnTo>
                  <a:lnTo>
                    <a:pt x="2721864" y="762"/>
                  </a:lnTo>
                  <a:lnTo>
                    <a:pt x="2720708" y="381"/>
                  </a:lnTo>
                  <a:lnTo>
                    <a:pt x="2718435" y="0"/>
                  </a:lnTo>
                  <a:lnTo>
                    <a:pt x="2718435" y="1016"/>
                  </a:lnTo>
                  <a:lnTo>
                    <a:pt x="2713088" y="3302"/>
                  </a:lnTo>
                  <a:lnTo>
                    <a:pt x="2713228" y="3175"/>
                  </a:lnTo>
                  <a:lnTo>
                    <a:pt x="2718435" y="1016"/>
                  </a:lnTo>
                  <a:lnTo>
                    <a:pt x="2718435" y="0"/>
                  </a:lnTo>
                  <a:lnTo>
                    <a:pt x="2717482" y="0"/>
                  </a:lnTo>
                  <a:lnTo>
                    <a:pt x="2714879" y="762"/>
                  </a:lnTo>
                  <a:lnTo>
                    <a:pt x="2714079" y="1409"/>
                  </a:lnTo>
                  <a:lnTo>
                    <a:pt x="2714218" y="1409"/>
                  </a:lnTo>
                  <a:lnTo>
                    <a:pt x="2712339" y="2286"/>
                  </a:lnTo>
                  <a:lnTo>
                    <a:pt x="2711831" y="2794"/>
                  </a:lnTo>
                  <a:lnTo>
                    <a:pt x="2711704" y="19685"/>
                  </a:lnTo>
                  <a:lnTo>
                    <a:pt x="2711577" y="12966"/>
                  </a:lnTo>
                  <a:lnTo>
                    <a:pt x="2711716" y="12827"/>
                  </a:lnTo>
                  <a:lnTo>
                    <a:pt x="2711831" y="2794"/>
                  </a:lnTo>
                  <a:lnTo>
                    <a:pt x="2711437" y="3175"/>
                  </a:lnTo>
                  <a:lnTo>
                    <a:pt x="2710561" y="3175"/>
                  </a:lnTo>
                  <a:lnTo>
                    <a:pt x="2709545" y="3175"/>
                  </a:lnTo>
                  <a:lnTo>
                    <a:pt x="2709291" y="3175"/>
                  </a:lnTo>
                  <a:lnTo>
                    <a:pt x="2709291" y="6223"/>
                  </a:lnTo>
                  <a:lnTo>
                    <a:pt x="2709227" y="6350"/>
                  </a:lnTo>
                  <a:lnTo>
                    <a:pt x="2709291" y="6223"/>
                  </a:lnTo>
                  <a:lnTo>
                    <a:pt x="2709291" y="3175"/>
                  </a:lnTo>
                  <a:lnTo>
                    <a:pt x="2707767" y="3136"/>
                  </a:lnTo>
                  <a:lnTo>
                    <a:pt x="2707767" y="17272"/>
                  </a:lnTo>
                  <a:lnTo>
                    <a:pt x="2707500" y="17538"/>
                  </a:lnTo>
                  <a:lnTo>
                    <a:pt x="2707589" y="17272"/>
                  </a:lnTo>
                  <a:lnTo>
                    <a:pt x="2707767" y="17272"/>
                  </a:lnTo>
                  <a:lnTo>
                    <a:pt x="2707767" y="3136"/>
                  </a:lnTo>
                  <a:lnTo>
                    <a:pt x="2703728" y="3048"/>
                  </a:lnTo>
                  <a:lnTo>
                    <a:pt x="2703690" y="23622"/>
                  </a:lnTo>
                  <a:lnTo>
                    <a:pt x="2703703" y="3048"/>
                  </a:lnTo>
                  <a:lnTo>
                    <a:pt x="2703423" y="3048"/>
                  </a:lnTo>
                  <a:lnTo>
                    <a:pt x="2700642" y="2794"/>
                  </a:lnTo>
                  <a:lnTo>
                    <a:pt x="2698902" y="2794"/>
                  </a:lnTo>
                  <a:lnTo>
                    <a:pt x="2696464" y="3683"/>
                  </a:lnTo>
                  <a:lnTo>
                    <a:pt x="2695562" y="4445"/>
                  </a:lnTo>
                  <a:lnTo>
                    <a:pt x="2693289" y="4826"/>
                  </a:lnTo>
                  <a:lnTo>
                    <a:pt x="2689733" y="9144"/>
                  </a:lnTo>
                  <a:lnTo>
                    <a:pt x="2689733" y="19304"/>
                  </a:lnTo>
                  <a:lnTo>
                    <a:pt x="2693289" y="23622"/>
                  </a:lnTo>
                  <a:lnTo>
                    <a:pt x="2694686" y="23876"/>
                  </a:lnTo>
                  <a:lnTo>
                    <a:pt x="2695308" y="24384"/>
                  </a:lnTo>
                  <a:lnTo>
                    <a:pt x="2699131" y="24638"/>
                  </a:lnTo>
                  <a:lnTo>
                    <a:pt x="2701036" y="24638"/>
                  </a:lnTo>
                  <a:lnTo>
                    <a:pt x="2706738" y="24765"/>
                  </a:lnTo>
                  <a:lnTo>
                    <a:pt x="2706878" y="24638"/>
                  </a:lnTo>
                  <a:lnTo>
                    <a:pt x="2707005" y="24384"/>
                  </a:lnTo>
                  <a:lnTo>
                    <a:pt x="2707386" y="24384"/>
                  </a:lnTo>
                  <a:lnTo>
                    <a:pt x="2708148" y="23622"/>
                  </a:lnTo>
                  <a:lnTo>
                    <a:pt x="2708402" y="23368"/>
                  </a:lnTo>
                  <a:lnTo>
                    <a:pt x="2711958" y="23368"/>
                  </a:lnTo>
                  <a:lnTo>
                    <a:pt x="2716136" y="22987"/>
                  </a:lnTo>
                  <a:lnTo>
                    <a:pt x="2715971" y="22987"/>
                  </a:lnTo>
                  <a:lnTo>
                    <a:pt x="2720213" y="21971"/>
                  </a:lnTo>
                  <a:lnTo>
                    <a:pt x="2720708" y="21590"/>
                  </a:lnTo>
                  <a:lnTo>
                    <a:pt x="2721292" y="21082"/>
                  </a:lnTo>
                  <a:lnTo>
                    <a:pt x="2722880" y="19685"/>
                  </a:lnTo>
                  <a:lnTo>
                    <a:pt x="2722969" y="19304"/>
                  </a:lnTo>
                  <a:lnTo>
                    <a:pt x="2724404" y="17907"/>
                  </a:lnTo>
                  <a:lnTo>
                    <a:pt x="2724404" y="17272"/>
                  </a:lnTo>
                  <a:lnTo>
                    <a:pt x="2724404" y="16637"/>
                  </a:lnTo>
                  <a:lnTo>
                    <a:pt x="2724404" y="16484"/>
                  </a:lnTo>
                  <a:lnTo>
                    <a:pt x="2724505" y="16040"/>
                  </a:lnTo>
                  <a:lnTo>
                    <a:pt x="2724404" y="17272"/>
                  </a:lnTo>
                  <a:lnTo>
                    <a:pt x="2725089" y="16764"/>
                  </a:lnTo>
                  <a:lnTo>
                    <a:pt x="2726182" y="15875"/>
                  </a:lnTo>
                  <a:lnTo>
                    <a:pt x="2726791" y="15113"/>
                  </a:lnTo>
                  <a:lnTo>
                    <a:pt x="2727642" y="14605"/>
                  </a:lnTo>
                  <a:lnTo>
                    <a:pt x="2728595" y="13970"/>
                  </a:lnTo>
                  <a:lnTo>
                    <a:pt x="2728836" y="13716"/>
                  </a:lnTo>
                  <a:lnTo>
                    <a:pt x="2732913" y="10160"/>
                  </a:lnTo>
                  <a:lnTo>
                    <a:pt x="2733408" y="6731"/>
                  </a:lnTo>
                  <a:close/>
                </a:path>
                <a:path w="2746375" h="588010">
                  <a:moveTo>
                    <a:pt x="2746235" y="338201"/>
                  </a:moveTo>
                  <a:lnTo>
                    <a:pt x="2744584" y="332613"/>
                  </a:lnTo>
                  <a:lnTo>
                    <a:pt x="2735834" y="326898"/>
                  </a:lnTo>
                  <a:lnTo>
                    <a:pt x="2729992" y="327406"/>
                  </a:lnTo>
                  <a:lnTo>
                    <a:pt x="2729230" y="328168"/>
                  </a:lnTo>
                  <a:lnTo>
                    <a:pt x="2725534" y="328549"/>
                  </a:lnTo>
                  <a:lnTo>
                    <a:pt x="2722359" y="330708"/>
                  </a:lnTo>
                  <a:lnTo>
                    <a:pt x="2718689" y="336804"/>
                  </a:lnTo>
                  <a:lnTo>
                    <a:pt x="2718308" y="340614"/>
                  </a:lnTo>
                  <a:lnTo>
                    <a:pt x="2720708" y="347472"/>
                  </a:lnTo>
                  <a:lnTo>
                    <a:pt x="2723261" y="350012"/>
                  </a:lnTo>
                  <a:lnTo>
                    <a:pt x="2726436" y="351155"/>
                  </a:lnTo>
                  <a:lnTo>
                    <a:pt x="2726690" y="351282"/>
                  </a:lnTo>
                  <a:lnTo>
                    <a:pt x="2729738" y="351917"/>
                  </a:lnTo>
                  <a:lnTo>
                    <a:pt x="2731770" y="352044"/>
                  </a:lnTo>
                  <a:lnTo>
                    <a:pt x="2735453" y="351409"/>
                  </a:lnTo>
                  <a:lnTo>
                    <a:pt x="2738120" y="350266"/>
                  </a:lnTo>
                  <a:lnTo>
                    <a:pt x="2738882" y="350012"/>
                  </a:lnTo>
                  <a:lnTo>
                    <a:pt x="2739263" y="349631"/>
                  </a:lnTo>
                  <a:lnTo>
                    <a:pt x="2741409" y="348361"/>
                  </a:lnTo>
                  <a:lnTo>
                    <a:pt x="2743060" y="346456"/>
                  </a:lnTo>
                  <a:lnTo>
                    <a:pt x="2743962" y="344170"/>
                  </a:lnTo>
                  <a:lnTo>
                    <a:pt x="2744343" y="343027"/>
                  </a:lnTo>
                  <a:lnTo>
                    <a:pt x="2746235" y="338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824476" y="4890312"/>
            <a:ext cx="1682114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Lower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level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features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9858" y="940561"/>
            <a:ext cx="2141855" cy="2468245"/>
            <a:chOff x="3689858" y="940561"/>
            <a:chExt cx="2141855" cy="2468245"/>
          </a:xfrm>
        </p:grpSpPr>
        <p:sp>
          <p:nvSpPr>
            <p:cNvPr id="3" name="object 3"/>
            <p:cNvSpPr/>
            <p:nvPr/>
          </p:nvSpPr>
          <p:spPr>
            <a:xfrm>
              <a:off x="4126992" y="1159763"/>
              <a:ext cx="1323975" cy="2040889"/>
            </a:xfrm>
            <a:custGeom>
              <a:avLst/>
              <a:gdLst/>
              <a:ahLst/>
              <a:cxnLst/>
              <a:rect l="l" t="t" r="r" b="b"/>
              <a:pathLst>
                <a:path w="1323975" h="2040889">
                  <a:moveTo>
                    <a:pt x="1249045" y="0"/>
                  </a:moveTo>
                  <a:lnTo>
                    <a:pt x="1174496" y="17525"/>
                  </a:lnTo>
                  <a:lnTo>
                    <a:pt x="1192784" y="39497"/>
                  </a:lnTo>
                  <a:lnTo>
                    <a:pt x="0" y="1033526"/>
                  </a:lnTo>
                  <a:lnTo>
                    <a:pt x="3683" y="1037971"/>
                  </a:lnTo>
                  <a:lnTo>
                    <a:pt x="3683" y="1038478"/>
                  </a:lnTo>
                  <a:lnTo>
                    <a:pt x="508" y="1043305"/>
                  </a:lnTo>
                  <a:lnTo>
                    <a:pt x="332740" y="1254633"/>
                  </a:lnTo>
                  <a:lnTo>
                    <a:pt x="4699" y="1667637"/>
                  </a:lnTo>
                  <a:lnTo>
                    <a:pt x="9017" y="1671065"/>
                  </a:lnTo>
                  <a:lnTo>
                    <a:pt x="7493" y="1676400"/>
                  </a:lnTo>
                  <a:lnTo>
                    <a:pt x="1193038" y="2013077"/>
                  </a:lnTo>
                  <a:lnTo>
                    <a:pt x="1185291" y="2040509"/>
                  </a:lnTo>
                  <a:lnTo>
                    <a:pt x="1260602" y="2026285"/>
                  </a:lnTo>
                  <a:lnTo>
                    <a:pt x="1233992" y="2002028"/>
                  </a:lnTo>
                  <a:lnTo>
                    <a:pt x="1196213" y="2002028"/>
                  </a:lnTo>
                  <a:lnTo>
                    <a:pt x="32638" y="1671701"/>
                  </a:lnTo>
                  <a:lnTo>
                    <a:pt x="91128" y="1658874"/>
                  </a:lnTo>
                  <a:lnTo>
                    <a:pt x="37084" y="1658874"/>
                  </a:lnTo>
                  <a:lnTo>
                    <a:pt x="57489" y="1645031"/>
                  </a:lnTo>
                  <a:lnTo>
                    <a:pt x="37084" y="1645031"/>
                  </a:lnTo>
                  <a:lnTo>
                    <a:pt x="342392" y="1260856"/>
                  </a:lnTo>
                  <a:lnTo>
                    <a:pt x="363798" y="1260856"/>
                  </a:lnTo>
                  <a:lnTo>
                    <a:pt x="349631" y="1251839"/>
                  </a:lnTo>
                  <a:lnTo>
                    <a:pt x="354564" y="1245615"/>
                  </a:lnTo>
                  <a:lnTo>
                    <a:pt x="339852" y="1245615"/>
                  </a:lnTo>
                  <a:lnTo>
                    <a:pt x="39750" y="1054735"/>
                  </a:lnTo>
                  <a:lnTo>
                    <a:pt x="81459" y="1054735"/>
                  </a:lnTo>
                  <a:lnTo>
                    <a:pt x="24384" y="1038478"/>
                  </a:lnTo>
                  <a:lnTo>
                    <a:pt x="73885" y="1026033"/>
                  </a:lnTo>
                  <a:lnTo>
                    <a:pt x="26797" y="1026033"/>
                  </a:lnTo>
                  <a:lnTo>
                    <a:pt x="1200150" y="48260"/>
                  </a:lnTo>
                  <a:lnTo>
                    <a:pt x="1227978" y="48260"/>
                  </a:lnTo>
                  <a:lnTo>
                    <a:pt x="1235075" y="32131"/>
                  </a:lnTo>
                  <a:lnTo>
                    <a:pt x="1249045" y="0"/>
                  </a:lnTo>
                  <a:close/>
                </a:path>
                <a:path w="1323975" h="2040889">
                  <a:moveTo>
                    <a:pt x="1203960" y="1974596"/>
                  </a:moveTo>
                  <a:lnTo>
                    <a:pt x="1196213" y="2002028"/>
                  </a:lnTo>
                  <a:lnTo>
                    <a:pt x="1233992" y="2002028"/>
                  </a:lnTo>
                  <a:lnTo>
                    <a:pt x="1203960" y="1974596"/>
                  </a:lnTo>
                  <a:close/>
                </a:path>
                <a:path w="1323975" h="2040889">
                  <a:moveTo>
                    <a:pt x="764668" y="1515872"/>
                  </a:moveTo>
                  <a:lnTo>
                    <a:pt x="743204" y="1515872"/>
                  </a:lnTo>
                  <a:lnTo>
                    <a:pt x="1263015" y="1846580"/>
                  </a:lnTo>
                  <a:lnTo>
                    <a:pt x="1247775" y="1870583"/>
                  </a:lnTo>
                  <a:lnTo>
                    <a:pt x="1323848" y="1878584"/>
                  </a:lnTo>
                  <a:lnTo>
                    <a:pt x="1308354" y="1852676"/>
                  </a:lnTo>
                  <a:lnTo>
                    <a:pt x="1298798" y="1836801"/>
                  </a:lnTo>
                  <a:lnTo>
                    <a:pt x="1269111" y="1836801"/>
                  </a:lnTo>
                  <a:lnTo>
                    <a:pt x="764668" y="1515872"/>
                  </a:lnTo>
                  <a:close/>
                </a:path>
                <a:path w="1323975" h="2040889">
                  <a:moveTo>
                    <a:pt x="1284351" y="1812798"/>
                  </a:moveTo>
                  <a:lnTo>
                    <a:pt x="1269111" y="1836801"/>
                  </a:lnTo>
                  <a:lnTo>
                    <a:pt x="1298798" y="1836801"/>
                  </a:lnTo>
                  <a:lnTo>
                    <a:pt x="1284351" y="1812798"/>
                  </a:lnTo>
                  <a:close/>
                </a:path>
                <a:path w="1323975" h="2040889">
                  <a:moveTo>
                    <a:pt x="729488" y="1493520"/>
                  </a:moveTo>
                  <a:lnTo>
                    <a:pt x="729488" y="1507109"/>
                  </a:lnTo>
                  <a:lnTo>
                    <a:pt x="37084" y="1658874"/>
                  </a:lnTo>
                  <a:lnTo>
                    <a:pt x="91128" y="1658874"/>
                  </a:lnTo>
                  <a:lnTo>
                    <a:pt x="743204" y="1515872"/>
                  </a:lnTo>
                  <a:lnTo>
                    <a:pt x="764668" y="1515872"/>
                  </a:lnTo>
                  <a:lnTo>
                    <a:pt x="759079" y="1512315"/>
                  </a:lnTo>
                  <a:lnTo>
                    <a:pt x="798480" y="1503680"/>
                  </a:lnTo>
                  <a:lnTo>
                    <a:pt x="745363" y="1503680"/>
                  </a:lnTo>
                  <a:lnTo>
                    <a:pt x="729488" y="1493520"/>
                  </a:lnTo>
                  <a:close/>
                </a:path>
                <a:path w="1323975" h="2040889">
                  <a:moveTo>
                    <a:pt x="477138" y="1332991"/>
                  </a:moveTo>
                  <a:lnTo>
                    <a:pt x="477138" y="1346581"/>
                  </a:lnTo>
                  <a:lnTo>
                    <a:pt x="37084" y="1645031"/>
                  </a:lnTo>
                  <a:lnTo>
                    <a:pt x="57489" y="1645031"/>
                  </a:lnTo>
                  <a:lnTo>
                    <a:pt x="487680" y="1353185"/>
                  </a:lnTo>
                  <a:lnTo>
                    <a:pt x="508944" y="1353185"/>
                  </a:lnTo>
                  <a:lnTo>
                    <a:pt x="497967" y="1346200"/>
                  </a:lnTo>
                  <a:lnTo>
                    <a:pt x="507706" y="1339596"/>
                  </a:lnTo>
                  <a:lnTo>
                    <a:pt x="487425" y="1339596"/>
                  </a:lnTo>
                  <a:lnTo>
                    <a:pt x="477138" y="1332991"/>
                  </a:lnTo>
                  <a:close/>
                </a:path>
                <a:path w="1323975" h="2040889">
                  <a:moveTo>
                    <a:pt x="508944" y="1353185"/>
                  </a:moveTo>
                  <a:lnTo>
                    <a:pt x="487680" y="1353185"/>
                  </a:lnTo>
                  <a:lnTo>
                    <a:pt x="729488" y="1507109"/>
                  </a:lnTo>
                  <a:lnTo>
                    <a:pt x="729488" y="1493520"/>
                  </a:lnTo>
                  <a:lnTo>
                    <a:pt x="508944" y="1353185"/>
                  </a:lnTo>
                  <a:close/>
                </a:path>
                <a:path w="1323975" h="2040889">
                  <a:moveTo>
                    <a:pt x="1190117" y="1370330"/>
                  </a:moveTo>
                  <a:lnTo>
                    <a:pt x="1190117" y="1395349"/>
                  </a:lnTo>
                  <a:lnTo>
                    <a:pt x="1186942" y="1406778"/>
                  </a:lnTo>
                  <a:lnTo>
                    <a:pt x="745363" y="1503680"/>
                  </a:lnTo>
                  <a:lnTo>
                    <a:pt x="798480" y="1503680"/>
                  </a:lnTo>
                  <a:lnTo>
                    <a:pt x="1194816" y="1416812"/>
                  </a:lnTo>
                  <a:lnTo>
                    <a:pt x="1235506" y="1416812"/>
                  </a:lnTo>
                  <a:lnTo>
                    <a:pt x="1260602" y="1396491"/>
                  </a:lnTo>
                  <a:lnTo>
                    <a:pt x="1261248" y="1396491"/>
                  </a:lnTo>
                  <a:lnTo>
                    <a:pt x="1234766" y="1372235"/>
                  </a:lnTo>
                  <a:lnTo>
                    <a:pt x="1196721" y="1372235"/>
                  </a:lnTo>
                  <a:lnTo>
                    <a:pt x="1190117" y="1370330"/>
                  </a:lnTo>
                  <a:close/>
                </a:path>
                <a:path w="1323975" h="2040889">
                  <a:moveTo>
                    <a:pt x="1235506" y="1416812"/>
                  </a:moveTo>
                  <a:lnTo>
                    <a:pt x="1194816" y="1416812"/>
                  </a:lnTo>
                  <a:lnTo>
                    <a:pt x="1201039" y="1444625"/>
                  </a:lnTo>
                  <a:lnTo>
                    <a:pt x="1235506" y="1416812"/>
                  </a:lnTo>
                  <a:close/>
                </a:path>
                <a:path w="1323975" h="2040889">
                  <a:moveTo>
                    <a:pt x="706987" y="1232789"/>
                  </a:moveTo>
                  <a:lnTo>
                    <a:pt x="665226" y="1232789"/>
                  </a:lnTo>
                  <a:lnTo>
                    <a:pt x="1187069" y="1381252"/>
                  </a:lnTo>
                  <a:lnTo>
                    <a:pt x="1190117" y="1395349"/>
                  </a:lnTo>
                  <a:lnTo>
                    <a:pt x="1190117" y="1370330"/>
                  </a:lnTo>
                  <a:lnTo>
                    <a:pt x="706987" y="1232789"/>
                  </a:lnTo>
                  <a:close/>
                </a:path>
                <a:path w="1323975" h="2040889">
                  <a:moveTo>
                    <a:pt x="1204595" y="1344676"/>
                  </a:moveTo>
                  <a:lnTo>
                    <a:pt x="1196721" y="1372235"/>
                  </a:lnTo>
                  <a:lnTo>
                    <a:pt x="1234766" y="1372235"/>
                  </a:lnTo>
                  <a:lnTo>
                    <a:pt x="1204595" y="1344676"/>
                  </a:lnTo>
                  <a:close/>
                </a:path>
                <a:path w="1323975" h="2040889">
                  <a:moveTo>
                    <a:pt x="363798" y="1260856"/>
                  </a:moveTo>
                  <a:lnTo>
                    <a:pt x="342392" y="1260856"/>
                  </a:lnTo>
                  <a:lnTo>
                    <a:pt x="477138" y="1346581"/>
                  </a:lnTo>
                  <a:lnTo>
                    <a:pt x="477138" y="1332991"/>
                  </a:lnTo>
                  <a:lnTo>
                    <a:pt x="363798" y="1260856"/>
                  </a:lnTo>
                  <a:close/>
                </a:path>
                <a:path w="1323975" h="2040889">
                  <a:moveTo>
                    <a:pt x="650875" y="1216787"/>
                  </a:moveTo>
                  <a:lnTo>
                    <a:pt x="650875" y="1228725"/>
                  </a:lnTo>
                  <a:lnTo>
                    <a:pt x="487425" y="1339596"/>
                  </a:lnTo>
                  <a:lnTo>
                    <a:pt x="507706" y="1339596"/>
                  </a:lnTo>
                  <a:lnTo>
                    <a:pt x="665226" y="1232789"/>
                  </a:lnTo>
                  <a:lnTo>
                    <a:pt x="706987" y="1232789"/>
                  </a:lnTo>
                  <a:lnTo>
                    <a:pt x="677545" y="1224407"/>
                  </a:lnTo>
                  <a:lnTo>
                    <a:pt x="683532" y="1220343"/>
                  </a:lnTo>
                  <a:lnTo>
                    <a:pt x="663194" y="1220343"/>
                  </a:lnTo>
                  <a:lnTo>
                    <a:pt x="650875" y="1216787"/>
                  </a:lnTo>
                  <a:close/>
                </a:path>
                <a:path w="1323975" h="2040889">
                  <a:moveTo>
                    <a:pt x="408305" y="1147826"/>
                  </a:moveTo>
                  <a:lnTo>
                    <a:pt x="408305" y="1159637"/>
                  </a:lnTo>
                  <a:lnTo>
                    <a:pt x="339852" y="1245615"/>
                  </a:lnTo>
                  <a:lnTo>
                    <a:pt x="354564" y="1245615"/>
                  </a:lnTo>
                  <a:lnTo>
                    <a:pt x="420116" y="1162939"/>
                  </a:lnTo>
                  <a:lnTo>
                    <a:pt x="461760" y="1162939"/>
                  </a:lnTo>
                  <a:lnTo>
                    <a:pt x="427863" y="1153287"/>
                  </a:lnTo>
                  <a:lnTo>
                    <a:pt x="430486" y="1149985"/>
                  </a:lnTo>
                  <a:lnTo>
                    <a:pt x="415925" y="1149985"/>
                  </a:lnTo>
                  <a:lnTo>
                    <a:pt x="408305" y="1147826"/>
                  </a:lnTo>
                  <a:close/>
                </a:path>
                <a:path w="1323975" h="2040889">
                  <a:moveTo>
                    <a:pt x="461760" y="1162939"/>
                  </a:moveTo>
                  <a:lnTo>
                    <a:pt x="420116" y="1162939"/>
                  </a:lnTo>
                  <a:lnTo>
                    <a:pt x="650875" y="1228725"/>
                  </a:lnTo>
                  <a:lnTo>
                    <a:pt x="650875" y="1216787"/>
                  </a:lnTo>
                  <a:lnTo>
                    <a:pt x="461760" y="1162939"/>
                  </a:lnTo>
                  <a:close/>
                </a:path>
                <a:path w="1323975" h="2040889">
                  <a:moveTo>
                    <a:pt x="1248664" y="829945"/>
                  </a:moveTo>
                  <a:lnTo>
                    <a:pt x="1172718" y="839977"/>
                  </a:lnTo>
                  <a:lnTo>
                    <a:pt x="1188720" y="863726"/>
                  </a:lnTo>
                  <a:lnTo>
                    <a:pt x="663194" y="1220343"/>
                  </a:lnTo>
                  <a:lnTo>
                    <a:pt x="683532" y="1220343"/>
                  </a:lnTo>
                  <a:lnTo>
                    <a:pt x="1195070" y="873125"/>
                  </a:lnTo>
                  <a:lnTo>
                    <a:pt x="1224443" y="873125"/>
                  </a:lnTo>
                  <a:lnTo>
                    <a:pt x="1233297" y="857250"/>
                  </a:lnTo>
                  <a:lnTo>
                    <a:pt x="1248664" y="829945"/>
                  </a:lnTo>
                  <a:close/>
                </a:path>
                <a:path w="1323975" h="2040889">
                  <a:moveTo>
                    <a:pt x="81459" y="1054735"/>
                  </a:moveTo>
                  <a:lnTo>
                    <a:pt x="39750" y="1054735"/>
                  </a:lnTo>
                  <a:lnTo>
                    <a:pt x="408305" y="1159637"/>
                  </a:lnTo>
                  <a:lnTo>
                    <a:pt x="408305" y="1147826"/>
                  </a:lnTo>
                  <a:lnTo>
                    <a:pt x="81459" y="1054735"/>
                  </a:lnTo>
                  <a:close/>
                </a:path>
                <a:path w="1323975" h="2040889">
                  <a:moveTo>
                    <a:pt x="1248664" y="111125"/>
                  </a:moveTo>
                  <a:lnTo>
                    <a:pt x="1179195" y="143510"/>
                  </a:lnTo>
                  <a:lnTo>
                    <a:pt x="1201547" y="161289"/>
                  </a:lnTo>
                  <a:lnTo>
                    <a:pt x="636143" y="872871"/>
                  </a:lnTo>
                  <a:lnTo>
                    <a:pt x="624459" y="875791"/>
                  </a:lnTo>
                  <a:lnTo>
                    <a:pt x="624459" y="887602"/>
                  </a:lnTo>
                  <a:lnTo>
                    <a:pt x="415925" y="1149985"/>
                  </a:lnTo>
                  <a:lnTo>
                    <a:pt x="430486" y="1149985"/>
                  </a:lnTo>
                  <a:lnTo>
                    <a:pt x="642620" y="883031"/>
                  </a:lnTo>
                  <a:lnTo>
                    <a:pt x="701185" y="868299"/>
                  </a:lnTo>
                  <a:lnTo>
                    <a:pt x="654304" y="868299"/>
                  </a:lnTo>
                  <a:lnTo>
                    <a:pt x="1210437" y="168401"/>
                  </a:lnTo>
                  <a:lnTo>
                    <a:pt x="1236505" y="168401"/>
                  </a:lnTo>
                  <a:lnTo>
                    <a:pt x="1239901" y="152273"/>
                  </a:lnTo>
                  <a:lnTo>
                    <a:pt x="1248664" y="111125"/>
                  </a:lnTo>
                  <a:close/>
                </a:path>
                <a:path w="1323975" h="2040889">
                  <a:moveTo>
                    <a:pt x="624459" y="875791"/>
                  </a:moveTo>
                  <a:lnTo>
                    <a:pt x="26797" y="1026033"/>
                  </a:lnTo>
                  <a:lnTo>
                    <a:pt x="73885" y="1026033"/>
                  </a:lnTo>
                  <a:lnTo>
                    <a:pt x="624459" y="887602"/>
                  </a:lnTo>
                  <a:lnTo>
                    <a:pt x="624459" y="875791"/>
                  </a:lnTo>
                  <a:close/>
                </a:path>
                <a:path w="1323975" h="2040889">
                  <a:moveTo>
                    <a:pt x="1224443" y="873125"/>
                  </a:moveTo>
                  <a:lnTo>
                    <a:pt x="1195070" y="873125"/>
                  </a:lnTo>
                  <a:lnTo>
                    <a:pt x="1211199" y="896874"/>
                  </a:lnTo>
                  <a:lnTo>
                    <a:pt x="1224443" y="873125"/>
                  </a:lnTo>
                  <a:close/>
                </a:path>
                <a:path w="1323975" h="2040889">
                  <a:moveTo>
                    <a:pt x="1186307" y="704976"/>
                  </a:moveTo>
                  <a:lnTo>
                    <a:pt x="1193165" y="732789"/>
                  </a:lnTo>
                  <a:lnTo>
                    <a:pt x="654304" y="868299"/>
                  </a:lnTo>
                  <a:lnTo>
                    <a:pt x="701185" y="868299"/>
                  </a:lnTo>
                  <a:lnTo>
                    <a:pt x="1195959" y="743838"/>
                  </a:lnTo>
                  <a:lnTo>
                    <a:pt x="1235209" y="743838"/>
                  </a:lnTo>
                  <a:lnTo>
                    <a:pt x="1261110" y="721613"/>
                  </a:lnTo>
                  <a:lnTo>
                    <a:pt x="1186307" y="704976"/>
                  </a:lnTo>
                  <a:close/>
                </a:path>
                <a:path w="1323975" h="2040889">
                  <a:moveTo>
                    <a:pt x="1235209" y="743838"/>
                  </a:moveTo>
                  <a:lnTo>
                    <a:pt x="1195959" y="743838"/>
                  </a:lnTo>
                  <a:lnTo>
                    <a:pt x="1202944" y="771525"/>
                  </a:lnTo>
                  <a:lnTo>
                    <a:pt x="1235209" y="743838"/>
                  </a:lnTo>
                  <a:close/>
                </a:path>
                <a:path w="1323975" h="2040889">
                  <a:moveTo>
                    <a:pt x="1236505" y="168401"/>
                  </a:moveTo>
                  <a:lnTo>
                    <a:pt x="1210437" y="168401"/>
                  </a:lnTo>
                  <a:lnTo>
                    <a:pt x="1232789" y="186055"/>
                  </a:lnTo>
                  <a:lnTo>
                    <a:pt x="1236505" y="168401"/>
                  </a:lnTo>
                  <a:close/>
                </a:path>
                <a:path w="1323975" h="2040889">
                  <a:moveTo>
                    <a:pt x="1227978" y="48260"/>
                  </a:moveTo>
                  <a:lnTo>
                    <a:pt x="1200150" y="48260"/>
                  </a:lnTo>
                  <a:lnTo>
                    <a:pt x="1218311" y="70231"/>
                  </a:lnTo>
                  <a:lnTo>
                    <a:pt x="1227978" y="4826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02558" y="953261"/>
              <a:ext cx="2116455" cy="2442845"/>
            </a:xfrm>
            <a:custGeom>
              <a:avLst/>
              <a:gdLst/>
              <a:ahLst/>
              <a:cxnLst/>
              <a:rect l="l" t="t" r="r" b="b"/>
              <a:pathLst>
                <a:path w="2116454" h="2442845">
                  <a:moveTo>
                    <a:pt x="0" y="560959"/>
                  </a:moveTo>
                  <a:lnTo>
                    <a:pt x="4317" y="518922"/>
                  </a:lnTo>
                  <a:lnTo>
                    <a:pt x="16890" y="479805"/>
                  </a:lnTo>
                  <a:lnTo>
                    <a:pt x="36702" y="444373"/>
                  </a:lnTo>
                  <a:lnTo>
                    <a:pt x="62864" y="413512"/>
                  </a:lnTo>
                  <a:lnTo>
                    <a:pt x="94614" y="388112"/>
                  </a:lnTo>
                  <a:lnTo>
                    <a:pt x="131063" y="368808"/>
                  </a:lnTo>
                  <a:lnTo>
                    <a:pt x="171450" y="356742"/>
                  </a:lnTo>
                  <a:lnTo>
                    <a:pt x="214629" y="352425"/>
                  </a:lnTo>
                  <a:lnTo>
                    <a:pt x="257937" y="356742"/>
                  </a:lnTo>
                  <a:lnTo>
                    <a:pt x="298195" y="368808"/>
                  </a:lnTo>
                  <a:lnTo>
                    <a:pt x="334644" y="388112"/>
                  </a:lnTo>
                  <a:lnTo>
                    <a:pt x="366394" y="413512"/>
                  </a:lnTo>
                  <a:lnTo>
                    <a:pt x="392683" y="444373"/>
                  </a:lnTo>
                  <a:lnTo>
                    <a:pt x="412495" y="479805"/>
                  </a:lnTo>
                  <a:lnTo>
                    <a:pt x="424941" y="518922"/>
                  </a:lnTo>
                  <a:lnTo>
                    <a:pt x="429259" y="560959"/>
                  </a:lnTo>
                  <a:lnTo>
                    <a:pt x="424941" y="602996"/>
                  </a:lnTo>
                  <a:lnTo>
                    <a:pt x="412495" y="642112"/>
                  </a:lnTo>
                  <a:lnTo>
                    <a:pt x="392683" y="677417"/>
                  </a:lnTo>
                  <a:lnTo>
                    <a:pt x="366394" y="708278"/>
                  </a:lnTo>
                  <a:lnTo>
                    <a:pt x="334644" y="733805"/>
                  </a:lnTo>
                  <a:lnTo>
                    <a:pt x="298195" y="752983"/>
                  </a:lnTo>
                  <a:lnTo>
                    <a:pt x="257937" y="765175"/>
                  </a:lnTo>
                  <a:lnTo>
                    <a:pt x="214629" y="769365"/>
                  </a:lnTo>
                  <a:lnTo>
                    <a:pt x="171450" y="765175"/>
                  </a:lnTo>
                  <a:lnTo>
                    <a:pt x="131063" y="752983"/>
                  </a:lnTo>
                  <a:lnTo>
                    <a:pt x="94614" y="733805"/>
                  </a:lnTo>
                  <a:lnTo>
                    <a:pt x="62864" y="708278"/>
                  </a:lnTo>
                  <a:lnTo>
                    <a:pt x="36702" y="677417"/>
                  </a:lnTo>
                  <a:lnTo>
                    <a:pt x="16890" y="642112"/>
                  </a:lnTo>
                  <a:lnTo>
                    <a:pt x="4317" y="602996"/>
                  </a:lnTo>
                  <a:lnTo>
                    <a:pt x="0" y="560959"/>
                  </a:lnTo>
                  <a:close/>
                </a:path>
                <a:path w="2116454" h="2442845">
                  <a:moveTo>
                    <a:pt x="0" y="1246632"/>
                  </a:moveTo>
                  <a:lnTo>
                    <a:pt x="4317" y="1204722"/>
                  </a:lnTo>
                  <a:lnTo>
                    <a:pt x="16890" y="1165605"/>
                  </a:lnTo>
                  <a:lnTo>
                    <a:pt x="36702" y="1130173"/>
                  </a:lnTo>
                  <a:lnTo>
                    <a:pt x="62864" y="1099312"/>
                  </a:lnTo>
                  <a:lnTo>
                    <a:pt x="94614" y="1073785"/>
                  </a:lnTo>
                  <a:lnTo>
                    <a:pt x="131063" y="1054608"/>
                  </a:lnTo>
                  <a:lnTo>
                    <a:pt x="171450" y="1042415"/>
                  </a:lnTo>
                  <a:lnTo>
                    <a:pt x="214629" y="1038225"/>
                  </a:lnTo>
                  <a:lnTo>
                    <a:pt x="257937" y="1042415"/>
                  </a:lnTo>
                  <a:lnTo>
                    <a:pt x="298195" y="1054608"/>
                  </a:lnTo>
                  <a:lnTo>
                    <a:pt x="334644" y="1073785"/>
                  </a:lnTo>
                  <a:lnTo>
                    <a:pt x="366394" y="1099312"/>
                  </a:lnTo>
                  <a:lnTo>
                    <a:pt x="392683" y="1130173"/>
                  </a:lnTo>
                  <a:lnTo>
                    <a:pt x="412495" y="1165605"/>
                  </a:lnTo>
                  <a:lnTo>
                    <a:pt x="424941" y="1204722"/>
                  </a:lnTo>
                  <a:lnTo>
                    <a:pt x="429259" y="1246632"/>
                  </a:lnTo>
                  <a:lnTo>
                    <a:pt x="424941" y="1288668"/>
                  </a:lnTo>
                  <a:lnTo>
                    <a:pt x="412495" y="1327785"/>
                  </a:lnTo>
                  <a:lnTo>
                    <a:pt x="392683" y="1363217"/>
                  </a:lnTo>
                  <a:lnTo>
                    <a:pt x="366394" y="1394078"/>
                  </a:lnTo>
                  <a:lnTo>
                    <a:pt x="334644" y="1419478"/>
                  </a:lnTo>
                  <a:lnTo>
                    <a:pt x="298195" y="1438783"/>
                  </a:lnTo>
                  <a:lnTo>
                    <a:pt x="257937" y="1450975"/>
                  </a:lnTo>
                  <a:lnTo>
                    <a:pt x="214629" y="1455165"/>
                  </a:lnTo>
                  <a:lnTo>
                    <a:pt x="171450" y="1450975"/>
                  </a:lnTo>
                  <a:lnTo>
                    <a:pt x="131063" y="1438783"/>
                  </a:lnTo>
                  <a:lnTo>
                    <a:pt x="94614" y="1419478"/>
                  </a:lnTo>
                  <a:lnTo>
                    <a:pt x="62864" y="1394078"/>
                  </a:lnTo>
                  <a:lnTo>
                    <a:pt x="36702" y="1363217"/>
                  </a:lnTo>
                  <a:lnTo>
                    <a:pt x="16890" y="1327785"/>
                  </a:lnTo>
                  <a:lnTo>
                    <a:pt x="4317" y="1288668"/>
                  </a:lnTo>
                  <a:lnTo>
                    <a:pt x="0" y="1246632"/>
                  </a:lnTo>
                  <a:close/>
                </a:path>
                <a:path w="2116454" h="2442845">
                  <a:moveTo>
                    <a:pt x="5461" y="1878964"/>
                  </a:moveTo>
                  <a:lnTo>
                    <a:pt x="9905" y="1836927"/>
                  </a:lnTo>
                  <a:lnTo>
                    <a:pt x="22351" y="1797812"/>
                  </a:lnTo>
                  <a:lnTo>
                    <a:pt x="42163" y="1762378"/>
                  </a:lnTo>
                  <a:lnTo>
                    <a:pt x="68325" y="1731517"/>
                  </a:lnTo>
                  <a:lnTo>
                    <a:pt x="100075" y="1706117"/>
                  </a:lnTo>
                  <a:lnTo>
                    <a:pt x="136651" y="1686814"/>
                  </a:lnTo>
                  <a:lnTo>
                    <a:pt x="176911" y="1674749"/>
                  </a:lnTo>
                  <a:lnTo>
                    <a:pt x="220090" y="1670430"/>
                  </a:lnTo>
                  <a:lnTo>
                    <a:pt x="263397" y="1674749"/>
                  </a:lnTo>
                  <a:lnTo>
                    <a:pt x="303656" y="1686814"/>
                  </a:lnTo>
                  <a:lnTo>
                    <a:pt x="340105" y="1706117"/>
                  </a:lnTo>
                  <a:lnTo>
                    <a:pt x="371855" y="1731517"/>
                  </a:lnTo>
                  <a:lnTo>
                    <a:pt x="398144" y="1762378"/>
                  </a:lnTo>
                  <a:lnTo>
                    <a:pt x="417956" y="1797812"/>
                  </a:lnTo>
                  <a:lnTo>
                    <a:pt x="430402" y="1836927"/>
                  </a:lnTo>
                  <a:lnTo>
                    <a:pt x="434847" y="1878964"/>
                  </a:lnTo>
                  <a:lnTo>
                    <a:pt x="430402" y="1921002"/>
                  </a:lnTo>
                  <a:lnTo>
                    <a:pt x="417956" y="1960117"/>
                  </a:lnTo>
                  <a:lnTo>
                    <a:pt x="398144" y="1995424"/>
                  </a:lnTo>
                  <a:lnTo>
                    <a:pt x="371855" y="2026285"/>
                  </a:lnTo>
                  <a:lnTo>
                    <a:pt x="340105" y="2051812"/>
                  </a:lnTo>
                  <a:lnTo>
                    <a:pt x="303656" y="2070989"/>
                  </a:lnTo>
                  <a:lnTo>
                    <a:pt x="263397" y="2083181"/>
                  </a:lnTo>
                  <a:lnTo>
                    <a:pt x="220090" y="2087371"/>
                  </a:lnTo>
                  <a:lnTo>
                    <a:pt x="176911" y="2083181"/>
                  </a:lnTo>
                  <a:lnTo>
                    <a:pt x="136651" y="2070989"/>
                  </a:lnTo>
                  <a:lnTo>
                    <a:pt x="100075" y="2051812"/>
                  </a:lnTo>
                  <a:lnTo>
                    <a:pt x="68325" y="2026285"/>
                  </a:lnTo>
                  <a:lnTo>
                    <a:pt x="42163" y="1995424"/>
                  </a:lnTo>
                  <a:lnTo>
                    <a:pt x="22351" y="1960117"/>
                  </a:lnTo>
                  <a:lnTo>
                    <a:pt x="9905" y="1921002"/>
                  </a:lnTo>
                  <a:lnTo>
                    <a:pt x="5461" y="1878964"/>
                  </a:lnTo>
                  <a:close/>
                </a:path>
                <a:path w="2116454" h="2442845">
                  <a:moveTo>
                    <a:pt x="1674749" y="208407"/>
                  </a:moveTo>
                  <a:lnTo>
                    <a:pt x="1679066" y="166497"/>
                  </a:lnTo>
                  <a:lnTo>
                    <a:pt x="1691639" y="127380"/>
                  </a:lnTo>
                  <a:lnTo>
                    <a:pt x="1711452" y="91948"/>
                  </a:lnTo>
                  <a:lnTo>
                    <a:pt x="1737740" y="61087"/>
                  </a:lnTo>
                  <a:lnTo>
                    <a:pt x="1769617" y="35560"/>
                  </a:lnTo>
                  <a:lnTo>
                    <a:pt x="1806193" y="16383"/>
                  </a:lnTo>
                  <a:lnTo>
                    <a:pt x="1846706" y="4190"/>
                  </a:lnTo>
                  <a:lnTo>
                    <a:pt x="1890014" y="0"/>
                  </a:lnTo>
                  <a:lnTo>
                    <a:pt x="1933447" y="4190"/>
                  </a:lnTo>
                  <a:lnTo>
                    <a:pt x="1973833" y="16383"/>
                  </a:lnTo>
                  <a:lnTo>
                    <a:pt x="2010409" y="35560"/>
                  </a:lnTo>
                  <a:lnTo>
                    <a:pt x="2042287" y="61087"/>
                  </a:lnTo>
                  <a:lnTo>
                    <a:pt x="2068576" y="91948"/>
                  </a:lnTo>
                  <a:lnTo>
                    <a:pt x="2088514" y="127380"/>
                  </a:lnTo>
                  <a:lnTo>
                    <a:pt x="2101088" y="166497"/>
                  </a:lnTo>
                  <a:lnTo>
                    <a:pt x="2105405" y="208407"/>
                  </a:lnTo>
                  <a:lnTo>
                    <a:pt x="2101088" y="250443"/>
                  </a:lnTo>
                  <a:lnTo>
                    <a:pt x="2088514" y="289560"/>
                  </a:lnTo>
                  <a:lnTo>
                    <a:pt x="2068576" y="324992"/>
                  </a:lnTo>
                  <a:lnTo>
                    <a:pt x="2042287" y="355853"/>
                  </a:lnTo>
                  <a:lnTo>
                    <a:pt x="2010409" y="381380"/>
                  </a:lnTo>
                  <a:lnTo>
                    <a:pt x="1973833" y="400558"/>
                  </a:lnTo>
                  <a:lnTo>
                    <a:pt x="1933447" y="412750"/>
                  </a:lnTo>
                  <a:lnTo>
                    <a:pt x="1890014" y="416940"/>
                  </a:lnTo>
                  <a:lnTo>
                    <a:pt x="1846706" y="412750"/>
                  </a:lnTo>
                  <a:lnTo>
                    <a:pt x="1806193" y="400558"/>
                  </a:lnTo>
                  <a:lnTo>
                    <a:pt x="1769617" y="381380"/>
                  </a:lnTo>
                  <a:lnTo>
                    <a:pt x="1737740" y="355853"/>
                  </a:lnTo>
                  <a:lnTo>
                    <a:pt x="1711452" y="324992"/>
                  </a:lnTo>
                  <a:lnTo>
                    <a:pt x="1691639" y="289560"/>
                  </a:lnTo>
                  <a:lnTo>
                    <a:pt x="1679066" y="250443"/>
                  </a:lnTo>
                  <a:lnTo>
                    <a:pt x="1674749" y="208407"/>
                  </a:lnTo>
                  <a:close/>
                </a:path>
                <a:path w="2116454" h="2442845">
                  <a:moveTo>
                    <a:pt x="1687067" y="930528"/>
                  </a:moveTo>
                  <a:lnTo>
                    <a:pt x="1691386" y="888364"/>
                  </a:lnTo>
                  <a:lnTo>
                    <a:pt x="1703958" y="849122"/>
                  </a:lnTo>
                  <a:lnTo>
                    <a:pt x="1723770" y="813562"/>
                  </a:lnTo>
                  <a:lnTo>
                    <a:pt x="1749932" y="782701"/>
                  </a:lnTo>
                  <a:lnTo>
                    <a:pt x="1781682" y="757174"/>
                  </a:lnTo>
                  <a:lnTo>
                    <a:pt x="1818131" y="737870"/>
                  </a:lnTo>
                  <a:lnTo>
                    <a:pt x="1858517" y="725677"/>
                  </a:lnTo>
                  <a:lnTo>
                    <a:pt x="1901697" y="721360"/>
                  </a:lnTo>
                  <a:lnTo>
                    <a:pt x="1945004" y="725677"/>
                  </a:lnTo>
                  <a:lnTo>
                    <a:pt x="1985264" y="737870"/>
                  </a:lnTo>
                  <a:lnTo>
                    <a:pt x="2021713" y="757174"/>
                  </a:lnTo>
                  <a:lnTo>
                    <a:pt x="2053463" y="782701"/>
                  </a:lnTo>
                  <a:lnTo>
                    <a:pt x="2079752" y="813562"/>
                  </a:lnTo>
                  <a:lnTo>
                    <a:pt x="2099564" y="849122"/>
                  </a:lnTo>
                  <a:lnTo>
                    <a:pt x="2112009" y="888364"/>
                  </a:lnTo>
                  <a:lnTo>
                    <a:pt x="2116328" y="930528"/>
                  </a:lnTo>
                  <a:lnTo>
                    <a:pt x="2112009" y="972692"/>
                  </a:lnTo>
                  <a:lnTo>
                    <a:pt x="2099564" y="1011936"/>
                  </a:lnTo>
                  <a:lnTo>
                    <a:pt x="2079752" y="1047496"/>
                  </a:lnTo>
                  <a:lnTo>
                    <a:pt x="2053463" y="1078484"/>
                  </a:lnTo>
                  <a:lnTo>
                    <a:pt x="2021713" y="1104011"/>
                  </a:lnTo>
                  <a:lnTo>
                    <a:pt x="1985264" y="1123314"/>
                  </a:lnTo>
                  <a:lnTo>
                    <a:pt x="1945004" y="1135507"/>
                  </a:lnTo>
                  <a:lnTo>
                    <a:pt x="1901697" y="1139698"/>
                  </a:lnTo>
                  <a:lnTo>
                    <a:pt x="1858517" y="1135507"/>
                  </a:lnTo>
                  <a:lnTo>
                    <a:pt x="1818131" y="1123314"/>
                  </a:lnTo>
                  <a:lnTo>
                    <a:pt x="1781682" y="1104011"/>
                  </a:lnTo>
                  <a:lnTo>
                    <a:pt x="1749932" y="1078484"/>
                  </a:lnTo>
                  <a:lnTo>
                    <a:pt x="1723770" y="1047496"/>
                  </a:lnTo>
                  <a:lnTo>
                    <a:pt x="1703958" y="1011936"/>
                  </a:lnTo>
                  <a:lnTo>
                    <a:pt x="1691386" y="972692"/>
                  </a:lnTo>
                  <a:lnTo>
                    <a:pt x="1687067" y="930528"/>
                  </a:lnTo>
                  <a:close/>
                </a:path>
                <a:path w="2116454" h="2442845">
                  <a:moveTo>
                    <a:pt x="1687067" y="1604645"/>
                  </a:moveTo>
                  <a:lnTo>
                    <a:pt x="1691386" y="1562608"/>
                  </a:lnTo>
                  <a:lnTo>
                    <a:pt x="1703958" y="1523491"/>
                  </a:lnTo>
                  <a:lnTo>
                    <a:pt x="1723770" y="1488059"/>
                  </a:lnTo>
                  <a:lnTo>
                    <a:pt x="1749932" y="1457198"/>
                  </a:lnTo>
                  <a:lnTo>
                    <a:pt x="1781682" y="1431798"/>
                  </a:lnTo>
                  <a:lnTo>
                    <a:pt x="1818131" y="1412621"/>
                  </a:lnTo>
                  <a:lnTo>
                    <a:pt x="1858517" y="1400428"/>
                  </a:lnTo>
                  <a:lnTo>
                    <a:pt x="1901697" y="1396238"/>
                  </a:lnTo>
                  <a:lnTo>
                    <a:pt x="1945004" y="1400428"/>
                  </a:lnTo>
                  <a:lnTo>
                    <a:pt x="1985264" y="1412621"/>
                  </a:lnTo>
                  <a:lnTo>
                    <a:pt x="2021713" y="1431798"/>
                  </a:lnTo>
                  <a:lnTo>
                    <a:pt x="2053463" y="1457198"/>
                  </a:lnTo>
                  <a:lnTo>
                    <a:pt x="2079752" y="1488059"/>
                  </a:lnTo>
                  <a:lnTo>
                    <a:pt x="2099564" y="1523491"/>
                  </a:lnTo>
                  <a:lnTo>
                    <a:pt x="2112009" y="1562608"/>
                  </a:lnTo>
                  <a:lnTo>
                    <a:pt x="2116328" y="1604645"/>
                  </a:lnTo>
                  <a:lnTo>
                    <a:pt x="2112009" y="1646682"/>
                  </a:lnTo>
                  <a:lnTo>
                    <a:pt x="2099564" y="1685798"/>
                  </a:lnTo>
                  <a:lnTo>
                    <a:pt x="2079752" y="1721230"/>
                  </a:lnTo>
                  <a:lnTo>
                    <a:pt x="2053463" y="1752091"/>
                  </a:lnTo>
                  <a:lnTo>
                    <a:pt x="2021713" y="1777491"/>
                  </a:lnTo>
                  <a:lnTo>
                    <a:pt x="1985264" y="1796668"/>
                  </a:lnTo>
                  <a:lnTo>
                    <a:pt x="1945004" y="1808861"/>
                  </a:lnTo>
                  <a:lnTo>
                    <a:pt x="1901697" y="1813052"/>
                  </a:lnTo>
                  <a:lnTo>
                    <a:pt x="1858517" y="1808861"/>
                  </a:lnTo>
                  <a:lnTo>
                    <a:pt x="1818131" y="1796668"/>
                  </a:lnTo>
                  <a:lnTo>
                    <a:pt x="1781682" y="1777491"/>
                  </a:lnTo>
                  <a:lnTo>
                    <a:pt x="1749932" y="1752091"/>
                  </a:lnTo>
                  <a:lnTo>
                    <a:pt x="1723770" y="1721230"/>
                  </a:lnTo>
                  <a:lnTo>
                    <a:pt x="1703958" y="1685798"/>
                  </a:lnTo>
                  <a:lnTo>
                    <a:pt x="1691386" y="1646682"/>
                  </a:lnTo>
                  <a:lnTo>
                    <a:pt x="1687067" y="1604645"/>
                  </a:lnTo>
                  <a:close/>
                </a:path>
                <a:path w="2116454" h="2442845">
                  <a:moveTo>
                    <a:pt x="1687067" y="2234184"/>
                  </a:moveTo>
                  <a:lnTo>
                    <a:pt x="1691386" y="2192147"/>
                  </a:lnTo>
                  <a:lnTo>
                    <a:pt x="1703958" y="2153031"/>
                  </a:lnTo>
                  <a:lnTo>
                    <a:pt x="1723770" y="2117598"/>
                  </a:lnTo>
                  <a:lnTo>
                    <a:pt x="1749932" y="2086737"/>
                  </a:lnTo>
                  <a:lnTo>
                    <a:pt x="1781682" y="2061337"/>
                  </a:lnTo>
                  <a:lnTo>
                    <a:pt x="1818131" y="2042033"/>
                  </a:lnTo>
                  <a:lnTo>
                    <a:pt x="1858517" y="2029968"/>
                  </a:lnTo>
                  <a:lnTo>
                    <a:pt x="1901697" y="2025650"/>
                  </a:lnTo>
                  <a:lnTo>
                    <a:pt x="1945004" y="2029968"/>
                  </a:lnTo>
                  <a:lnTo>
                    <a:pt x="1985264" y="2042033"/>
                  </a:lnTo>
                  <a:lnTo>
                    <a:pt x="2021713" y="2061337"/>
                  </a:lnTo>
                  <a:lnTo>
                    <a:pt x="2053463" y="2086737"/>
                  </a:lnTo>
                  <a:lnTo>
                    <a:pt x="2079752" y="2117598"/>
                  </a:lnTo>
                  <a:lnTo>
                    <a:pt x="2099564" y="2153031"/>
                  </a:lnTo>
                  <a:lnTo>
                    <a:pt x="2112009" y="2192147"/>
                  </a:lnTo>
                  <a:lnTo>
                    <a:pt x="2116328" y="2234184"/>
                  </a:lnTo>
                  <a:lnTo>
                    <a:pt x="2112009" y="2276221"/>
                  </a:lnTo>
                  <a:lnTo>
                    <a:pt x="2099564" y="2315337"/>
                  </a:lnTo>
                  <a:lnTo>
                    <a:pt x="2079752" y="2350643"/>
                  </a:lnTo>
                  <a:lnTo>
                    <a:pt x="2053463" y="2381504"/>
                  </a:lnTo>
                  <a:lnTo>
                    <a:pt x="2021713" y="2407031"/>
                  </a:lnTo>
                  <a:lnTo>
                    <a:pt x="1985264" y="2426208"/>
                  </a:lnTo>
                  <a:lnTo>
                    <a:pt x="1945004" y="2438400"/>
                  </a:lnTo>
                  <a:lnTo>
                    <a:pt x="1901697" y="2442591"/>
                  </a:lnTo>
                  <a:lnTo>
                    <a:pt x="1858517" y="2438400"/>
                  </a:lnTo>
                  <a:lnTo>
                    <a:pt x="1818131" y="2426208"/>
                  </a:lnTo>
                  <a:lnTo>
                    <a:pt x="1781682" y="2407031"/>
                  </a:lnTo>
                  <a:lnTo>
                    <a:pt x="1749932" y="2381504"/>
                  </a:lnTo>
                  <a:lnTo>
                    <a:pt x="1723770" y="2350643"/>
                  </a:lnTo>
                  <a:lnTo>
                    <a:pt x="1703958" y="2315337"/>
                  </a:lnTo>
                  <a:lnTo>
                    <a:pt x="1691386" y="2276221"/>
                  </a:lnTo>
                  <a:lnTo>
                    <a:pt x="1687067" y="223418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25468" y="1146047"/>
              <a:ext cx="1325880" cy="1892935"/>
            </a:xfrm>
            <a:custGeom>
              <a:avLst/>
              <a:gdLst/>
              <a:ahLst/>
              <a:cxnLst/>
              <a:rect l="l" t="t" r="r" b="b"/>
              <a:pathLst>
                <a:path w="1325879" h="1892935">
                  <a:moveTo>
                    <a:pt x="1175385" y="0"/>
                  </a:moveTo>
                  <a:lnTo>
                    <a:pt x="1183132" y="27559"/>
                  </a:lnTo>
                  <a:lnTo>
                    <a:pt x="2794" y="360679"/>
                  </a:lnTo>
                  <a:lnTo>
                    <a:pt x="4445" y="366522"/>
                  </a:lnTo>
                  <a:lnTo>
                    <a:pt x="4318" y="366902"/>
                  </a:lnTo>
                  <a:lnTo>
                    <a:pt x="0" y="370713"/>
                  </a:lnTo>
                  <a:lnTo>
                    <a:pt x="1276350" y="1844420"/>
                  </a:lnTo>
                  <a:lnTo>
                    <a:pt x="1254633" y="1863216"/>
                  </a:lnTo>
                  <a:lnTo>
                    <a:pt x="1325499" y="1892553"/>
                  </a:lnTo>
                  <a:lnTo>
                    <a:pt x="1306576" y="1818258"/>
                  </a:lnTo>
                  <a:lnTo>
                    <a:pt x="1284986" y="1837054"/>
                  </a:lnTo>
                  <a:lnTo>
                    <a:pt x="53975" y="415543"/>
                  </a:lnTo>
                  <a:lnTo>
                    <a:pt x="1206119" y="1371091"/>
                  </a:lnTo>
                  <a:lnTo>
                    <a:pt x="1187958" y="1393063"/>
                  </a:lnTo>
                  <a:lnTo>
                    <a:pt x="1262634" y="1410462"/>
                  </a:lnTo>
                  <a:lnTo>
                    <a:pt x="1231646" y="1340230"/>
                  </a:lnTo>
                  <a:lnTo>
                    <a:pt x="1213485" y="1362328"/>
                  </a:lnTo>
                  <a:lnTo>
                    <a:pt x="29210" y="380238"/>
                  </a:lnTo>
                  <a:lnTo>
                    <a:pt x="1195197" y="722756"/>
                  </a:lnTo>
                  <a:lnTo>
                    <a:pt x="1187069" y="750188"/>
                  </a:lnTo>
                  <a:lnTo>
                    <a:pt x="1262634" y="736600"/>
                  </a:lnTo>
                  <a:lnTo>
                    <a:pt x="1206500" y="684402"/>
                  </a:lnTo>
                  <a:lnTo>
                    <a:pt x="1198372" y="711835"/>
                  </a:lnTo>
                  <a:lnTo>
                    <a:pt x="23749" y="366649"/>
                  </a:lnTo>
                  <a:lnTo>
                    <a:pt x="1186180" y="38607"/>
                  </a:lnTo>
                  <a:lnTo>
                    <a:pt x="1193927" y="66039"/>
                  </a:lnTo>
                  <a:lnTo>
                    <a:pt x="1250696" y="14350"/>
                  </a:lnTo>
                  <a:lnTo>
                    <a:pt x="117538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809231" y="1388363"/>
            <a:ext cx="1953895" cy="2419985"/>
          </a:xfrm>
          <a:custGeom>
            <a:avLst/>
            <a:gdLst/>
            <a:ahLst/>
            <a:cxnLst/>
            <a:rect l="l" t="t" r="r" b="b"/>
            <a:pathLst>
              <a:path w="1953895" h="2419985">
                <a:moveTo>
                  <a:pt x="13081" y="720851"/>
                </a:moveTo>
                <a:lnTo>
                  <a:pt x="11938" y="726439"/>
                </a:lnTo>
                <a:lnTo>
                  <a:pt x="9398" y="731520"/>
                </a:lnTo>
                <a:lnTo>
                  <a:pt x="995679" y="1247648"/>
                </a:lnTo>
                <a:lnTo>
                  <a:pt x="13376" y="1394840"/>
                </a:lnTo>
                <a:lnTo>
                  <a:pt x="12953" y="1394840"/>
                </a:lnTo>
                <a:lnTo>
                  <a:pt x="11175" y="1395095"/>
                </a:lnTo>
                <a:lnTo>
                  <a:pt x="11938" y="1400428"/>
                </a:lnTo>
                <a:lnTo>
                  <a:pt x="10922" y="1405636"/>
                </a:lnTo>
                <a:lnTo>
                  <a:pt x="12700" y="1406016"/>
                </a:lnTo>
                <a:lnTo>
                  <a:pt x="12826" y="1406398"/>
                </a:lnTo>
                <a:lnTo>
                  <a:pt x="14944" y="1406398"/>
                </a:lnTo>
                <a:lnTo>
                  <a:pt x="1877822" y="1734693"/>
                </a:lnTo>
                <a:lnTo>
                  <a:pt x="1878711" y="1737360"/>
                </a:lnTo>
                <a:lnTo>
                  <a:pt x="1876740" y="1741170"/>
                </a:lnTo>
                <a:lnTo>
                  <a:pt x="1880108" y="1741170"/>
                </a:lnTo>
                <a:lnTo>
                  <a:pt x="1882648" y="1748536"/>
                </a:lnTo>
                <a:lnTo>
                  <a:pt x="1880235" y="1762506"/>
                </a:lnTo>
                <a:lnTo>
                  <a:pt x="32003" y="2408936"/>
                </a:lnTo>
                <a:lnTo>
                  <a:pt x="35814" y="2419604"/>
                </a:lnTo>
                <a:lnTo>
                  <a:pt x="1890522" y="1771015"/>
                </a:lnTo>
                <a:lnTo>
                  <a:pt x="1926100" y="1771015"/>
                </a:lnTo>
                <a:lnTo>
                  <a:pt x="1940178" y="1756537"/>
                </a:lnTo>
                <a:lnTo>
                  <a:pt x="1953260" y="1742948"/>
                </a:lnTo>
                <a:lnTo>
                  <a:pt x="1951101" y="1742694"/>
                </a:lnTo>
                <a:lnTo>
                  <a:pt x="1953133" y="1742694"/>
                </a:lnTo>
                <a:lnTo>
                  <a:pt x="1953006" y="1742186"/>
                </a:lnTo>
                <a:lnTo>
                  <a:pt x="1953418" y="1742186"/>
                </a:lnTo>
                <a:lnTo>
                  <a:pt x="1952625" y="1741551"/>
                </a:lnTo>
                <a:lnTo>
                  <a:pt x="1945746" y="1724152"/>
                </a:lnTo>
                <a:lnTo>
                  <a:pt x="1884552" y="1724152"/>
                </a:lnTo>
                <a:lnTo>
                  <a:pt x="49784" y="1400937"/>
                </a:lnTo>
                <a:lnTo>
                  <a:pt x="90470" y="1394840"/>
                </a:lnTo>
                <a:lnTo>
                  <a:pt x="14795" y="1394840"/>
                </a:lnTo>
                <a:lnTo>
                  <a:pt x="13081" y="1394460"/>
                </a:lnTo>
                <a:lnTo>
                  <a:pt x="93013" y="1394460"/>
                </a:lnTo>
                <a:lnTo>
                  <a:pt x="1012698" y="1256664"/>
                </a:lnTo>
                <a:lnTo>
                  <a:pt x="1037329" y="1256664"/>
                </a:lnTo>
                <a:lnTo>
                  <a:pt x="1031748" y="1253744"/>
                </a:lnTo>
                <a:lnTo>
                  <a:pt x="1091103" y="1244853"/>
                </a:lnTo>
                <a:lnTo>
                  <a:pt x="1014729" y="1244853"/>
                </a:lnTo>
                <a:lnTo>
                  <a:pt x="49657" y="739775"/>
                </a:lnTo>
                <a:lnTo>
                  <a:pt x="108597" y="739775"/>
                </a:lnTo>
                <a:lnTo>
                  <a:pt x="13081" y="720851"/>
                </a:lnTo>
                <a:close/>
              </a:path>
              <a:path w="1953895" h="2419985">
                <a:moveTo>
                  <a:pt x="1926100" y="1771015"/>
                </a:moveTo>
                <a:lnTo>
                  <a:pt x="1890522" y="1771015"/>
                </a:lnTo>
                <a:lnTo>
                  <a:pt x="1899920" y="1797939"/>
                </a:lnTo>
                <a:lnTo>
                  <a:pt x="1926100" y="1771015"/>
                </a:lnTo>
                <a:close/>
              </a:path>
              <a:path w="1953895" h="2419985">
                <a:moveTo>
                  <a:pt x="1886712" y="1701165"/>
                </a:moveTo>
                <a:lnTo>
                  <a:pt x="1886712" y="1714119"/>
                </a:lnTo>
                <a:lnTo>
                  <a:pt x="1879092" y="1722628"/>
                </a:lnTo>
                <a:lnTo>
                  <a:pt x="1884552" y="1724152"/>
                </a:lnTo>
                <a:lnTo>
                  <a:pt x="1945746" y="1724152"/>
                </a:lnTo>
                <a:lnTo>
                  <a:pt x="1939671" y="1708785"/>
                </a:lnTo>
                <a:lnTo>
                  <a:pt x="1937479" y="1703324"/>
                </a:lnTo>
                <a:lnTo>
                  <a:pt x="1890649" y="1703324"/>
                </a:lnTo>
                <a:lnTo>
                  <a:pt x="1886712" y="1701165"/>
                </a:lnTo>
                <a:close/>
              </a:path>
              <a:path w="1953895" h="2419985">
                <a:moveTo>
                  <a:pt x="1037329" y="1256664"/>
                </a:moveTo>
                <a:lnTo>
                  <a:pt x="1012698" y="1256664"/>
                </a:lnTo>
                <a:lnTo>
                  <a:pt x="1886712" y="1714119"/>
                </a:lnTo>
                <a:lnTo>
                  <a:pt x="1886712" y="1701165"/>
                </a:lnTo>
                <a:lnTo>
                  <a:pt x="1037329" y="1256664"/>
                </a:lnTo>
                <a:close/>
              </a:path>
              <a:path w="1953895" h="2419985">
                <a:moveTo>
                  <a:pt x="1897634" y="1685544"/>
                </a:moveTo>
                <a:lnTo>
                  <a:pt x="1897634" y="1700784"/>
                </a:lnTo>
                <a:lnTo>
                  <a:pt x="1891072" y="1700784"/>
                </a:lnTo>
                <a:lnTo>
                  <a:pt x="1890649" y="1703324"/>
                </a:lnTo>
                <a:lnTo>
                  <a:pt x="1937479" y="1703324"/>
                </a:lnTo>
                <a:lnTo>
                  <a:pt x="1936459" y="1700784"/>
                </a:lnTo>
                <a:lnTo>
                  <a:pt x="1897634" y="1700784"/>
                </a:lnTo>
                <a:lnTo>
                  <a:pt x="1891792" y="1696466"/>
                </a:lnTo>
                <a:lnTo>
                  <a:pt x="1934726" y="1696466"/>
                </a:lnTo>
                <a:lnTo>
                  <a:pt x="1932330" y="1690497"/>
                </a:lnTo>
                <a:lnTo>
                  <a:pt x="1903222" y="1690497"/>
                </a:lnTo>
                <a:lnTo>
                  <a:pt x="1897634" y="1685544"/>
                </a:lnTo>
                <a:close/>
              </a:path>
              <a:path w="1953895" h="2419985">
                <a:moveTo>
                  <a:pt x="1360813" y="1207008"/>
                </a:moveTo>
                <a:lnTo>
                  <a:pt x="1343787" y="1207008"/>
                </a:lnTo>
                <a:lnTo>
                  <a:pt x="1897634" y="1700784"/>
                </a:lnTo>
                <a:lnTo>
                  <a:pt x="1897634" y="1685544"/>
                </a:lnTo>
                <a:lnTo>
                  <a:pt x="1360813" y="1207008"/>
                </a:lnTo>
                <a:close/>
              </a:path>
              <a:path w="1953895" h="2419985">
                <a:moveTo>
                  <a:pt x="1908556" y="1680337"/>
                </a:moveTo>
                <a:lnTo>
                  <a:pt x="1903222" y="1690497"/>
                </a:lnTo>
                <a:lnTo>
                  <a:pt x="1932330" y="1690497"/>
                </a:lnTo>
                <a:lnTo>
                  <a:pt x="1930342" y="1685544"/>
                </a:lnTo>
                <a:lnTo>
                  <a:pt x="1912239" y="1685544"/>
                </a:lnTo>
                <a:lnTo>
                  <a:pt x="1908556" y="1680337"/>
                </a:lnTo>
                <a:close/>
              </a:path>
              <a:path w="1953895" h="2419985">
                <a:moveTo>
                  <a:pt x="1924685" y="1671447"/>
                </a:moveTo>
                <a:lnTo>
                  <a:pt x="1912239" y="1685544"/>
                </a:lnTo>
                <a:lnTo>
                  <a:pt x="1930342" y="1685544"/>
                </a:lnTo>
                <a:lnTo>
                  <a:pt x="1924685" y="1671447"/>
                </a:lnTo>
                <a:close/>
              </a:path>
              <a:path w="1953895" h="2419985">
                <a:moveTo>
                  <a:pt x="1332738" y="1181989"/>
                </a:moveTo>
                <a:lnTo>
                  <a:pt x="1332738" y="1197228"/>
                </a:lnTo>
                <a:lnTo>
                  <a:pt x="1014729" y="1244853"/>
                </a:lnTo>
                <a:lnTo>
                  <a:pt x="1091103" y="1244853"/>
                </a:lnTo>
                <a:lnTo>
                  <a:pt x="1343787" y="1207008"/>
                </a:lnTo>
                <a:lnTo>
                  <a:pt x="1360813" y="1207008"/>
                </a:lnTo>
                <a:lnTo>
                  <a:pt x="1358392" y="1204849"/>
                </a:lnTo>
                <a:lnTo>
                  <a:pt x="1423644" y="1195070"/>
                </a:lnTo>
                <a:lnTo>
                  <a:pt x="1347343" y="1195070"/>
                </a:lnTo>
                <a:lnTo>
                  <a:pt x="1332738" y="1181989"/>
                </a:lnTo>
                <a:close/>
              </a:path>
              <a:path w="1953895" h="2419985">
                <a:moveTo>
                  <a:pt x="108597" y="739775"/>
                </a:moveTo>
                <a:lnTo>
                  <a:pt x="49657" y="739775"/>
                </a:lnTo>
                <a:lnTo>
                  <a:pt x="1039622" y="935863"/>
                </a:lnTo>
                <a:lnTo>
                  <a:pt x="1332738" y="1197228"/>
                </a:lnTo>
                <a:lnTo>
                  <a:pt x="1332738" y="1181989"/>
                </a:lnTo>
                <a:lnTo>
                  <a:pt x="1061466" y="940181"/>
                </a:lnTo>
                <a:lnTo>
                  <a:pt x="1120312" y="940181"/>
                </a:lnTo>
                <a:lnTo>
                  <a:pt x="1044701" y="925195"/>
                </a:lnTo>
                <a:lnTo>
                  <a:pt x="1039857" y="920876"/>
                </a:lnTo>
                <a:lnTo>
                  <a:pt x="1022731" y="920876"/>
                </a:lnTo>
                <a:lnTo>
                  <a:pt x="108597" y="739775"/>
                </a:lnTo>
                <a:close/>
              </a:path>
              <a:path w="1953895" h="2419985">
                <a:moveTo>
                  <a:pt x="1879853" y="1087882"/>
                </a:moveTo>
                <a:lnTo>
                  <a:pt x="1879853" y="1108710"/>
                </a:lnTo>
                <a:lnTo>
                  <a:pt x="1878457" y="1115440"/>
                </a:lnTo>
                <a:lnTo>
                  <a:pt x="1347343" y="1195070"/>
                </a:lnTo>
                <a:lnTo>
                  <a:pt x="1423644" y="1195070"/>
                </a:lnTo>
                <a:lnTo>
                  <a:pt x="1876171" y="1127252"/>
                </a:lnTo>
                <a:lnTo>
                  <a:pt x="1925707" y="1127252"/>
                </a:lnTo>
                <a:lnTo>
                  <a:pt x="1945386" y="1113409"/>
                </a:lnTo>
                <a:lnTo>
                  <a:pt x="1949450" y="1110614"/>
                </a:lnTo>
                <a:lnTo>
                  <a:pt x="1948815" y="1110361"/>
                </a:lnTo>
                <a:lnTo>
                  <a:pt x="1949627" y="1110361"/>
                </a:lnTo>
                <a:lnTo>
                  <a:pt x="1948561" y="1109599"/>
                </a:lnTo>
                <a:lnTo>
                  <a:pt x="1934675" y="1088771"/>
                </a:lnTo>
                <a:lnTo>
                  <a:pt x="1882521" y="1088771"/>
                </a:lnTo>
                <a:lnTo>
                  <a:pt x="1879853" y="1087882"/>
                </a:lnTo>
                <a:close/>
              </a:path>
              <a:path w="1953895" h="2419985">
                <a:moveTo>
                  <a:pt x="1923721" y="1128649"/>
                </a:moveTo>
                <a:lnTo>
                  <a:pt x="1882775" y="1128649"/>
                </a:lnTo>
                <a:lnTo>
                  <a:pt x="1886712" y="1154684"/>
                </a:lnTo>
                <a:lnTo>
                  <a:pt x="1923721" y="1128649"/>
                </a:lnTo>
                <a:close/>
              </a:path>
              <a:path w="1953895" h="2419985">
                <a:moveTo>
                  <a:pt x="1925707" y="1127252"/>
                </a:moveTo>
                <a:lnTo>
                  <a:pt x="1876171" y="1127252"/>
                </a:lnTo>
                <a:lnTo>
                  <a:pt x="1875536" y="1130553"/>
                </a:lnTo>
                <a:lnTo>
                  <a:pt x="1882775" y="1128649"/>
                </a:lnTo>
                <a:lnTo>
                  <a:pt x="1923721" y="1128649"/>
                </a:lnTo>
                <a:lnTo>
                  <a:pt x="1925707" y="1127252"/>
                </a:lnTo>
                <a:close/>
              </a:path>
              <a:path w="1953895" h="2419985">
                <a:moveTo>
                  <a:pt x="1120312" y="940181"/>
                </a:moveTo>
                <a:lnTo>
                  <a:pt x="1061466" y="940181"/>
                </a:lnTo>
                <a:lnTo>
                  <a:pt x="1875282" y="1101471"/>
                </a:lnTo>
                <a:lnTo>
                  <a:pt x="1872488" y="1106424"/>
                </a:lnTo>
                <a:lnTo>
                  <a:pt x="1879473" y="1106805"/>
                </a:lnTo>
                <a:lnTo>
                  <a:pt x="1879853" y="1108710"/>
                </a:lnTo>
                <a:lnTo>
                  <a:pt x="1879853" y="1090168"/>
                </a:lnTo>
                <a:lnTo>
                  <a:pt x="1877060" y="1090168"/>
                </a:lnTo>
                <a:lnTo>
                  <a:pt x="1120312" y="940181"/>
                </a:lnTo>
                <a:close/>
              </a:path>
              <a:path w="1953895" h="2419985">
                <a:moveTo>
                  <a:pt x="1876552" y="1086865"/>
                </a:moveTo>
                <a:lnTo>
                  <a:pt x="1877060" y="1090168"/>
                </a:lnTo>
                <a:lnTo>
                  <a:pt x="1879853" y="1090168"/>
                </a:lnTo>
                <a:lnTo>
                  <a:pt x="1879853" y="1087882"/>
                </a:lnTo>
                <a:lnTo>
                  <a:pt x="1876552" y="1086865"/>
                </a:lnTo>
                <a:close/>
              </a:path>
              <a:path w="1953895" h="2419985">
                <a:moveTo>
                  <a:pt x="1885522" y="1067689"/>
                </a:moveTo>
                <a:lnTo>
                  <a:pt x="1885315" y="1067689"/>
                </a:lnTo>
                <a:lnTo>
                  <a:pt x="1885315" y="1080770"/>
                </a:lnTo>
                <a:lnTo>
                  <a:pt x="1884426" y="1085596"/>
                </a:lnTo>
                <a:lnTo>
                  <a:pt x="1882521" y="1088771"/>
                </a:lnTo>
                <a:lnTo>
                  <a:pt x="1934675" y="1088771"/>
                </a:lnTo>
                <a:lnTo>
                  <a:pt x="1921410" y="1068959"/>
                </a:lnTo>
                <a:lnTo>
                  <a:pt x="1887601" y="1068959"/>
                </a:lnTo>
                <a:lnTo>
                  <a:pt x="1885522" y="1067689"/>
                </a:lnTo>
                <a:close/>
              </a:path>
              <a:path w="1953895" h="2419985">
                <a:moveTo>
                  <a:pt x="70523" y="36322"/>
                </a:moveTo>
                <a:lnTo>
                  <a:pt x="47498" y="36322"/>
                </a:lnTo>
                <a:lnTo>
                  <a:pt x="1885315" y="1080770"/>
                </a:lnTo>
                <a:lnTo>
                  <a:pt x="1885315" y="1067689"/>
                </a:lnTo>
                <a:lnTo>
                  <a:pt x="1885538" y="1067689"/>
                </a:lnTo>
                <a:lnTo>
                  <a:pt x="70523" y="36322"/>
                </a:lnTo>
                <a:close/>
              </a:path>
              <a:path w="1953895" h="2419985">
                <a:moveTo>
                  <a:pt x="1888744" y="1063244"/>
                </a:moveTo>
                <a:lnTo>
                  <a:pt x="1887601" y="1068959"/>
                </a:lnTo>
                <a:lnTo>
                  <a:pt x="1921410" y="1068959"/>
                </a:lnTo>
                <a:lnTo>
                  <a:pt x="1920559" y="1067689"/>
                </a:lnTo>
                <a:lnTo>
                  <a:pt x="1894459" y="1067689"/>
                </a:lnTo>
                <a:lnTo>
                  <a:pt x="1888744" y="1063244"/>
                </a:lnTo>
                <a:close/>
              </a:path>
              <a:path w="1953895" h="2419985">
                <a:moveTo>
                  <a:pt x="1906524" y="1046734"/>
                </a:moveTo>
                <a:lnTo>
                  <a:pt x="1894459" y="1067689"/>
                </a:lnTo>
                <a:lnTo>
                  <a:pt x="1920559" y="1067689"/>
                </a:lnTo>
                <a:lnTo>
                  <a:pt x="1906524" y="1046734"/>
                </a:lnTo>
                <a:close/>
              </a:path>
              <a:path w="1953895" h="2419985">
                <a:moveTo>
                  <a:pt x="6603" y="0"/>
                </a:moveTo>
                <a:lnTo>
                  <a:pt x="3810" y="4952"/>
                </a:lnTo>
                <a:lnTo>
                  <a:pt x="0" y="9144"/>
                </a:lnTo>
                <a:lnTo>
                  <a:pt x="1022731" y="920876"/>
                </a:lnTo>
                <a:lnTo>
                  <a:pt x="1039857" y="920876"/>
                </a:lnTo>
                <a:lnTo>
                  <a:pt x="47498" y="36322"/>
                </a:lnTo>
                <a:lnTo>
                  <a:pt x="70523" y="36322"/>
                </a:lnTo>
                <a:lnTo>
                  <a:pt x="6603" y="0"/>
                </a:lnTo>
                <a:close/>
              </a:path>
            </a:pathLst>
          </a:custGeom>
          <a:solidFill>
            <a:srgbClr val="006E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82696" y="1476755"/>
            <a:ext cx="417830" cy="68580"/>
          </a:xfrm>
          <a:custGeom>
            <a:avLst/>
            <a:gdLst/>
            <a:ahLst/>
            <a:cxnLst/>
            <a:rect l="l" t="t" r="r" b="b"/>
            <a:pathLst>
              <a:path w="417829" h="68580">
                <a:moveTo>
                  <a:pt x="417322" y="35179"/>
                </a:moveTo>
                <a:lnTo>
                  <a:pt x="349250" y="0"/>
                </a:lnTo>
                <a:lnTo>
                  <a:pt x="348869" y="28575"/>
                </a:lnTo>
                <a:lnTo>
                  <a:pt x="254" y="23495"/>
                </a:lnTo>
                <a:lnTo>
                  <a:pt x="0" y="34925"/>
                </a:lnTo>
                <a:lnTo>
                  <a:pt x="348742" y="40005"/>
                </a:lnTo>
                <a:lnTo>
                  <a:pt x="360172" y="40132"/>
                </a:lnTo>
                <a:lnTo>
                  <a:pt x="348729" y="40132"/>
                </a:lnTo>
                <a:lnTo>
                  <a:pt x="348361" y="68580"/>
                </a:lnTo>
                <a:lnTo>
                  <a:pt x="417322" y="35179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58311" y="2164079"/>
            <a:ext cx="441959" cy="68580"/>
          </a:xfrm>
          <a:custGeom>
            <a:avLst/>
            <a:gdLst/>
            <a:ahLst/>
            <a:cxnLst/>
            <a:rect l="l" t="t" r="r" b="b"/>
            <a:pathLst>
              <a:path w="441960" h="68580">
                <a:moveTo>
                  <a:pt x="441452" y="34290"/>
                </a:moveTo>
                <a:lnTo>
                  <a:pt x="430022" y="28575"/>
                </a:lnTo>
                <a:lnTo>
                  <a:pt x="372872" y="0"/>
                </a:lnTo>
                <a:lnTo>
                  <a:pt x="372872" y="28587"/>
                </a:lnTo>
                <a:lnTo>
                  <a:pt x="0" y="28587"/>
                </a:lnTo>
                <a:lnTo>
                  <a:pt x="0" y="40005"/>
                </a:lnTo>
                <a:lnTo>
                  <a:pt x="372872" y="40005"/>
                </a:lnTo>
                <a:lnTo>
                  <a:pt x="372872" y="68580"/>
                </a:lnTo>
                <a:lnTo>
                  <a:pt x="430022" y="40005"/>
                </a:lnTo>
                <a:lnTo>
                  <a:pt x="441452" y="3429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82696" y="2796539"/>
            <a:ext cx="423545" cy="69215"/>
          </a:xfrm>
          <a:custGeom>
            <a:avLst/>
            <a:gdLst/>
            <a:ahLst/>
            <a:cxnLst/>
            <a:rect l="l" t="t" r="r" b="b"/>
            <a:pathLst>
              <a:path w="423545" h="69214">
                <a:moveTo>
                  <a:pt x="354939" y="28587"/>
                </a:moveTo>
                <a:lnTo>
                  <a:pt x="0" y="28587"/>
                </a:lnTo>
                <a:lnTo>
                  <a:pt x="0" y="40005"/>
                </a:lnTo>
                <a:lnTo>
                  <a:pt x="354939" y="40005"/>
                </a:lnTo>
                <a:lnTo>
                  <a:pt x="354939" y="28587"/>
                </a:lnTo>
                <a:close/>
              </a:path>
              <a:path w="423545" h="69214">
                <a:moveTo>
                  <a:pt x="423545" y="34290"/>
                </a:moveTo>
                <a:lnTo>
                  <a:pt x="412115" y="28575"/>
                </a:lnTo>
                <a:lnTo>
                  <a:pt x="354965" y="0"/>
                </a:lnTo>
                <a:lnTo>
                  <a:pt x="354965" y="68592"/>
                </a:lnTo>
                <a:lnTo>
                  <a:pt x="412115" y="40005"/>
                </a:lnTo>
                <a:lnTo>
                  <a:pt x="423545" y="3429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54668" y="2429255"/>
            <a:ext cx="356870" cy="68580"/>
          </a:xfrm>
          <a:custGeom>
            <a:avLst/>
            <a:gdLst/>
            <a:ahLst/>
            <a:cxnLst/>
            <a:rect l="l" t="t" r="r" b="b"/>
            <a:pathLst>
              <a:path w="356870" h="68580">
                <a:moveTo>
                  <a:pt x="288251" y="28587"/>
                </a:moveTo>
                <a:lnTo>
                  <a:pt x="0" y="28587"/>
                </a:lnTo>
                <a:lnTo>
                  <a:pt x="0" y="40005"/>
                </a:lnTo>
                <a:lnTo>
                  <a:pt x="288251" y="40005"/>
                </a:lnTo>
                <a:lnTo>
                  <a:pt x="288251" y="28587"/>
                </a:lnTo>
                <a:close/>
              </a:path>
              <a:path w="356870" h="68580">
                <a:moveTo>
                  <a:pt x="356616" y="34290"/>
                </a:moveTo>
                <a:lnTo>
                  <a:pt x="345186" y="28575"/>
                </a:lnTo>
                <a:lnTo>
                  <a:pt x="288290" y="0"/>
                </a:lnTo>
                <a:lnTo>
                  <a:pt x="288290" y="68580"/>
                </a:lnTo>
                <a:lnTo>
                  <a:pt x="345186" y="40005"/>
                </a:lnTo>
                <a:lnTo>
                  <a:pt x="356616" y="3429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8793733" y="2876042"/>
            <a:ext cx="729615" cy="443230"/>
            <a:chOff x="8793733" y="2876042"/>
            <a:chExt cx="729615" cy="443230"/>
          </a:xfrm>
        </p:grpSpPr>
        <p:sp>
          <p:nvSpPr>
            <p:cNvPr id="12" name="object 12"/>
            <p:cNvSpPr/>
            <p:nvPr/>
          </p:nvSpPr>
          <p:spPr>
            <a:xfrm>
              <a:off x="9159240" y="3061715"/>
              <a:ext cx="364490" cy="68580"/>
            </a:xfrm>
            <a:custGeom>
              <a:avLst/>
              <a:gdLst/>
              <a:ahLst/>
              <a:cxnLst/>
              <a:rect l="l" t="t" r="r" b="b"/>
              <a:pathLst>
                <a:path w="364490" h="68580">
                  <a:moveTo>
                    <a:pt x="295389" y="28587"/>
                  </a:moveTo>
                  <a:lnTo>
                    <a:pt x="0" y="28587"/>
                  </a:lnTo>
                  <a:lnTo>
                    <a:pt x="0" y="40005"/>
                  </a:lnTo>
                  <a:lnTo>
                    <a:pt x="295389" y="40005"/>
                  </a:lnTo>
                  <a:lnTo>
                    <a:pt x="295389" y="28587"/>
                  </a:lnTo>
                  <a:close/>
                </a:path>
                <a:path w="364490" h="68580">
                  <a:moveTo>
                    <a:pt x="363982" y="34290"/>
                  </a:moveTo>
                  <a:lnTo>
                    <a:pt x="352552" y="28575"/>
                  </a:lnTo>
                  <a:lnTo>
                    <a:pt x="295402" y="0"/>
                  </a:lnTo>
                  <a:lnTo>
                    <a:pt x="295402" y="68580"/>
                  </a:lnTo>
                  <a:lnTo>
                    <a:pt x="352552" y="40005"/>
                  </a:lnTo>
                  <a:lnTo>
                    <a:pt x="363982" y="3429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806433" y="2888742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59" h="417829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8"/>
                  </a:lnTo>
                  <a:lnTo>
                    <a:pt x="36702" y="92075"/>
                  </a:lnTo>
                  <a:lnTo>
                    <a:pt x="62865" y="61087"/>
                  </a:lnTo>
                  <a:lnTo>
                    <a:pt x="94615" y="35687"/>
                  </a:lnTo>
                  <a:lnTo>
                    <a:pt x="131064" y="16383"/>
                  </a:lnTo>
                  <a:lnTo>
                    <a:pt x="171450" y="4191"/>
                  </a:lnTo>
                  <a:lnTo>
                    <a:pt x="214630" y="0"/>
                  </a:lnTo>
                  <a:lnTo>
                    <a:pt x="257937" y="4191"/>
                  </a:lnTo>
                  <a:lnTo>
                    <a:pt x="298196" y="16383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4" y="92075"/>
                  </a:lnTo>
                  <a:lnTo>
                    <a:pt x="412496" y="127508"/>
                  </a:lnTo>
                  <a:lnTo>
                    <a:pt x="424942" y="166624"/>
                  </a:lnTo>
                  <a:lnTo>
                    <a:pt x="429260" y="208661"/>
                  </a:lnTo>
                  <a:lnTo>
                    <a:pt x="424942" y="250698"/>
                  </a:lnTo>
                  <a:lnTo>
                    <a:pt x="412496" y="289941"/>
                  </a:lnTo>
                  <a:lnTo>
                    <a:pt x="392684" y="325374"/>
                  </a:lnTo>
                  <a:lnTo>
                    <a:pt x="366395" y="356235"/>
                  </a:lnTo>
                  <a:lnTo>
                    <a:pt x="334645" y="381635"/>
                  </a:lnTo>
                  <a:lnTo>
                    <a:pt x="298196" y="400939"/>
                  </a:lnTo>
                  <a:lnTo>
                    <a:pt x="257937" y="413131"/>
                  </a:lnTo>
                  <a:lnTo>
                    <a:pt x="214630" y="417322"/>
                  </a:lnTo>
                  <a:lnTo>
                    <a:pt x="171450" y="413131"/>
                  </a:lnTo>
                  <a:lnTo>
                    <a:pt x="131064" y="400939"/>
                  </a:lnTo>
                  <a:lnTo>
                    <a:pt x="94615" y="381635"/>
                  </a:lnTo>
                  <a:lnTo>
                    <a:pt x="62865" y="356235"/>
                  </a:lnTo>
                  <a:lnTo>
                    <a:pt x="36702" y="325374"/>
                  </a:lnTo>
                  <a:lnTo>
                    <a:pt x="16891" y="289941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91" y="1583436"/>
            <a:ext cx="1531620" cy="117957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24890" y="2717673"/>
            <a:ext cx="1045844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265932" y="2196083"/>
            <a:ext cx="2570480" cy="2375535"/>
            <a:chOff x="3265932" y="2196083"/>
            <a:chExt cx="2570480" cy="2375535"/>
          </a:xfrm>
        </p:grpSpPr>
        <p:sp>
          <p:nvSpPr>
            <p:cNvPr id="17" name="object 17"/>
            <p:cNvSpPr/>
            <p:nvPr/>
          </p:nvSpPr>
          <p:spPr>
            <a:xfrm>
              <a:off x="3713226" y="3786377"/>
              <a:ext cx="2110740" cy="772160"/>
            </a:xfrm>
            <a:custGeom>
              <a:avLst/>
              <a:gdLst/>
              <a:ahLst/>
              <a:cxnLst/>
              <a:rect l="l" t="t" r="r" b="b"/>
              <a:pathLst>
                <a:path w="2110740" h="772160">
                  <a:moveTo>
                    <a:pt x="0" y="208534"/>
                  </a:moveTo>
                  <a:lnTo>
                    <a:pt x="4318" y="166497"/>
                  </a:lnTo>
                  <a:lnTo>
                    <a:pt x="16890" y="127381"/>
                  </a:lnTo>
                  <a:lnTo>
                    <a:pt x="36702" y="91948"/>
                  </a:lnTo>
                  <a:lnTo>
                    <a:pt x="62864" y="61087"/>
                  </a:lnTo>
                  <a:lnTo>
                    <a:pt x="94614" y="35560"/>
                  </a:lnTo>
                  <a:lnTo>
                    <a:pt x="131063" y="16383"/>
                  </a:lnTo>
                  <a:lnTo>
                    <a:pt x="171323" y="4191"/>
                  </a:lnTo>
                  <a:lnTo>
                    <a:pt x="214629" y="0"/>
                  </a:lnTo>
                  <a:lnTo>
                    <a:pt x="257810" y="4191"/>
                  </a:lnTo>
                  <a:lnTo>
                    <a:pt x="298196" y="16383"/>
                  </a:lnTo>
                  <a:lnTo>
                    <a:pt x="334645" y="35560"/>
                  </a:lnTo>
                  <a:lnTo>
                    <a:pt x="366395" y="61087"/>
                  </a:lnTo>
                  <a:lnTo>
                    <a:pt x="392557" y="91948"/>
                  </a:lnTo>
                  <a:lnTo>
                    <a:pt x="412369" y="127381"/>
                  </a:lnTo>
                  <a:lnTo>
                    <a:pt x="424814" y="166497"/>
                  </a:lnTo>
                  <a:lnTo>
                    <a:pt x="429260" y="208534"/>
                  </a:lnTo>
                  <a:lnTo>
                    <a:pt x="424814" y="250444"/>
                  </a:lnTo>
                  <a:lnTo>
                    <a:pt x="412369" y="289560"/>
                  </a:lnTo>
                  <a:lnTo>
                    <a:pt x="392557" y="324993"/>
                  </a:lnTo>
                  <a:lnTo>
                    <a:pt x="366395" y="355854"/>
                  </a:lnTo>
                  <a:lnTo>
                    <a:pt x="334645" y="381381"/>
                  </a:lnTo>
                  <a:lnTo>
                    <a:pt x="298196" y="400558"/>
                  </a:lnTo>
                  <a:lnTo>
                    <a:pt x="257810" y="412750"/>
                  </a:lnTo>
                  <a:lnTo>
                    <a:pt x="214629" y="416941"/>
                  </a:lnTo>
                  <a:lnTo>
                    <a:pt x="171323" y="412750"/>
                  </a:lnTo>
                  <a:lnTo>
                    <a:pt x="131063" y="400558"/>
                  </a:lnTo>
                  <a:lnTo>
                    <a:pt x="94614" y="381381"/>
                  </a:lnTo>
                  <a:lnTo>
                    <a:pt x="62864" y="355854"/>
                  </a:lnTo>
                  <a:lnTo>
                    <a:pt x="36702" y="324993"/>
                  </a:lnTo>
                  <a:lnTo>
                    <a:pt x="16890" y="289560"/>
                  </a:lnTo>
                  <a:lnTo>
                    <a:pt x="4318" y="250444"/>
                  </a:lnTo>
                  <a:lnTo>
                    <a:pt x="0" y="208534"/>
                  </a:lnTo>
                  <a:close/>
                </a:path>
                <a:path w="2110740" h="772160">
                  <a:moveTo>
                    <a:pt x="1681226" y="563753"/>
                  </a:moveTo>
                  <a:lnTo>
                    <a:pt x="1685671" y="521716"/>
                  </a:lnTo>
                  <a:lnTo>
                    <a:pt x="1698116" y="482600"/>
                  </a:lnTo>
                  <a:lnTo>
                    <a:pt x="1717928" y="447167"/>
                  </a:lnTo>
                  <a:lnTo>
                    <a:pt x="1744090" y="416306"/>
                  </a:lnTo>
                  <a:lnTo>
                    <a:pt x="1775968" y="390906"/>
                  </a:lnTo>
                  <a:lnTo>
                    <a:pt x="1812416" y="371602"/>
                  </a:lnTo>
                  <a:lnTo>
                    <a:pt x="1852676" y="359537"/>
                  </a:lnTo>
                  <a:lnTo>
                    <a:pt x="1895856" y="355219"/>
                  </a:lnTo>
                  <a:lnTo>
                    <a:pt x="1939163" y="359537"/>
                  </a:lnTo>
                  <a:lnTo>
                    <a:pt x="1979422" y="371602"/>
                  </a:lnTo>
                  <a:lnTo>
                    <a:pt x="2015871" y="390906"/>
                  </a:lnTo>
                  <a:lnTo>
                    <a:pt x="2047621" y="416306"/>
                  </a:lnTo>
                  <a:lnTo>
                    <a:pt x="2073910" y="447167"/>
                  </a:lnTo>
                  <a:lnTo>
                    <a:pt x="2093595" y="482600"/>
                  </a:lnTo>
                  <a:lnTo>
                    <a:pt x="2106168" y="521716"/>
                  </a:lnTo>
                  <a:lnTo>
                    <a:pt x="2110486" y="563753"/>
                  </a:lnTo>
                  <a:lnTo>
                    <a:pt x="2106168" y="605790"/>
                  </a:lnTo>
                  <a:lnTo>
                    <a:pt x="2093595" y="644906"/>
                  </a:lnTo>
                  <a:lnTo>
                    <a:pt x="2073910" y="680212"/>
                  </a:lnTo>
                  <a:lnTo>
                    <a:pt x="2047621" y="711073"/>
                  </a:lnTo>
                  <a:lnTo>
                    <a:pt x="2015871" y="736600"/>
                  </a:lnTo>
                  <a:lnTo>
                    <a:pt x="1979422" y="755777"/>
                  </a:lnTo>
                  <a:lnTo>
                    <a:pt x="1939163" y="767969"/>
                  </a:lnTo>
                  <a:lnTo>
                    <a:pt x="1895856" y="772160"/>
                  </a:lnTo>
                  <a:lnTo>
                    <a:pt x="1852676" y="767969"/>
                  </a:lnTo>
                  <a:lnTo>
                    <a:pt x="1812416" y="755777"/>
                  </a:lnTo>
                  <a:lnTo>
                    <a:pt x="1775968" y="736600"/>
                  </a:lnTo>
                  <a:lnTo>
                    <a:pt x="1744090" y="711073"/>
                  </a:lnTo>
                  <a:lnTo>
                    <a:pt x="1717928" y="680212"/>
                  </a:lnTo>
                  <a:lnTo>
                    <a:pt x="1698116" y="644906"/>
                  </a:lnTo>
                  <a:lnTo>
                    <a:pt x="1685671" y="605790"/>
                  </a:lnTo>
                  <a:lnTo>
                    <a:pt x="1681226" y="56375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65932" y="2196083"/>
              <a:ext cx="2127250" cy="2152015"/>
            </a:xfrm>
            <a:custGeom>
              <a:avLst/>
              <a:gdLst/>
              <a:ahLst/>
              <a:cxnLst/>
              <a:rect l="l" t="t" r="r" b="b"/>
              <a:pathLst>
                <a:path w="2127250" h="2152015">
                  <a:moveTo>
                    <a:pt x="423164" y="1791970"/>
                  </a:moveTo>
                  <a:lnTo>
                    <a:pt x="354711" y="1757680"/>
                  </a:lnTo>
                  <a:lnTo>
                    <a:pt x="354711" y="1786255"/>
                  </a:lnTo>
                  <a:lnTo>
                    <a:pt x="0" y="1786255"/>
                  </a:lnTo>
                  <a:lnTo>
                    <a:pt x="0" y="1797685"/>
                  </a:lnTo>
                  <a:lnTo>
                    <a:pt x="354711" y="1797685"/>
                  </a:lnTo>
                  <a:lnTo>
                    <a:pt x="354711" y="1826260"/>
                  </a:lnTo>
                  <a:lnTo>
                    <a:pt x="423164" y="1791970"/>
                  </a:lnTo>
                  <a:close/>
                </a:path>
                <a:path w="2127250" h="2152015">
                  <a:moveTo>
                    <a:pt x="2127123" y="2151253"/>
                  </a:moveTo>
                  <a:lnTo>
                    <a:pt x="2127085" y="2150872"/>
                  </a:lnTo>
                  <a:lnTo>
                    <a:pt x="2126399" y="2140839"/>
                  </a:lnTo>
                  <a:lnTo>
                    <a:pt x="2126107" y="2136394"/>
                  </a:lnTo>
                  <a:lnTo>
                    <a:pt x="2126869" y="2136394"/>
                  </a:lnTo>
                  <a:lnTo>
                    <a:pt x="2126107" y="2135632"/>
                  </a:lnTo>
                  <a:lnTo>
                    <a:pt x="2124443" y="2112010"/>
                  </a:lnTo>
                  <a:lnTo>
                    <a:pt x="2123275" y="2094992"/>
                  </a:lnTo>
                  <a:lnTo>
                    <a:pt x="2122767" y="2087626"/>
                  </a:lnTo>
                  <a:lnTo>
                    <a:pt x="2122360" y="2081657"/>
                  </a:lnTo>
                  <a:lnTo>
                    <a:pt x="2121916" y="2074926"/>
                  </a:lnTo>
                  <a:lnTo>
                    <a:pt x="2110486" y="2081657"/>
                  </a:lnTo>
                  <a:lnTo>
                    <a:pt x="2109343" y="2076831"/>
                  </a:lnTo>
                  <a:lnTo>
                    <a:pt x="2096262" y="2087626"/>
                  </a:lnTo>
                  <a:lnTo>
                    <a:pt x="2087372" y="2072640"/>
                  </a:lnTo>
                  <a:lnTo>
                    <a:pt x="2087372" y="2094992"/>
                  </a:lnTo>
                  <a:lnTo>
                    <a:pt x="2068449" y="2072259"/>
                  </a:lnTo>
                  <a:lnTo>
                    <a:pt x="2068449" y="2090293"/>
                  </a:lnTo>
                  <a:lnTo>
                    <a:pt x="2062861" y="2109597"/>
                  </a:lnTo>
                  <a:lnTo>
                    <a:pt x="2062226" y="2112010"/>
                  </a:lnTo>
                  <a:lnTo>
                    <a:pt x="933831" y="1791843"/>
                  </a:lnTo>
                  <a:lnTo>
                    <a:pt x="904748" y="1783588"/>
                  </a:lnTo>
                  <a:lnTo>
                    <a:pt x="914171" y="1777492"/>
                  </a:lnTo>
                  <a:lnTo>
                    <a:pt x="925753" y="1769999"/>
                  </a:lnTo>
                  <a:lnTo>
                    <a:pt x="1496695" y="1400683"/>
                  </a:lnTo>
                  <a:lnTo>
                    <a:pt x="2068449" y="2090293"/>
                  </a:lnTo>
                  <a:lnTo>
                    <a:pt x="2068449" y="2072259"/>
                  </a:lnTo>
                  <a:lnTo>
                    <a:pt x="1511503" y="1400683"/>
                  </a:lnTo>
                  <a:lnTo>
                    <a:pt x="1506347" y="1394460"/>
                  </a:lnTo>
                  <a:lnTo>
                    <a:pt x="1519897" y="1385697"/>
                  </a:lnTo>
                  <a:lnTo>
                    <a:pt x="1628902" y="1315212"/>
                  </a:lnTo>
                  <a:lnTo>
                    <a:pt x="2087372" y="2094992"/>
                  </a:lnTo>
                  <a:lnTo>
                    <a:pt x="2087372" y="2072640"/>
                  </a:lnTo>
                  <a:lnTo>
                    <a:pt x="1642008" y="1315212"/>
                  </a:lnTo>
                  <a:lnTo>
                    <a:pt x="1638427" y="1309116"/>
                  </a:lnTo>
                  <a:lnTo>
                    <a:pt x="1653730" y="1299210"/>
                  </a:lnTo>
                  <a:lnTo>
                    <a:pt x="2066798" y="1032002"/>
                  </a:lnTo>
                  <a:lnTo>
                    <a:pt x="2082292" y="1056005"/>
                  </a:lnTo>
                  <a:lnTo>
                    <a:pt x="2096401" y="1032002"/>
                  </a:lnTo>
                  <a:lnTo>
                    <a:pt x="2121154" y="989965"/>
                  </a:lnTo>
                  <a:lnTo>
                    <a:pt x="2044954" y="998474"/>
                  </a:lnTo>
                  <a:lnTo>
                    <a:pt x="2060575" y="1022477"/>
                  </a:lnTo>
                  <a:lnTo>
                    <a:pt x="1632585" y="1299210"/>
                  </a:lnTo>
                  <a:lnTo>
                    <a:pt x="1623060" y="1282954"/>
                  </a:lnTo>
                  <a:lnTo>
                    <a:pt x="1623060" y="1305433"/>
                  </a:lnTo>
                  <a:lnTo>
                    <a:pt x="1499108" y="1385697"/>
                  </a:lnTo>
                  <a:lnTo>
                    <a:pt x="1489456" y="1374013"/>
                  </a:lnTo>
                  <a:lnTo>
                    <a:pt x="1489456" y="1391920"/>
                  </a:lnTo>
                  <a:lnTo>
                    <a:pt x="904748" y="1769999"/>
                  </a:lnTo>
                  <a:lnTo>
                    <a:pt x="1363726" y="1240409"/>
                  </a:lnTo>
                  <a:lnTo>
                    <a:pt x="1489456" y="1391920"/>
                  </a:lnTo>
                  <a:lnTo>
                    <a:pt x="1489456" y="1374013"/>
                  </a:lnTo>
                  <a:lnTo>
                    <a:pt x="1378610" y="1240409"/>
                  </a:lnTo>
                  <a:lnTo>
                    <a:pt x="1371346" y="1231646"/>
                  </a:lnTo>
                  <a:lnTo>
                    <a:pt x="1379143" y="1222629"/>
                  </a:lnTo>
                  <a:lnTo>
                    <a:pt x="1495425" y="1088390"/>
                  </a:lnTo>
                  <a:lnTo>
                    <a:pt x="1623060" y="1305433"/>
                  </a:lnTo>
                  <a:lnTo>
                    <a:pt x="1623060" y="1282954"/>
                  </a:lnTo>
                  <a:lnTo>
                    <a:pt x="1508671" y="1088390"/>
                  </a:lnTo>
                  <a:lnTo>
                    <a:pt x="1503299" y="1079246"/>
                  </a:lnTo>
                  <a:lnTo>
                    <a:pt x="1512316" y="1068832"/>
                  </a:lnTo>
                  <a:lnTo>
                    <a:pt x="1981708" y="527304"/>
                  </a:lnTo>
                  <a:lnTo>
                    <a:pt x="2003171" y="545973"/>
                  </a:lnTo>
                  <a:lnTo>
                    <a:pt x="2007933" y="527304"/>
                  </a:lnTo>
                  <a:lnTo>
                    <a:pt x="2012061" y="511175"/>
                  </a:lnTo>
                  <a:lnTo>
                    <a:pt x="2022094" y="471678"/>
                  </a:lnTo>
                  <a:lnTo>
                    <a:pt x="1951482" y="501142"/>
                  </a:lnTo>
                  <a:lnTo>
                    <a:pt x="1972945" y="519811"/>
                  </a:lnTo>
                  <a:lnTo>
                    <a:pt x="1497203" y="1068832"/>
                  </a:lnTo>
                  <a:lnTo>
                    <a:pt x="868680" y="0"/>
                  </a:lnTo>
                  <a:lnTo>
                    <a:pt x="858901" y="5715"/>
                  </a:lnTo>
                  <a:lnTo>
                    <a:pt x="1489329" y="1077976"/>
                  </a:lnTo>
                  <a:lnTo>
                    <a:pt x="1363980" y="1222629"/>
                  </a:lnTo>
                  <a:lnTo>
                    <a:pt x="873633" y="631190"/>
                  </a:lnTo>
                  <a:lnTo>
                    <a:pt x="864870" y="638556"/>
                  </a:lnTo>
                  <a:lnTo>
                    <a:pt x="1356360" y="1231392"/>
                  </a:lnTo>
                  <a:lnTo>
                    <a:pt x="883158" y="1777492"/>
                  </a:lnTo>
                  <a:lnTo>
                    <a:pt x="876427" y="1775587"/>
                  </a:lnTo>
                  <a:lnTo>
                    <a:pt x="873125" y="1786509"/>
                  </a:lnTo>
                  <a:lnTo>
                    <a:pt x="874903" y="1787017"/>
                  </a:lnTo>
                  <a:lnTo>
                    <a:pt x="870458" y="1792224"/>
                  </a:lnTo>
                  <a:lnTo>
                    <a:pt x="874395" y="1795653"/>
                  </a:lnTo>
                  <a:lnTo>
                    <a:pt x="877824" y="1800987"/>
                  </a:lnTo>
                  <a:lnTo>
                    <a:pt x="892048" y="1791843"/>
                  </a:lnTo>
                  <a:lnTo>
                    <a:pt x="2059051" y="2122932"/>
                  </a:lnTo>
                  <a:lnTo>
                    <a:pt x="2051304" y="2150364"/>
                  </a:lnTo>
                  <a:lnTo>
                    <a:pt x="2102358" y="2140839"/>
                  </a:lnTo>
                  <a:lnTo>
                    <a:pt x="2126742" y="2151507"/>
                  </a:lnTo>
                  <a:lnTo>
                    <a:pt x="2126615" y="2150872"/>
                  </a:lnTo>
                  <a:lnTo>
                    <a:pt x="2127123" y="2151253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2911" y="2243327"/>
            <a:ext cx="556259" cy="42976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8340" y="2883407"/>
            <a:ext cx="544068" cy="44043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105911" y="1365326"/>
            <a:ext cx="23495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81273" y="2063241"/>
            <a:ext cx="23495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00704" y="2707894"/>
            <a:ext cx="23495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86100" y="3888740"/>
            <a:ext cx="413384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75" b="1" spc="-15" baseline="11494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50" b="1" spc="-10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746997" y="2298954"/>
            <a:ext cx="429259" cy="417830"/>
          </a:xfrm>
          <a:custGeom>
            <a:avLst/>
            <a:gdLst/>
            <a:ahLst/>
            <a:cxnLst/>
            <a:rect l="l" t="t" r="r" b="b"/>
            <a:pathLst>
              <a:path w="429259" h="417830">
                <a:moveTo>
                  <a:pt x="0" y="208661"/>
                </a:moveTo>
                <a:lnTo>
                  <a:pt x="4318" y="166624"/>
                </a:lnTo>
                <a:lnTo>
                  <a:pt x="16891" y="127508"/>
                </a:lnTo>
                <a:lnTo>
                  <a:pt x="36702" y="92075"/>
                </a:lnTo>
                <a:lnTo>
                  <a:pt x="62865" y="61087"/>
                </a:lnTo>
                <a:lnTo>
                  <a:pt x="94615" y="35687"/>
                </a:lnTo>
                <a:lnTo>
                  <a:pt x="131063" y="16383"/>
                </a:lnTo>
                <a:lnTo>
                  <a:pt x="171450" y="4191"/>
                </a:lnTo>
                <a:lnTo>
                  <a:pt x="214629" y="0"/>
                </a:lnTo>
                <a:lnTo>
                  <a:pt x="257936" y="4191"/>
                </a:lnTo>
                <a:lnTo>
                  <a:pt x="298196" y="16383"/>
                </a:lnTo>
                <a:lnTo>
                  <a:pt x="334645" y="35687"/>
                </a:lnTo>
                <a:lnTo>
                  <a:pt x="366395" y="61087"/>
                </a:lnTo>
                <a:lnTo>
                  <a:pt x="392683" y="92075"/>
                </a:lnTo>
                <a:lnTo>
                  <a:pt x="412496" y="127508"/>
                </a:lnTo>
                <a:lnTo>
                  <a:pt x="424942" y="166624"/>
                </a:lnTo>
                <a:lnTo>
                  <a:pt x="429259" y="208661"/>
                </a:lnTo>
                <a:lnTo>
                  <a:pt x="424942" y="250698"/>
                </a:lnTo>
                <a:lnTo>
                  <a:pt x="412496" y="289941"/>
                </a:lnTo>
                <a:lnTo>
                  <a:pt x="392683" y="325374"/>
                </a:lnTo>
                <a:lnTo>
                  <a:pt x="366395" y="356235"/>
                </a:lnTo>
                <a:lnTo>
                  <a:pt x="334645" y="381635"/>
                </a:lnTo>
                <a:lnTo>
                  <a:pt x="298196" y="400938"/>
                </a:lnTo>
                <a:lnTo>
                  <a:pt x="257936" y="413131"/>
                </a:lnTo>
                <a:lnTo>
                  <a:pt x="214629" y="417322"/>
                </a:lnTo>
                <a:lnTo>
                  <a:pt x="171450" y="413131"/>
                </a:lnTo>
                <a:lnTo>
                  <a:pt x="131063" y="400938"/>
                </a:lnTo>
                <a:lnTo>
                  <a:pt x="94615" y="381635"/>
                </a:lnTo>
                <a:lnTo>
                  <a:pt x="62865" y="356235"/>
                </a:lnTo>
                <a:lnTo>
                  <a:pt x="36702" y="325374"/>
                </a:lnTo>
                <a:lnTo>
                  <a:pt x="16891" y="289941"/>
                </a:lnTo>
                <a:lnTo>
                  <a:pt x="4318" y="250698"/>
                </a:lnTo>
                <a:lnTo>
                  <a:pt x="0" y="20866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3871848" y="736091"/>
            <a:ext cx="4775200" cy="4063365"/>
            <a:chOff x="3871848" y="736091"/>
            <a:chExt cx="4775200" cy="4063365"/>
          </a:xfrm>
        </p:grpSpPr>
        <p:sp>
          <p:nvSpPr>
            <p:cNvPr id="27" name="object 27"/>
            <p:cNvSpPr/>
            <p:nvPr/>
          </p:nvSpPr>
          <p:spPr>
            <a:xfrm>
              <a:off x="6403085" y="1230629"/>
              <a:ext cx="441959" cy="2781300"/>
            </a:xfrm>
            <a:custGeom>
              <a:avLst/>
              <a:gdLst/>
              <a:ahLst/>
              <a:cxnLst/>
              <a:rect l="l" t="t" r="r" b="b"/>
              <a:pathLst>
                <a:path w="441959" h="2781300">
                  <a:moveTo>
                    <a:pt x="0" y="208407"/>
                  </a:moveTo>
                  <a:lnTo>
                    <a:pt x="4317" y="166370"/>
                  </a:lnTo>
                  <a:lnTo>
                    <a:pt x="16890" y="127254"/>
                  </a:lnTo>
                  <a:lnTo>
                    <a:pt x="36702" y="91948"/>
                  </a:lnTo>
                  <a:lnTo>
                    <a:pt x="62864" y="61087"/>
                  </a:lnTo>
                  <a:lnTo>
                    <a:pt x="94741" y="35560"/>
                  </a:lnTo>
                  <a:lnTo>
                    <a:pt x="131190" y="16383"/>
                  </a:lnTo>
                  <a:lnTo>
                    <a:pt x="171449" y="4191"/>
                  </a:lnTo>
                  <a:lnTo>
                    <a:pt x="214757" y="0"/>
                  </a:lnTo>
                  <a:lnTo>
                    <a:pt x="258063" y="4191"/>
                  </a:lnTo>
                  <a:lnTo>
                    <a:pt x="298322" y="16383"/>
                  </a:lnTo>
                  <a:lnTo>
                    <a:pt x="334771" y="35560"/>
                  </a:lnTo>
                  <a:lnTo>
                    <a:pt x="366648" y="61087"/>
                  </a:lnTo>
                  <a:lnTo>
                    <a:pt x="392811" y="91948"/>
                  </a:lnTo>
                  <a:lnTo>
                    <a:pt x="412622" y="127254"/>
                  </a:lnTo>
                  <a:lnTo>
                    <a:pt x="425068" y="166370"/>
                  </a:lnTo>
                  <a:lnTo>
                    <a:pt x="429513" y="208407"/>
                  </a:lnTo>
                  <a:lnTo>
                    <a:pt x="425068" y="250444"/>
                  </a:lnTo>
                  <a:lnTo>
                    <a:pt x="412622" y="289560"/>
                  </a:lnTo>
                  <a:lnTo>
                    <a:pt x="392811" y="324993"/>
                  </a:lnTo>
                  <a:lnTo>
                    <a:pt x="366648" y="355727"/>
                  </a:lnTo>
                  <a:lnTo>
                    <a:pt x="334771" y="381254"/>
                  </a:lnTo>
                  <a:lnTo>
                    <a:pt x="298322" y="400431"/>
                  </a:lnTo>
                  <a:lnTo>
                    <a:pt x="258063" y="412623"/>
                  </a:lnTo>
                  <a:lnTo>
                    <a:pt x="214757" y="416814"/>
                  </a:lnTo>
                  <a:lnTo>
                    <a:pt x="171449" y="412623"/>
                  </a:lnTo>
                  <a:lnTo>
                    <a:pt x="131190" y="400431"/>
                  </a:lnTo>
                  <a:lnTo>
                    <a:pt x="94741" y="381254"/>
                  </a:lnTo>
                  <a:lnTo>
                    <a:pt x="62864" y="355727"/>
                  </a:lnTo>
                  <a:lnTo>
                    <a:pt x="36702" y="324993"/>
                  </a:lnTo>
                  <a:lnTo>
                    <a:pt x="16890" y="289560"/>
                  </a:lnTo>
                  <a:lnTo>
                    <a:pt x="4317" y="250444"/>
                  </a:lnTo>
                  <a:lnTo>
                    <a:pt x="0" y="208407"/>
                  </a:lnTo>
                  <a:close/>
                </a:path>
                <a:path w="441959" h="2781300">
                  <a:moveTo>
                    <a:pt x="12318" y="929640"/>
                  </a:moveTo>
                  <a:lnTo>
                    <a:pt x="16763" y="887730"/>
                  </a:lnTo>
                  <a:lnTo>
                    <a:pt x="29210" y="848614"/>
                  </a:lnTo>
                  <a:lnTo>
                    <a:pt x="49022" y="813181"/>
                  </a:lnTo>
                  <a:lnTo>
                    <a:pt x="75311" y="782320"/>
                  </a:lnTo>
                  <a:lnTo>
                    <a:pt x="107061" y="756920"/>
                  </a:lnTo>
                  <a:lnTo>
                    <a:pt x="143510" y="737616"/>
                  </a:lnTo>
                  <a:lnTo>
                    <a:pt x="183768" y="725551"/>
                  </a:lnTo>
                  <a:lnTo>
                    <a:pt x="227075" y="721233"/>
                  </a:lnTo>
                  <a:lnTo>
                    <a:pt x="270383" y="725551"/>
                  </a:lnTo>
                  <a:lnTo>
                    <a:pt x="310641" y="737616"/>
                  </a:lnTo>
                  <a:lnTo>
                    <a:pt x="347217" y="756920"/>
                  </a:lnTo>
                  <a:lnTo>
                    <a:pt x="378967" y="782320"/>
                  </a:lnTo>
                  <a:lnTo>
                    <a:pt x="405130" y="813181"/>
                  </a:lnTo>
                  <a:lnTo>
                    <a:pt x="424941" y="848614"/>
                  </a:lnTo>
                  <a:lnTo>
                    <a:pt x="437514" y="887730"/>
                  </a:lnTo>
                  <a:lnTo>
                    <a:pt x="441833" y="929640"/>
                  </a:lnTo>
                  <a:lnTo>
                    <a:pt x="437514" y="971677"/>
                  </a:lnTo>
                  <a:lnTo>
                    <a:pt x="424941" y="1010793"/>
                  </a:lnTo>
                  <a:lnTo>
                    <a:pt x="405130" y="1046226"/>
                  </a:lnTo>
                  <a:lnTo>
                    <a:pt x="378967" y="1077087"/>
                  </a:lnTo>
                  <a:lnTo>
                    <a:pt x="347217" y="1102487"/>
                  </a:lnTo>
                  <a:lnTo>
                    <a:pt x="310641" y="1121791"/>
                  </a:lnTo>
                  <a:lnTo>
                    <a:pt x="270383" y="1133856"/>
                  </a:lnTo>
                  <a:lnTo>
                    <a:pt x="227075" y="1138174"/>
                  </a:lnTo>
                  <a:lnTo>
                    <a:pt x="183768" y="1133856"/>
                  </a:lnTo>
                  <a:lnTo>
                    <a:pt x="143510" y="1121791"/>
                  </a:lnTo>
                  <a:lnTo>
                    <a:pt x="107061" y="1102487"/>
                  </a:lnTo>
                  <a:lnTo>
                    <a:pt x="75311" y="1077087"/>
                  </a:lnTo>
                  <a:lnTo>
                    <a:pt x="49022" y="1046226"/>
                  </a:lnTo>
                  <a:lnTo>
                    <a:pt x="29210" y="1010793"/>
                  </a:lnTo>
                  <a:lnTo>
                    <a:pt x="16763" y="971677"/>
                  </a:lnTo>
                  <a:lnTo>
                    <a:pt x="12318" y="929640"/>
                  </a:lnTo>
                  <a:close/>
                </a:path>
                <a:path w="441959" h="2781300">
                  <a:moveTo>
                    <a:pt x="12318" y="1603629"/>
                  </a:moveTo>
                  <a:lnTo>
                    <a:pt x="16763" y="1561465"/>
                  </a:lnTo>
                  <a:lnTo>
                    <a:pt x="29210" y="1522222"/>
                  </a:lnTo>
                  <a:lnTo>
                    <a:pt x="49022" y="1486662"/>
                  </a:lnTo>
                  <a:lnTo>
                    <a:pt x="75311" y="1455801"/>
                  </a:lnTo>
                  <a:lnTo>
                    <a:pt x="107061" y="1430274"/>
                  </a:lnTo>
                  <a:lnTo>
                    <a:pt x="143510" y="1410970"/>
                  </a:lnTo>
                  <a:lnTo>
                    <a:pt x="183768" y="1398778"/>
                  </a:lnTo>
                  <a:lnTo>
                    <a:pt x="227075" y="1394587"/>
                  </a:lnTo>
                  <a:lnTo>
                    <a:pt x="270383" y="1398778"/>
                  </a:lnTo>
                  <a:lnTo>
                    <a:pt x="310641" y="1410970"/>
                  </a:lnTo>
                  <a:lnTo>
                    <a:pt x="347217" y="1430274"/>
                  </a:lnTo>
                  <a:lnTo>
                    <a:pt x="378967" y="1455801"/>
                  </a:lnTo>
                  <a:lnTo>
                    <a:pt x="405130" y="1486662"/>
                  </a:lnTo>
                  <a:lnTo>
                    <a:pt x="424941" y="1522222"/>
                  </a:lnTo>
                  <a:lnTo>
                    <a:pt x="437514" y="1561465"/>
                  </a:lnTo>
                  <a:lnTo>
                    <a:pt x="441833" y="1603629"/>
                  </a:lnTo>
                  <a:lnTo>
                    <a:pt x="437514" y="1645793"/>
                  </a:lnTo>
                  <a:lnTo>
                    <a:pt x="424941" y="1685036"/>
                  </a:lnTo>
                  <a:lnTo>
                    <a:pt x="405130" y="1720596"/>
                  </a:lnTo>
                  <a:lnTo>
                    <a:pt x="378967" y="1751584"/>
                  </a:lnTo>
                  <a:lnTo>
                    <a:pt x="347217" y="1777111"/>
                  </a:lnTo>
                  <a:lnTo>
                    <a:pt x="310641" y="1796288"/>
                  </a:lnTo>
                  <a:lnTo>
                    <a:pt x="270383" y="1808480"/>
                  </a:lnTo>
                  <a:lnTo>
                    <a:pt x="227075" y="1812798"/>
                  </a:lnTo>
                  <a:lnTo>
                    <a:pt x="183768" y="1808480"/>
                  </a:lnTo>
                  <a:lnTo>
                    <a:pt x="143510" y="1796288"/>
                  </a:lnTo>
                  <a:lnTo>
                    <a:pt x="107061" y="1777111"/>
                  </a:lnTo>
                  <a:lnTo>
                    <a:pt x="75311" y="1751584"/>
                  </a:lnTo>
                  <a:lnTo>
                    <a:pt x="49022" y="1720596"/>
                  </a:lnTo>
                  <a:lnTo>
                    <a:pt x="29210" y="1685036"/>
                  </a:lnTo>
                  <a:lnTo>
                    <a:pt x="16763" y="1645793"/>
                  </a:lnTo>
                  <a:lnTo>
                    <a:pt x="12318" y="1603629"/>
                  </a:lnTo>
                  <a:close/>
                </a:path>
                <a:path w="441959" h="2781300">
                  <a:moveTo>
                    <a:pt x="12318" y="2572385"/>
                  </a:moveTo>
                  <a:lnTo>
                    <a:pt x="16763" y="2530475"/>
                  </a:lnTo>
                  <a:lnTo>
                    <a:pt x="29210" y="2491359"/>
                  </a:lnTo>
                  <a:lnTo>
                    <a:pt x="49022" y="2455926"/>
                  </a:lnTo>
                  <a:lnTo>
                    <a:pt x="75311" y="2425065"/>
                  </a:lnTo>
                  <a:lnTo>
                    <a:pt x="107061" y="2399538"/>
                  </a:lnTo>
                  <a:lnTo>
                    <a:pt x="143510" y="2380361"/>
                  </a:lnTo>
                  <a:lnTo>
                    <a:pt x="183768" y="2368169"/>
                  </a:lnTo>
                  <a:lnTo>
                    <a:pt x="227075" y="2363978"/>
                  </a:lnTo>
                  <a:lnTo>
                    <a:pt x="270383" y="2368169"/>
                  </a:lnTo>
                  <a:lnTo>
                    <a:pt x="310641" y="2380361"/>
                  </a:lnTo>
                  <a:lnTo>
                    <a:pt x="347217" y="2399538"/>
                  </a:lnTo>
                  <a:lnTo>
                    <a:pt x="378967" y="2425065"/>
                  </a:lnTo>
                  <a:lnTo>
                    <a:pt x="405130" y="2455926"/>
                  </a:lnTo>
                  <a:lnTo>
                    <a:pt x="424941" y="2491359"/>
                  </a:lnTo>
                  <a:lnTo>
                    <a:pt x="437514" y="2530475"/>
                  </a:lnTo>
                  <a:lnTo>
                    <a:pt x="441833" y="2572385"/>
                  </a:lnTo>
                  <a:lnTo>
                    <a:pt x="437514" y="2614422"/>
                  </a:lnTo>
                  <a:lnTo>
                    <a:pt x="424941" y="2653538"/>
                  </a:lnTo>
                  <a:lnTo>
                    <a:pt x="405130" y="2688971"/>
                  </a:lnTo>
                  <a:lnTo>
                    <a:pt x="378967" y="2719832"/>
                  </a:lnTo>
                  <a:lnTo>
                    <a:pt x="347217" y="2745232"/>
                  </a:lnTo>
                  <a:lnTo>
                    <a:pt x="310641" y="2764409"/>
                  </a:lnTo>
                  <a:lnTo>
                    <a:pt x="270383" y="2776601"/>
                  </a:lnTo>
                  <a:lnTo>
                    <a:pt x="227075" y="2780792"/>
                  </a:lnTo>
                  <a:lnTo>
                    <a:pt x="183768" y="2776601"/>
                  </a:lnTo>
                  <a:lnTo>
                    <a:pt x="143510" y="2764409"/>
                  </a:lnTo>
                  <a:lnTo>
                    <a:pt x="107061" y="2745232"/>
                  </a:lnTo>
                  <a:lnTo>
                    <a:pt x="75311" y="2719832"/>
                  </a:lnTo>
                  <a:lnTo>
                    <a:pt x="49022" y="2688971"/>
                  </a:lnTo>
                  <a:lnTo>
                    <a:pt x="29210" y="2653538"/>
                  </a:lnTo>
                  <a:lnTo>
                    <a:pt x="16763" y="2614422"/>
                  </a:lnTo>
                  <a:lnTo>
                    <a:pt x="12318" y="257238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14060" y="1155191"/>
              <a:ext cx="586740" cy="283210"/>
            </a:xfrm>
            <a:custGeom>
              <a:avLst/>
              <a:gdLst/>
              <a:ahLst/>
              <a:cxnLst/>
              <a:rect l="l" t="t" r="r" b="b"/>
              <a:pathLst>
                <a:path w="586739" h="283209">
                  <a:moveTo>
                    <a:pt x="586613" y="281432"/>
                  </a:moveTo>
                  <a:lnTo>
                    <a:pt x="571500" y="262128"/>
                  </a:lnTo>
                  <a:lnTo>
                    <a:pt x="539369" y="221234"/>
                  </a:lnTo>
                  <a:lnTo>
                    <a:pt x="527050" y="247015"/>
                  </a:lnTo>
                  <a:lnTo>
                    <a:pt x="4826" y="0"/>
                  </a:lnTo>
                  <a:lnTo>
                    <a:pt x="0" y="10287"/>
                  </a:lnTo>
                  <a:lnTo>
                    <a:pt x="522224" y="257175"/>
                  </a:lnTo>
                  <a:lnTo>
                    <a:pt x="509905" y="283083"/>
                  </a:lnTo>
                  <a:lnTo>
                    <a:pt x="586613" y="281432"/>
                  </a:lnTo>
                  <a:close/>
                </a:path>
              </a:pathLst>
            </a:custGeom>
            <a:solidFill>
              <a:srgbClr val="F4A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18631" y="3844797"/>
              <a:ext cx="548005" cy="508000"/>
            </a:xfrm>
            <a:custGeom>
              <a:avLst/>
              <a:gdLst/>
              <a:ahLst/>
              <a:cxnLst/>
              <a:rect l="l" t="t" r="r" b="b"/>
              <a:pathLst>
                <a:path w="548004" h="508000">
                  <a:moveTo>
                    <a:pt x="540003" y="0"/>
                  </a:moveTo>
                  <a:lnTo>
                    <a:pt x="0" y="499109"/>
                  </a:lnTo>
                  <a:lnTo>
                    <a:pt x="7746" y="507491"/>
                  </a:lnTo>
                  <a:lnTo>
                    <a:pt x="547751" y="8381"/>
                  </a:lnTo>
                  <a:lnTo>
                    <a:pt x="54000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9204" y="3802380"/>
              <a:ext cx="73533" cy="7175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814059" y="1474215"/>
              <a:ext cx="537210" cy="412750"/>
            </a:xfrm>
            <a:custGeom>
              <a:avLst/>
              <a:gdLst/>
              <a:ahLst/>
              <a:cxnLst/>
              <a:rect l="l" t="t" r="r" b="b"/>
              <a:pathLst>
                <a:path w="537210" h="412750">
                  <a:moveTo>
                    <a:pt x="529970" y="0"/>
                  </a:moveTo>
                  <a:lnTo>
                    <a:pt x="0" y="403479"/>
                  </a:lnTo>
                  <a:lnTo>
                    <a:pt x="6857" y="412496"/>
                  </a:lnTo>
                  <a:lnTo>
                    <a:pt x="536955" y="9017"/>
                  </a:lnTo>
                  <a:lnTo>
                    <a:pt x="529970" y="0"/>
                  </a:lnTo>
                  <a:close/>
                </a:path>
              </a:pathLst>
            </a:custGeom>
            <a:solidFill>
              <a:srgbClr val="F9E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6758" y="1437131"/>
              <a:ext cx="75311" cy="6883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7022" y="1936369"/>
              <a:ext cx="69596" cy="7505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812535" y="1179575"/>
              <a:ext cx="626110" cy="782320"/>
            </a:xfrm>
            <a:custGeom>
              <a:avLst/>
              <a:gdLst/>
              <a:ahLst/>
              <a:cxnLst/>
              <a:rect l="l" t="t" r="r" b="b"/>
              <a:pathLst>
                <a:path w="626110" h="782319">
                  <a:moveTo>
                    <a:pt x="8889" y="0"/>
                  </a:moveTo>
                  <a:lnTo>
                    <a:pt x="0" y="7112"/>
                  </a:lnTo>
                  <a:lnTo>
                    <a:pt x="616838" y="781812"/>
                  </a:lnTo>
                  <a:lnTo>
                    <a:pt x="625728" y="774700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14060" y="1876043"/>
              <a:ext cx="598805" cy="285115"/>
            </a:xfrm>
            <a:custGeom>
              <a:avLst/>
              <a:gdLst/>
              <a:ahLst/>
              <a:cxnLst/>
              <a:rect l="l" t="t" r="r" b="b"/>
              <a:pathLst>
                <a:path w="598804" h="285114">
                  <a:moveTo>
                    <a:pt x="598678" y="282321"/>
                  </a:moveTo>
                  <a:lnTo>
                    <a:pt x="583692" y="263525"/>
                  </a:lnTo>
                  <a:lnTo>
                    <a:pt x="551053" y="222377"/>
                  </a:lnTo>
                  <a:lnTo>
                    <a:pt x="538988" y="248285"/>
                  </a:lnTo>
                  <a:lnTo>
                    <a:pt x="4826" y="0"/>
                  </a:lnTo>
                  <a:lnTo>
                    <a:pt x="0" y="10287"/>
                  </a:lnTo>
                  <a:lnTo>
                    <a:pt x="534162" y="258699"/>
                  </a:lnTo>
                  <a:lnTo>
                    <a:pt x="522097" y="284607"/>
                  </a:lnTo>
                  <a:lnTo>
                    <a:pt x="598678" y="282321"/>
                  </a:lnTo>
                  <a:close/>
                </a:path>
              </a:pathLst>
            </a:custGeom>
            <a:solidFill>
              <a:srgbClr val="F8C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14059" y="2192655"/>
              <a:ext cx="545465" cy="367665"/>
            </a:xfrm>
            <a:custGeom>
              <a:avLst/>
              <a:gdLst/>
              <a:ahLst/>
              <a:cxnLst/>
              <a:rect l="l" t="t" r="r" b="b"/>
              <a:pathLst>
                <a:path w="545464" h="367664">
                  <a:moveTo>
                    <a:pt x="538734" y="0"/>
                  </a:moveTo>
                  <a:lnTo>
                    <a:pt x="0" y="358140"/>
                  </a:lnTo>
                  <a:lnTo>
                    <a:pt x="6350" y="367665"/>
                  </a:lnTo>
                  <a:lnTo>
                    <a:pt x="545084" y="9525"/>
                  </a:lnTo>
                  <a:lnTo>
                    <a:pt x="53873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37045" y="2159508"/>
              <a:ext cx="75945" cy="6642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57492" y="2757043"/>
              <a:ext cx="64516" cy="7607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820155" y="1194815"/>
              <a:ext cx="575310" cy="1576070"/>
            </a:xfrm>
            <a:custGeom>
              <a:avLst/>
              <a:gdLst/>
              <a:ahLst/>
              <a:cxnLst/>
              <a:rect l="l" t="t" r="r" b="b"/>
              <a:pathLst>
                <a:path w="575310" h="1576070">
                  <a:moveTo>
                    <a:pt x="10668" y="0"/>
                  </a:moveTo>
                  <a:lnTo>
                    <a:pt x="0" y="3937"/>
                  </a:lnTo>
                  <a:lnTo>
                    <a:pt x="564388" y="1575689"/>
                  </a:lnTo>
                  <a:lnTo>
                    <a:pt x="575056" y="1571879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843A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23532" y="3578859"/>
              <a:ext cx="65277" cy="7569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737859" y="1306068"/>
              <a:ext cx="723900" cy="2284730"/>
            </a:xfrm>
            <a:custGeom>
              <a:avLst/>
              <a:gdLst/>
              <a:ahLst/>
              <a:cxnLst/>
              <a:rect l="l" t="t" r="r" b="b"/>
              <a:pathLst>
                <a:path w="723900" h="2284729">
                  <a:moveTo>
                    <a:pt x="10922" y="0"/>
                  </a:moveTo>
                  <a:lnTo>
                    <a:pt x="0" y="3429"/>
                  </a:lnTo>
                  <a:lnTo>
                    <a:pt x="712851" y="2284730"/>
                  </a:lnTo>
                  <a:lnTo>
                    <a:pt x="723773" y="2281301"/>
                  </a:lnTo>
                  <a:lnTo>
                    <a:pt x="10922" y="0"/>
                  </a:lnTo>
                  <a:close/>
                </a:path>
              </a:pathLst>
            </a:custGeom>
            <a:solidFill>
              <a:srgbClr val="F8C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47459" y="2756788"/>
              <a:ext cx="65404" cy="7632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812535" y="1879091"/>
              <a:ext cx="568960" cy="899160"/>
            </a:xfrm>
            <a:custGeom>
              <a:avLst/>
              <a:gdLst/>
              <a:ahLst/>
              <a:cxnLst/>
              <a:rect l="l" t="t" r="r" b="b"/>
              <a:pathLst>
                <a:path w="568960" h="899160">
                  <a:moveTo>
                    <a:pt x="9525" y="0"/>
                  </a:moveTo>
                  <a:lnTo>
                    <a:pt x="0" y="6223"/>
                  </a:lnTo>
                  <a:lnTo>
                    <a:pt x="559053" y="898906"/>
                  </a:lnTo>
                  <a:lnTo>
                    <a:pt x="568833" y="89281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817107" y="2894965"/>
              <a:ext cx="576580" cy="1456055"/>
            </a:xfrm>
            <a:custGeom>
              <a:avLst/>
              <a:gdLst/>
              <a:ahLst/>
              <a:cxnLst/>
              <a:rect l="l" t="t" r="r" b="b"/>
              <a:pathLst>
                <a:path w="576579" h="1456054">
                  <a:moveTo>
                    <a:pt x="566038" y="0"/>
                  </a:moveTo>
                  <a:lnTo>
                    <a:pt x="0" y="1451356"/>
                  </a:lnTo>
                  <a:lnTo>
                    <a:pt x="10794" y="1455547"/>
                  </a:lnTo>
                  <a:lnTo>
                    <a:pt x="576579" y="4190"/>
                  </a:lnTo>
                  <a:lnTo>
                    <a:pt x="566038" y="0"/>
                  </a:lnTo>
                  <a:close/>
                </a:path>
              </a:pathLst>
            </a:custGeom>
            <a:solidFill>
              <a:srgbClr val="F9E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56476" y="2833115"/>
              <a:ext cx="63881" cy="7632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817107" y="2224150"/>
              <a:ext cx="584835" cy="2125345"/>
            </a:xfrm>
            <a:custGeom>
              <a:avLst/>
              <a:gdLst/>
              <a:ahLst/>
              <a:cxnLst/>
              <a:rect l="l" t="t" r="r" b="b"/>
              <a:pathLst>
                <a:path w="584835" h="2125345">
                  <a:moveTo>
                    <a:pt x="573531" y="0"/>
                  </a:moveTo>
                  <a:lnTo>
                    <a:pt x="0" y="2121916"/>
                  </a:lnTo>
                  <a:lnTo>
                    <a:pt x="10921" y="2124837"/>
                  </a:lnTo>
                  <a:lnTo>
                    <a:pt x="584453" y="3048"/>
                  </a:lnTo>
                  <a:lnTo>
                    <a:pt x="573531" y="0"/>
                  </a:lnTo>
                  <a:close/>
                </a:path>
              </a:pathLst>
            </a:custGeom>
            <a:solidFill>
              <a:srgbClr val="F4A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62953" y="2159508"/>
              <a:ext cx="66294" cy="7505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40601" y="3729227"/>
              <a:ext cx="72136" cy="7315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5812535" y="3182112"/>
              <a:ext cx="556895" cy="575310"/>
            </a:xfrm>
            <a:custGeom>
              <a:avLst/>
              <a:gdLst/>
              <a:ahLst/>
              <a:cxnLst/>
              <a:rect l="l" t="t" r="r" b="b"/>
              <a:pathLst>
                <a:path w="556895" h="575310">
                  <a:moveTo>
                    <a:pt x="8254" y="0"/>
                  </a:moveTo>
                  <a:lnTo>
                    <a:pt x="0" y="8000"/>
                  </a:lnTo>
                  <a:lnTo>
                    <a:pt x="548513" y="574929"/>
                  </a:lnTo>
                  <a:lnTo>
                    <a:pt x="556767" y="566927"/>
                  </a:lnTo>
                  <a:lnTo>
                    <a:pt x="8254" y="0"/>
                  </a:lnTo>
                  <a:close/>
                </a:path>
              </a:pathLst>
            </a:custGeom>
            <a:solidFill>
              <a:srgbClr val="F9E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814059" y="2863215"/>
              <a:ext cx="542925" cy="328295"/>
            </a:xfrm>
            <a:custGeom>
              <a:avLst/>
              <a:gdLst/>
              <a:ahLst/>
              <a:cxnLst/>
              <a:rect l="l" t="t" r="r" b="b"/>
              <a:pathLst>
                <a:path w="542925" h="328294">
                  <a:moveTo>
                    <a:pt x="536828" y="0"/>
                  </a:moveTo>
                  <a:lnTo>
                    <a:pt x="0" y="318135"/>
                  </a:lnTo>
                  <a:lnTo>
                    <a:pt x="5714" y="327914"/>
                  </a:lnTo>
                  <a:lnTo>
                    <a:pt x="542543" y="9779"/>
                  </a:lnTo>
                  <a:lnTo>
                    <a:pt x="53682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36283" y="2833115"/>
              <a:ext cx="76326" cy="6451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812535" y="2258567"/>
              <a:ext cx="600075" cy="930910"/>
            </a:xfrm>
            <a:custGeom>
              <a:avLst/>
              <a:gdLst/>
              <a:ahLst/>
              <a:cxnLst/>
              <a:rect l="l" t="t" r="r" b="b"/>
              <a:pathLst>
                <a:path w="600075" h="930910">
                  <a:moveTo>
                    <a:pt x="497839" y="0"/>
                  </a:moveTo>
                  <a:lnTo>
                    <a:pt x="435483" y="44450"/>
                  </a:lnTo>
                  <a:lnTo>
                    <a:pt x="460628" y="57912"/>
                  </a:lnTo>
                  <a:lnTo>
                    <a:pt x="270763" y="415417"/>
                  </a:lnTo>
                  <a:lnTo>
                    <a:pt x="7365" y="292735"/>
                  </a:lnTo>
                  <a:lnTo>
                    <a:pt x="2666" y="303022"/>
                  </a:lnTo>
                  <a:lnTo>
                    <a:pt x="265429" y="425450"/>
                  </a:lnTo>
                  <a:lnTo>
                    <a:pt x="0" y="925322"/>
                  </a:lnTo>
                  <a:lnTo>
                    <a:pt x="10033" y="930656"/>
                  </a:lnTo>
                  <a:lnTo>
                    <a:pt x="275843" y="430276"/>
                  </a:lnTo>
                  <a:lnTo>
                    <a:pt x="535559" y="551307"/>
                  </a:lnTo>
                  <a:lnTo>
                    <a:pt x="523621" y="577215"/>
                  </a:lnTo>
                  <a:lnTo>
                    <a:pt x="599948" y="574929"/>
                  </a:lnTo>
                  <a:lnTo>
                    <a:pt x="552450" y="514985"/>
                  </a:lnTo>
                  <a:lnTo>
                    <a:pt x="540385" y="540893"/>
                  </a:lnTo>
                  <a:lnTo>
                    <a:pt x="281177" y="420116"/>
                  </a:lnTo>
                  <a:lnTo>
                    <a:pt x="470662" y="63246"/>
                  </a:lnTo>
                  <a:lnTo>
                    <a:pt x="495935" y="76708"/>
                  </a:lnTo>
                  <a:lnTo>
                    <a:pt x="497839" y="0"/>
                  </a:lnTo>
                  <a:close/>
                </a:path>
              </a:pathLst>
            </a:custGeom>
            <a:solidFill>
              <a:srgbClr val="F8C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812536" y="1533143"/>
              <a:ext cx="565150" cy="1026794"/>
            </a:xfrm>
            <a:custGeom>
              <a:avLst/>
              <a:gdLst/>
              <a:ahLst/>
              <a:cxnLst/>
              <a:rect l="l" t="t" r="r" b="b"/>
              <a:pathLst>
                <a:path w="565150" h="1026794">
                  <a:moveTo>
                    <a:pt x="565150" y="0"/>
                  </a:moveTo>
                  <a:lnTo>
                    <a:pt x="502285" y="43688"/>
                  </a:lnTo>
                  <a:lnTo>
                    <a:pt x="527177" y="57404"/>
                  </a:lnTo>
                  <a:lnTo>
                    <a:pt x="0" y="1021207"/>
                  </a:lnTo>
                  <a:lnTo>
                    <a:pt x="10033" y="1026668"/>
                  </a:lnTo>
                  <a:lnTo>
                    <a:pt x="537337" y="62992"/>
                  </a:lnTo>
                  <a:lnTo>
                    <a:pt x="562356" y="76581"/>
                  </a:lnTo>
                  <a:lnTo>
                    <a:pt x="563372" y="47371"/>
                  </a:lnTo>
                  <a:lnTo>
                    <a:pt x="56515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320789" y="755141"/>
              <a:ext cx="626745" cy="4025265"/>
            </a:xfrm>
            <a:custGeom>
              <a:avLst/>
              <a:gdLst/>
              <a:ahLst/>
              <a:cxnLst/>
              <a:rect l="l" t="t" r="r" b="b"/>
              <a:pathLst>
                <a:path w="626745" h="4025265">
                  <a:moveTo>
                    <a:pt x="0" y="4024884"/>
                  </a:moveTo>
                  <a:lnTo>
                    <a:pt x="626249" y="4024884"/>
                  </a:lnTo>
                  <a:lnTo>
                    <a:pt x="626249" y="0"/>
                  </a:lnTo>
                  <a:lnTo>
                    <a:pt x="0" y="0"/>
                  </a:lnTo>
                  <a:lnTo>
                    <a:pt x="0" y="4024884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839711" y="2591053"/>
              <a:ext cx="1753870" cy="1197610"/>
            </a:xfrm>
            <a:custGeom>
              <a:avLst/>
              <a:gdLst/>
              <a:ahLst/>
              <a:cxnLst/>
              <a:rect l="l" t="t" r="r" b="b"/>
              <a:pathLst>
                <a:path w="1753870" h="1197610">
                  <a:moveTo>
                    <a:pt x="1747266" y="0"/>
                  </a:moveTo>
                  <a:lnTo>
                    <a:pt x="0" y="1187831"/>
                  </a:lnTo>
                  <a:lnTo>
                    <a:pt x="6350" y="1197102"/>
                  </a:lnTo>
                  <a:lnTo>
                    <a:pt x="1753616" y="9525"/>
                  </a:lnTo>
                  <a:lnTo>
                    <a:pt x="1747266" y="0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570976" y="2557271"/>
              <a:ext cx="75819" cy="6692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43727" y="3043429"/>
              <a:ext cx="85344" cy="8534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27547" y="1098803"/>
              <a:ext cx="92962" cy="11277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32119" y="1790700"/>
              <a:ext cx="83818" cy="111251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535167" y="2464308"/>
              <a:ext cx="121920" cy="10363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45835" y="3095243"/>
              <a:ext cx="102106" cy="11277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542788" y="4308347"/>
              <a:ext cx="128015" cy="10210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04431" y="1280159"/>
              <a:ext cx="163068" cy="25603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83095" y="2098547"/>
              <a:ext cx="266700" cy="19812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33388" y="2688336"/>
              <a:ext cx="230124" cy="23012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81572" y="3784091"/>
              <a:ext cx="358140" cy="16154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871849" y="3169919"/>
              <a:ext cx="2754630" cy="802640"/>
            </a:xfrm>
            <a:custGeom>
              <a:avLst/>
              <a:gdLst/>
              <a:ahLst/>
              <a:cxnLst/>
              <a:rect l="l" t="t" r="r" b="b"/>
              <a:pathLst>
                <a:path w="2754629" h="802639">
                  <a:moveTo>
                    <a:pt x="4318" y="18034"/>
                  </a:moveTo>
                  <a:lnTo>
                    <a:pt x="3048" y="19050"/>
                  </a:lnTo>
                  <a:lnTo>
                    <a:pt x="2794" y="20066"/>
                  </a:lnTo>
                  <a:lnTo>
                    <a:pt x="4318" y="18034"/>
                  </a:lnTo>
                  <a:close/>
                </a:path>
                <a:path w="2754629" h="802639">
                  <a:moveTo>
                    <a:pt x="4826" y="17526"/>
                  </a:moveTo>
                  <a:lnTo>
                    <a:pt x="4318" y="18034"/>
                  </a:lnTo>
                  <a:lnTo>
                    <a:pt x="4826" y="17653"/>
                  </a:lnTo>
                  <a:lnTo>
                    <a:pt x="4826" y="17526"/>
                  </a:lnTo>
                  <a:close/>
                </a:path>
                <a:path w="2754629" h="802639">
                  <a:moveTo>
                    <a:pt x="5715" y="17272"/>
                  </a:moveTo>
                  <a:lnTo>
                    <a:pt x="5588" y="17653"/>
                  </a:lnTo>
                  <a:lnTo>
                    <a:pt x="5715" y="17526"/>
                  </a:lnTo>
                  <a:lnTo>
                    <a:pt x="5715" y="17272"/>
                  </a:lnTo>
                  <a:close/>
                </a:path>
                <a:path w="2754629" h="802639">
                  <a:moveTo>
                    <a:pt x="29464" y="9906"/>
                  </a:moveTo>
                  <a:lnTo>
                    <a:pt x="28194" y="8001"/>
                  </a:lnTo>
                  <a:lnTo>
                    <a:pt x="27940" y="5969"/>
                  </a:lnTo>
                  <a:lnTo>
                    <a:pt x="25654" y="3556"/>
                  </a:lnTo>
                  <a:lnTo>
                    <a:pt x="24384" y="2032"/>
                  </a:lnTo>
                  <a:lnTo>
                    <a:pt x="24257" y="23114"/>
                  </a:lnTo>
                  <a:lnTo>
                    <a:pt x="24130" y="2032"/>
                  </a:lnTo>
                  <a:lnTo>
                    <a:pt x="24371" y="2032"/>
                  </a:lnTo>
                  <a:lnTo>
                    <a:pt x="24053" y="1879"/>
                  </a:lnTo>
                  <a:lnTo>
                    <a:pt x="24053" y="26327"/>
                  </a:lnTo>
                  <a:lnTo>
                    <a:pt x="23774" y="26670"/>
                  </a:lnTo>
                  <a:lnTo>
                    <a:pt x="23622" y="26670"/>
                  </a:lnTo>
                  <a:lnTo>
                    <a:pt x="24053" y="26327"/>
                  </a:lnTo>
                  <a:lnTo>
                    <a:pt x="24053" y="1879"/>
                  </a:lnTo>
                  <a:lnTo>
                    <a:pt x="23698" y="1701"/>
                  </a:lnTo>
                  <a:lnTo>
                    <a:pt x="23571" y="2032"/>
                  </a:lnTo>
                  <a:lnTo>
                    <a:pt x="23482" y="26670"/>
                  </a:lnTo>
                  <a:lnTo>
                    <a:pt x="23507" y="1701"/>
                  </a:lnTo>
                  <a:lnTo>
                    <a:pt x="23698" y="1701"/>
                  </a:lnTo>
                  <a:lnTo>
                    <a:pt x="22733" y="1270"/>
                  </a:lnTo>
                  <a:lnTo>
                    <a:pt x="22275" y="1270"/>
                  </a:lnTo>
                  <a:lnTo>
                    <a:pt x="21971" y="1143"/>
                  </a:lnTo>
                  <a:lnTo>
                    <a:pt x="21971" y="1270"/>
                  </a:lnTo>
                  <a:lnTo>
                    <a:pt x="21920" y="23114"/>
                  </a:lnTo>
                  <a:lnTo>
                    <a:pt x="21869" y="23495"/>
                  </a:lnTo>
                  <a:lnTo>
                    <a:pt x="21793" y="24269"/>
                  </a:lnTo>
                  <a:lnTo>
                    <a:pt x="21678" y="25400"/>
                  </a:lnTo>
                  <a:lnTo>
                    <a:pt x="21564" y="26289"/>
                  </a:lnTo>
                  <a:lnTo>
                    <a:pt x="21475" y="28194"/>
                  </a:lnTo>
                  <a:lnTo>
                    <a:pt x="21463" y="27813"/>
                  </a:lnTo>
                  <a:lnTo>
                    <a:pt x="21285" y="28194"/>
                  </a:lnTo>
                  <a:lnTo>
                    <a:pt x="21463" y="27813"/>
                  </a:lnTo>
                  <a:lnTo>
                    <a:pt x="21551" y="26289"/>
                  </a:lnTo>
                  <a:lnTo>
                    <a:pt x="21640" y="25400"/>
                  </a:lnTo>
                  <a:lnTo>
                    <a:pt x="21755" y="24511"/>
                  </a:lnTo>
                  <a:lnTo>
                    <a:pt x="21869" y="23495"/>
                  </a:lnTo>
                  <a:lnTo>
                    <a:pt x="21971" y="1270"/>
                  </a:lnTo>
                  <a:lnTo>
                    <a:pt x="21971" y="1143"/>
                  </a:lnTo>
                  <a:lnTo>
                    <a:pt x="20447" y="508"/>
                  </a:lnTo>
                  <a:lnTo>
                    <a:pt x="20447" y="30226"/>
                  </a:lnTo>
                  <a:lnTo>
                    <a:pt x="20447" y="30607"/>
                  </a:lnTo>
                  <a:lnTo>
                    <a:pt x="20193" y="30607"/>
                  </a:lnTo>
                  <a:lnTo>
                    <a:pt x="20180" y="29857"/>
                  </a:lnTo>
                  <a:lnTo>
                    <a:pt x="20193" y="30607"/>
                  </a:lnTo>
                  <a:lnTo>
                    <a:pt x="20447" y="30226"/>
                  </a:lnTo>
                  <a:lnTo>
                    <a:pt x="20447" y="508"/>
                  </a:lnTo>
                  <a:lnTo>
                    <a:pt x="20815" y="508"/>
                  </a:lnTo>
                  <a:lnTo>
                    <a:pt x="20193" y="393"/>
                  </a:lnTo>
                  <a:lnTo>
                    <a:pt x="20193" y="29552"/>
                  </a:lnTo>
                  <a:lnTo>
                    <a:pt x="20180" y="508"/>
                  </a:lnTo>
                  <a:lnTo>
                    <a:pt x="19558" y="254"/>
                  </a:lnTo>
                  <a:lnTo>
                    <a:pt x="19304" y="0"/>
                  </a:lnTo>
                  <a:lnTo>
                    <a:pt x="18415" y="228"/>
                  </a:lnTo>
                  <a:lnTo>
                    <a:pt x="18415" y="34798"/>
                  </a:lnTo>
                  <a:lnTo>
                    <a:pt x="16764" y="35814"/>
                  </a:lnTo>
                  <a:lnTo>
                    <a:pt x="16548" y="35814"/>
                  </a:lnTo>
                  <a:lnTo>
                    <a:pt x="18415" y="34798"/>
                  </a:lnTo>
                  <a:lnTo>
                    <a:pt x="18415" y="228"/>
                  </a:lnTo>
                  <a:lnTo>
                    <a:pt x="17272" y="508"/>
                  </a:lnTo>
                  <a:lnTo>
                    <a:pt x="15240" y="0"/>
                  </a:lnTo>
                  <a:lnTo>
                    <a:pt x="10248" y="2032"/>
                  </a:lnTo>
                  <a:lnTo>
                    <a:pt x="10248" y="23114"/>
                  </a:lnTo>
                  <a:lnTo>
                    <a:pt x="10160" y="22898"/>
                  </a:lnTo>
                  <a:lnTo>
                    <a:pt x="10248" y="23114"/>
                  </a:lnTo>
                  <a:lnTo>
                    <a:pt x="10248" y="2032"/>
                  </a:lnTo>
                  <a:lnTo>
                    <a:pt x="10033" y="2032"/>
                  </a:lnTo>
                  <a:lnTo>
                    <a:pt x="9017" y="3175"/>
                  </a:lnTo>
                  <a:lnTo>
                    <a:pt x="9017" y="9906"/>
                  </a:lnTo>
                  <a:lnTo>
                    <a:pt x="8864" y="10795"/>
                  </a:lnTo>
                  <a:lnTo>
                    <a:pt x="8763" y="16205"/>
                  </a:lnTo>
                  <a:lnTo>
                    <a:pt x="8864" y="5969"/>
                  </a:lnTo>
                  <a:lnTo>
                    <a:pt x="8890" y="3556"/>
                  </a:lnTo>
                  <a:lnTo>
                    <a:pt x="8750" y="3708"/>
                  </a:lnTo>
                  <a:lnTo>
                    <a:pt x="8750" y="16776"/>
                  </a:lnTo>
                  <a:lnTo>
                    <a:pt x="8750" y="17208"/>
                  </a:lnTo>
                  <a:lnTo>
                    <a:pt x="8623" y="17208"/>
                  </a:lnTo>
                  <a:lnTo>
                    <a:pt x="8623" y="18770"/>
                  </a:lnTo>
                  <a:lnTo>
                    <a:pt x="8547" y="20510"/>
                  </a:lnTo>
                  <a:lnTo>
                    <a:pt x="8547" y="26517"/>
                  </a:lnTo>
                  <a:lnTo>
                    <a:pt x="8293" y="26289"/>
                  </a:lnTo>
                  <a:lnTo>
                    <a:pt x="8026" y="26085"/>
                  </a:lnTo>
                  <a:lnTo>
                    <a:pt x="6223" y="24269"/>
                  </a:lnTo>
                  <a:lnTo>
                    <a:pt x="8026" y="26009"/>
                  </a:lnTo>
                  <a:lnTo>
                    <a:pt x="8089" y="24511"/>
                  </a:lnTo>
                  <a:lnTo>
                    <a:pt x="8204" y="23114"/>
                  </a:lnTo>
                  <a:lnTo>
                    <a:pt x="8293" y="22352"/>
                  </a:lnTo>
                  <a:lnTo>
                    <a:pt x="8255" y="23114"/>
                  </a:lnTo>
                  <a:lnTo>
                    <a:pt x="8140" y="24269"/>
                  </a:lnTo>
                  <a:lnTo>
                    <a:pt x="8039" y="26022"/>
                  </a:lnTo>
                  <a:lnTo>
                    <a:pt x="8293" y="26289"/>
                  </a:lnTo>
                  <a:lnTo>
                    <a:pt x="8547" y="26517"/>
                  </a:lnTo>
                  <a:lnTo>
                    <a:pt x="8547" y="20510"/>
                  </a:lnTo>
                  <a:lnTo>
                    <a:pt x="8521" y="21082"/>
                  </a:lnTo>
                  <a:lnTo>
                    <a:pt x="8382" y="21082"/>
                  </a:lnTo>
                  <a:lnTo>
                    <a:pt x="8318" y="21958"/>
                  </a:lnTo>
                  <a:lnTo>
                    <a:pt x="8382" y="20320"/>
                  </a:lnTo>
                  <a:lnTo>
                    <a:pt x="8229" y="19939"/>
                  </a:lnTo>
                  <a:lnTo>
                    <a:pt x="7493" y="18770"/>
                  </a:lnTo>
                  <a:lnTo>
                    <a:pt x="7493" y="21082"/>
                  </a:lnTo>
                  <a:lnTo>
                    <a:pt x="7493" y="24269"/>
                  </a:lnTo>
                  <a:lnTo>
                    <a:pt x="7366" y="24269"/>
                  </a:lnTo>
                  <a:lnTo>
                    <a:pt x="5969" y="21463"/>
                  </a:lnTo>
                  <a:lnTo>
                    <a:pt x="7366" y="24269"/>
                  </a:lnTo>
                  <a:lnTo>
                    <a:pt x="7493" y="21082"/>
                  </a:lnTo>
                  <a:lnTo>
                    <a:pt x="7493" y="18770"/>
                  </a:lnTo>
                  <a:lnTo>
                    <a:pt x="7188" y="18288"/>
                  </a:lnTo>
                  <a:lnTo>
                    <a:pt x="7112" y="18110"/>
                  </a:lnTo>
                  <a:lnTo>
                    <a:pt x="7543" y="18770"/>
                  </a:lnTo>
                  <a:lnTo>
                    <a:pt x="8229" y="19939"/>
                  </a:lnTo>
                  <a:lnTo>
                    <a:pt x="8458" y="20320"/>
                  </a:lnTo>
                  <a:lnTo>
                    <a:pt x="8585" y="19304"/>
                  </a:lnTo>
                  <a:lnTo>
                    <a:pt x="8623" y="18770"/>
                  </a:lnTo>
                  <a:lnTo>
                    <a:pt x="8623" y="17208"/>
                  </a:lnTo>
                  <a:lnTo>
                    <a:pt x="8382" y="17208"/>
                  </a:lnTo>
                  <a:lnTo>
                    <a:pt x="7835" y="17449"/>
                  </a:lnTo>
                  <a:lnTo>
                    <a:pt x="8115" y="17208"/>
                  </a:lnTo>
                  <a:lnTo>
                    <a:pt x="8750" y="16776"/>
                  </a:lnTo>
                  <a:lnTo>
                    <a:pt x="8750" y="3708"/>
                  </a:lnTo>
                  <a:lnTo>
                    <a:pt x="7035" y="5524"/>
                  </a:lnTo>
                  <a:lnTo>
                    <a:pt x="7035" y="17995"/>
                  </a:lnTo>
                  <a:lnTo>
                    <a:pt x="6858" y="18211"/>
                  </a:lnTo>
                  <a:lnTo>
                    <a:pt x="6769" y="17907"/>
                  </a:lnTo>
                  <a:lnTo>
                    <a:pt x="6985" y="17907"/>
                  </a:lnTo>
                  <a:lnTo>
                    <a:pt x="7035" y="5524"/>
                  </a:lnTo>
                  <a:lnTo>
                    <a:pt x="6604" y="5969"/>
                  </a:lnTo>
                  <a:lnTo>
                    <a:pt x="6146" y="8001"/>
                  </a:lnTo>
                  <a:lnTo>
                    <a:pt x="6096" y="8255"/>
                  </a:lnTo>
                  <a:lnTo>
                    <a:pt x="5715" y="8763"/>
                  </a:lnTo>
                  <a:lnTo>
                    <a:pt x="5080" y="9906"/>
                  </a:lnTo>
                  <a:lnTo>
                    <a:pt x="4953" y="13208"/>
                  </a:lnTo>
                  <a:lnTo>
                    <a:pt x="4318" y="14986"/>
                  </a:lnTo>
                  <a:lnTo>
                    <a:pt x="4343" y="15875"/>
                  </a:lnTo>
                  <a:lnTo>
                    <a:pt x="4495" y="16383"/>
                  </a:lnTo>
                  <a:lnTo>
                    <a:pt x="4597" y="16764"/>
                  </a:lnTo>
                  <a:lnTo>
                    <a:pt x="4724" y="17208"/>
                  </a:lnTo>
                  <a:lnTo>
                    <a:pt x="4953" y="17526"/>
                  </a:lnTo>
                  <a:lnTo>
                    <a:pt x="5054" y="18770"/>
                  </a:lnTo>
                  <a:lnTo>
                    <a:pt x="5181" y="18288"/>
                  </a:lnTo>
                  <a:lnTo>
                    <a:pt x="5334" y="17907"/>
                  </a:lnTo>
                  <a:lnTo>
                    <a:pt x="5461" y="12319"/>
                  </a:lnTo>
                  <a:lnTo>
                    <a:pt x="5461" y="15875"/>
                  </a:lnTo>
                  <a:lnTo>
                    <a:pt x="5969" y="16383"/>
                  </a:lnTo>
                  <a:lnTo>
                    <a:pt x="5803" y="16383"/>
                  </a:lnTo>
                  <a:lnTo>
                    <a:pt x="5422" y="15875"/>
                  </a:lnTo>
                  <a:lnTo>
                    <a:pt x="5473" y="16764"/>
                  </a:lnTo>
                  <a:lnTo>
                    <a:pt x="5588" y="16383"/>
                  </a:lnTo>
                  <a:lnTo>
                    <a:pt x="5676" y="16764"/>
                  </a:lnTo>
                  <a:lnTo>
                    <a:pt x="5791" y="17208"/>
                  </a:lnTo>
                  <a:lnTo>
                    <a:pt x="5829" y="17830"/>
                  </a:lnTo>
                  <a:lnTo>
                    <a:pt x="5715" y="18669"/>
                  </a:lnTo>
                  <a:lnTo>
                    <a:pt x="5842" y="18542"/>
                  </a:lnTo>
                  <a:lnTo>
                    <a:pt x="5842" y="17907"/>
                  </a:lnTo>
                  <a:lnTo>
                    <a:pt x="5969" y="18288"/>
                  </a:lnTo>
                  <a:lnTo>
                    <a:pt x="6350" y="17145"/>
                  </a:lnTo>
                  <a:lnTo>
                    <a:pt x="6223" y="16891"/>
                  </a:lnTo>
                  <a:lnTo>
                    <a:pt x="6096" y="17145"/>
                  </a:lnTo>
                  <a:lnTo>
                    <a:pt x="5969" y="17526"/>
                  </a:lnTo>
                  <a:lnTo>
                    <a:pt x="6096" y="16764"/>
                  </a:lnTo>
                  <a:lnTo>
                    <a:pt x="6553" y="17119"/>
                  </a:lnTo>
                  <a:lnTo>
                    <a:pt x="6426" y="17526"/>
                  </a:lnTo>
                  <a:lnTo>
                    <a:pt x="6223" y="17907"/>
                  </a:lnTo>
                  <a:lnTo>
                    <a:pt x="6057" y="18288"/>
                  </a:lnTo>
                  <a:lnTo>
                    <a:pt x="5892" y="18770"/>
                  </a:lnTo>
                  <a:lnTo>
                    <a:pt x="5676" y="19050"/>
                  </a:lnTo>
                  <a:lnTo>
                    <a:pt x="5588" y="21463"/>
                  </a:lnTo>
                  <a:lnTo>
                    <a:pt x="5461" y="22225"/>
                  </a:lnTo>
                  <a:lnTo>
                    <a:pt x="5473" y="21463"/>
                  </a:lnTo>
                  <a:lnTo>
                    <a:pt x="5461" y="19558"/>
                  </a:lnTo>
                  <a:lnTo>
                    <a:pt x="5334" y="19405"/>
                  </a:lnTo>
                  <a:lnTo>
                    <a:pt x="5461" y="17907"/>
                  </a:lnTo>
                  <a:lnTo>
                    <a:pt x="5207" y="18288"/>
                  </a:lnTo>
                  <a:lnTo>
                    <a:pt x="5207" y="19304"/>
                  </a:lnTo>
                  <a:lnTo>
                    <a:pt x="5257" y="19431"/>
                  </a:lnTo>
                  <a:lnTo>
                    <a:pt x="5207" y="21082"/>
                  </a:lnTo>
                  <a:lnTo>
                    <a:pt x="4953" y="21463"/>
                  </a:lnTo>
                  <a:lnTo>
                    <a:pt x="5080" y="21082"/>
                  </a:lnTo>
                  <a:lnTo>
                    <a:pt x="5143" y="19939"/>
                  </a:lnTo>
                  <a:lnTo>
                    <a:pt x="4953" y="19939"/>
                  </a:lnTo>
                  <a:lnTo>
                    <a:pt x="4876" y="18770"/>
                  </a:lnTo>
                  <a:lnTo>
                    <a:pt x="4749" y="19050"/>
                  </a:lnTo>
                  <a:lnTo>
                    <a:pt x="4699" y="19939"/>
                  </a:lnTo>
                  <a:lnTo>
                    <a:pt x="4699" y="18770"/>
                  </a:lnTo>
                  <a:lnTo>
                    <a:pt x="4699" y="18288"/>
                  </a:lnTo>
                  <a:lnTo>
                    <a:pt x="4546" y="18770"/>
                  </a:lnTo>
                  <a:lnTo>
                    <a:pt x="4699" y="18288"/>
                  </a:lnTo>
                  <a:lnTo>
                    <a:pt x="4699" y="17907"/>
                  </a:lnTo>
                  <a:lnTo>
                    <a:pt x="4318" y="18211"/>
                  </a:lnTo>
                  <a:lnTo>
                    <a:pt x="4318" y="20320"/>
                  </a:lnTo>
                  <a:lnTo>
                    <a:pt x="4051" y="20701"/>
                  </a:lnTo>
                  <a:lnTo>
                    <a:pt x="3937" y="22225"/>
                  </a:lnTo>
                  <a:lnTo>
                    <a:pt x="3937" y="20701"/>
                  </a:lnTo>
                  <a:lnTo>
                    <a:pt x="4318" y="20320"/>
                  </a:lnTo>
                  <a:lnTo>
                    <a:pt x="4318" y="18211"/>
                  </a:lnTo>
                  <a:lnTo>
                    <a:pt x="3733" y="18935"/>
                  </a:lnTo>
                  <a:lnTo>
                    <a:pt x="3733" y="22225"/>
                  </a:lnTo>
                  <a:lnTo>
                    <a:pt x="2794" y="22860"/>
                  </a:lnTo>
                  <a:lnTo>
                    <a:pt x="2540" y="23114"/>
                  </a:lnTo>
                  <a:lnTo>
                    <a:pt x="2540" y="23495"/>
                  </a:lnTo>
                  <a:lnTo>
                    <a:pt x="2565" y="23876"/>
                  </a:lnTo>
                  <a:lnTo>
                    <a:pt x="2794" y="23876"/>
                  </a:lnTo>
                  <a:lnTo>
                    <a:pt x="2794" y="26289"/>
                  </a:lnTo>
                  <a:lnTo>
                    <a:pt x="2667" y="25019"/>
                  </a:lnTo>
                  <a:lnTo>
                    <a:pt x="2540" y="23876"/>
                  </a:lnTo>
                  <a:lnTo>
                    <a:pt x="2540" y="23495"/>
                  </a:lnTo>
                  <a:lnTo>
                    <a:pt x="2387" y="23876"/>
                  </a:lnTo>
                  <a:lnTo>
                    <a:pt x="2540" y="23495"/>
                  </a:lnTo>
                  <a:lnTo>
                    <a:pt x="2514" y="23114"/>
                  </a:lnTo>
                  <a:lnTo>
                    <a:pt x="2336" y="23114"/>
                  </a:lnTo>
                  <a:lnTo>
                    <a:pt x="2730" y="22860"/>
                  </a:lnTo>
                  <a:lnTo>
                    <a:pt x="2565" y="22860"/>
                  </a:lnTo>
                  <a:lnTo>
                    <a:pt x="3708" y="22225"/>
                  </a:lnTo>
                  <a:lnTo>
                    <a:pt x="3733" y="18935"/>
                  </a:lnTo>
                  <a:lnTo>
                    <a:pt x="2971" y="19939"/>
                  </a:lnTo>
                  <a:lnTo>
                    <a:pt x="2755" y="20320"/>
                  </a:lnTo>
                  <a:lnTo>
                    <a:pt x="2692" y="20701"/>
                  </a:lnTo>
                  <a:lnTo>
                    <a:pt x="2628" y="20980"/>
                  </a:lnTo>
                  <a:lnTo>
                    <a:pt x="2794" y="20066"/>
                  </a:lnTo>
                  <a:lnTo>
                    <a:pt x="1397" y="21844"/>
                  </a:lnTo>
                  <a:lnTo>
                    <a:pt x="1397" y="22606"/>
                  </a:lnTo>
                  <a:lnTo>
                    <a:pt x="1524" y="23622"/>
                  </a:lnTo>
                  <a:lnTo>
                    <a:pt x="2413" y="21463"/>
                  </a:lnTo>
                  <a:lnTo>
                    <a:pt x="2540" y="21463"/>
                  </a:lnTo>
                  <a:lnTo>
                    <a:pt x="2387" y="21844"/>
                  </a:lnTo>
                  <a:lnTo>
                    <a:pt x="2273" y="22225"/>
                  </a:lnTo>
                  <a:lnTo>
                    <a:pt x="1930" y="22860"/>
                  </a:lnTo>
                  <a:lnTo>
                    <a:pt x="1816" y="23114"/>
                  </a:lnTo>
                  <a:lnTo>
                    <a:pt x="1727" y="25400"/>
                  </a:lnTo>
                  <a:lnTo>
                    <a:pt x="1905" y="25019"/>
                  </a:lnTo>
                  <a:lnTo>
                    <a:pt x="1905" y="27813"/>
                  </a:lnTo>
                  <a:lnTo>
                    <a:pt x="1841" y="27051"/>
                  </a:lnTo>
                  <a:lnTo>
                    <a:pt x="1727" y="27432"/>
                  </a:lnTo>
                  <a:lnTo>
                    <a:pt x="1651" y="30226"/>
                  </a:lnTo>
                  <a:lnTo>
                    <a:pt x="1524" y="30226"/>
                  </a:lnTo>
                  <a:lnTo>
                    <a:pt x="1473" y="29984"/>
                  </a:lnTo>
                  <a:lnTo>
                    <a:pt x="1651" y="30226"/>
                  </a:lnTo>
                  <a:lnTo>
                    <a:pt x="1562" y="28575"/>
                  </a:lnTo>
                  <a:lnTo>
                    <a:pt x="1587" y="27813"/>
                  </a:lnTo>
                  <a:lnTo>
                    <a:pt x="1600" y="27432"/>
                  </a:lnTo>
                  <a:lnTo>
                    <a:pt x="1435" y="27813"/>
                  </a:lnTo>
                  <a:lnTo>
                    <a:pt x="1460" y="28409"/>
                  </a:lnTo>
                  <a:lnTo>
                    <a:pt x="1409" y="29552"/>
                  </a:lnTo>
                  <a:lnTo>
                    <a:pt x="1409" y="28321"/>
                  </a:lnTo>
                  <a:lnTo>
                    <a:pt x="1346" y="28194"/>
                  </a:lnTo>
                  <a:lnTo>
                    <a:pt x="1270" y="27813"/>
                  </a:lnTo>
                  <a:lnTo>
                    <a:pt x="1193" y="27432"/>
                  </a:lnTo>
                  <a:lnTo>
                    <a:pt x="1143" y="29552"/>
                  </a:lnTo>
                  <a:lnTo>
                    <a:pt x="1028" y="26289"/>
                  </a:lnTo>
                  <a:lnTo>
                    <a:pt x="1003" y="25793"/>
                  </a:lnTo>
                  <a:lnTo>
                    <a:pt x="0" y="26289"/>
                  </a:lnTo>
                  <a:lnTo>
                    <a:pt x="749" y="26289"/>
                  </a:lnTo>
                  <a:lnTo>
                    <a:pt x="635" y="34798"/>
                  </a:lnTo>
                  <a:lnTo>
                    <a:pt x="2413" y="37719"/>
                  </a:lnTo>
                  <a:lnTo>
                    <a:pt x="5207" y="39624"/>
                  </a:lnTo>
                  <a:lnTo>
                    <a:pt x="8255" y="41275"/>
                  </a:lnTo>
                  <a:lnTo>
                    <a:pt x="11938" y="41275"/>
                  </a:lnTo>
                  <a:lnTo>
                    <a:pt x="14859" y="39624"/>
                  </a:lnTo>
                  <a:lnTo>
                    <a:pt x="17653" y="37973"/>
                  </a:lnTo>
                  <a:lnTo>
                    <a:pt x="18415" y="36576"/>
                  </a:lnTo>
                  <a:lnTo>
                    <a:pt x="19431" y="34798"/>
                  </a:lnTo>
                  <a:lnTo>
                    <a:pt x="19431" y="32639"/>
                  </a:lnTo>
                  <a:lnTo>
                    <a:pt x="19431" y="32131"/>
                  </a:lnTo>
                  <a:lnTo>
                    <a:pt x="19558" y="32131"/>
                  </a:lnTo>
                  <a:lnTo>
                    <a:pt x="19431" y="32639"/>
                  </a:lnTo>
                  <a:lnTo>
                    <a:pt x="19558" y="33020"/>
                  </a:lnTo>
                  <a:lnTo>
                    <a:pt x="19558" y="33782"/>
                  </a:lnTo>
                  <a:lnTo>
                    <a:pt x="21082" y="32131"/>
                  </a:lnTo>
                  <a:lnTo>
                    <a:pt x="21209" y="31369"/>
                  </a:lnTo>
                  <a:lnTo>
                    <a:pt x="21488" y="30607"/>
                  </a:lnTo>
                  <a:lnTo>
                    <a:pt x="21653" y="30226"/>
                  </a:lnTo>
                  <a:lnTo>
                    <a:pt x="21526" y="30226"/>
                  </a:lnTo>
                  <a:lnTo>
                    <a:pt x="22085" y="29857"/>
                  </a:lnTo>
                  <a:lnTo>
                    <a:pt x="22872" y="28575"/>
                  </a:lnTo>
                  <a:lnTo>
                    <a:pt x="23114" y="28194"/>
                  </a:lnTo>
                  <a:lnTo>
                    <a:pt x="23241" y="27051"/>
                  </a:lnTo>
                  <a:lnTo>
                    <a:pt x="23368" y="27051"/>
                  </a:lnTo>
                  <a:lnTo>
                    <a:pt x="23495" y="26924"/>
                  </a:lnTo>
                  <a:lnTo>
                    <a:pt x="23431" y="27051"/>
                  </a:lnTo>
                  <a:lnTo>
                    <a:pt x="23685" y="27051"/>
                  </a:lnTo>
                  <a:lnTo>
                    <a:pt x="24638" y="26670"/>
                  </a:lnTo>
                  <a:lnTo>
                    <a:pt x="27686" y="23495"/>
                  </a:lnTo>
                  <a:lnTo>
                    <a:pt x="27940" y="23114"/>
                  </a:lnTo>
                  <a:lnTo>
                    <a:pt x="27990" y="22860"/>
                  </a:lnTo>
                  <a:lnTo>
                    <a:pt x="28117" y="22225"/>
                  </a:lnTo>
                  <a:lnTo>
                    <a:pt x="28498" y="20320"/>
                  </a:lnTo>
                  <a:lnTo>
                    <a:pt x="28613" y="19558"/>
                  </a:lnTo>
                  <a:lnTo>
                    <a:pt x="28702" y="10795"/>
                  </a:lnTo>
                  <a:lnTo>
                    <a:pt x="28765" y="11176"/>
                  </a:lnTo>
                  <a:lnTo>
                    <a:pt x="28854" y="11557"/>
                  </a:lnTo>
                  <a:lnTo>
                    <a:pt x="28956" y="12319"/>
                  </a:lnTo>
                  <a:lnTo>
                    <a:pt x="29083" y="15875"/>
                  </a:lnTo>
                  <a:lnTo>
                    <a:pt x="29464" y="14986"/>
                  </a:lnTo>
                  <a:lnTo>
                    <a:pt x="29464" y="10795"/>
                  </a:lnTo>
                  <a:lnTo>
                    <a:pt x="29464" y="9906"/>
                  </a:lnTo>
                  <a:close/>
                </a:path>
                <a:path w="2754629" h="802639">
                  <a:moveTo>
                    <a:pt x="49403" y="259969"/>
                  </a:moveTo>
                  <a:lnTo>
                    <a:pt x="49352" y="256540"/>
                  </a:lnTo>
                  <a:lnTo>
                    <a:pt x="49276" y="250698"/>
                  </a:lnTo>
                  <a:lnTo>
                    <a:pt x="47498" y="248793"/>
                  </a:lnTo>
                  <a:lnTo>
                    <a:pt x="47371" y="256540"/>
                  </a:lnTo>
                  <a:lnTo>
                    <a:pt x="47244" y="256413"/>
                  </a:lnTo>
                  <a:lnTo>
                    <a:pt x="47371" y="255270"/>
                  </a:lnTo>
                  <a:lnTo>
                    <a:pt x="47498" y="248793"/>
                  </a:lnTo>
                  <a:lnTo>
                    <a:pt x="46863" y="248031"/>
                  </a:lnTo>
                  <a:lnTo>
                    <a:pt x="46774" y="261620"/>
                  </a:lnTo>
                  <a:lnTo>
                    <a:pt x="46723" y="262191"/>
                  </a:lnTo>
                  <a:lnTo>
                    <a:pt x="46621" y="262636"/>
                  </a:lnTo>
                  <a:lnTo>
                    <a:pt x="46736" y="260807"/>
                  </a:lnTo>
                  <a:lnTo>
                    <a:pt x="46863" y="248031"/>
                  </a:lnTo>
                  <a:lnTo>
                    <a:pt x="46355" y="246761"/>
                  </a:lnTo>
                  <a:lnTo>
                    <a:pt x="46228" y="246380"/>
                  </a:lnTo>
                  <a:lnTo>
                    <a:pt x="44831" y="243332"/>
                  </a:lnTo>
                  <a:lnTo>
                    <a:pt x="44323" y="242316"/>
                  </a:lnTo>
                  <a:lnTo>
                    <a:pt x="40640" y="240030"/>
                  </a:lnTo>
                  <a:lnTo>
                    <a:pt x="32131" y="240030"/>
                  </a:lnTo>
                  <a:lnTo>
                    <a:pt x="28194" y="242316"/>
                  </a:lnTo>
                  <a:lnTo>
                    <a:pt x="26441" y="246380"/>
                  </a:lnTo>
                  <a:lnTo>
                    <a:pt x="26162" y="246761"/>
                  </a:lnTo>
                  <a:lnTo>
                    <a:pt x="25565" y="248793"/>
                  </a:lnTo>
                  <a:lnTo>
                    <a:pt x="25273" y="249936"/>
                  </a:lnTo>
                  <a:lnTo>
                    <a:pt x="25400" y="257429"/>
                  </a:lnTo>
                  <a:lnTo>
                    <a:pt x="25400" y="256540"/>
                  </a:lnTo>
                  <a:lnTo>
                    <a:pt x="44742" y="256540"/>
                  </a:lnTo>
                  <a:lnTo>
                    <a:pt x="44729" y="257429"/>
                  </a:lnTo>
                  <a:lnTo>
                    <a:pt x="44450" y="257429"/>
                  </a:lnTo>
                  <a:lnTo>
                    <a:pt x="44450" y="262636"/>
                  </a:lnTo>
                  <a:lnTo>
                    <a:pt x="44196" y="263144"/>
                  </a:lnTo>
                  <a:lnTo>
                    <a:pt x="44069" y="263271"/>
                  </a:lnTo>
                  <a:lnTo>
                    <a:pt x="43942" y="263525"/>
                  </a:lnTo>
                  <a:lnTo>
                    <a:pt x="44069" y="263144"/>
                  </a:lnTo>
                  <a:lnTo>
                    <a:pt x="44450" y="262636"/>
                  </a:lnTo>
                  <a:lnTo>
                    <a:pt x="44450" y="257429"/>
                  </a:lnTo>
                  <a:lnTo>
                    <a:pt x="25400" y="257429"/>
                  </a:lnTo>
                  <a:lnTo>
                    <a:pt x="24892" y="257429"/>
                  </a:lnTo>
                  <a:lnTo>
                    <a:pt x="25908" y="261620"/>
                  </a:lnTo>
                  <a:lnTo>
                    <a:pt x="26289" y="266192"/>
                  </a:lnTo>
                  <a:lnTo>
                    <a:pt x="27051" y="266954"/>
                  </a:lnTo>
                  <a:lnTo>
                    <a:pt x="27178" y="267462"/>
                  </a:lnTo>
                  <a:lnTo>
                    <a:pt x="29083" y="268859"/>
                  </a:lnTo>
                  <a:lnTo>
                    <a:pt x="30480" y="270256"/>
                  </a:lnTo>
                  <a:lnTo>
                    <a:pt x="30988" y="270256"/>
                  </a:lnTo>
                  <a:lnTo>
                    <a:pt x="31877" y="270891"/>
                  </a:lnTo>
                  <a:lnTo>
                    <a:pt x="36322" y="270637"/>
                  </a:lnTo>
                  <a:lnTo>
                    <a:pt x="40767" y="270891"/>
                  </a:lnTo>
                  <a:lnTo>
                    <a:pt x="41122" y="270637"/>
                  </a:lnTo>
                  <a:lnTo>
                    <a:pt x="41656" y="270256"/>
                  </a:lnTo>
                  <a:lnTo>
                    <a:pt x="42164" y="270256"/>
                  </a:lnTo>
                  <a:lnTo>
                    <a:pt x="43561" y="268859"/>
                  </a:lnTo>
                  <a:lnTo>
                    <a:pt x="45466" y="267462"/>
                  </a:lnTo>
                  <a:lnTo>
                    <a:pt x="45554" y="266954"/>
                  </a:lnTo>
                  <a:lnTo>
                    <a:pt x="46355" y="266192"/>
                  </a:lnTo>
                  <a:lnTo>
                    <a:pt x="46494" y="263525"/>
                  </a:lnTo>
                  <a:lnTo>
                    <a:pt x="46558" y="263080"/>
                  </a:lnTo>
                  <a:lnTo>
                    <a:pt x="46863" y="262636"/>
                  </a:lnTo>
                  <a:lnTo>
                    <a:pt x="49403" y="259969"/>
                  </a:lnTo>
                  <a:close/>
                </a:path>
                <a:path w="2754629" h="802639">
                  <a:moveTo>
                    <a:pt x="65913" y="437769"/>
                  </a:moveTo>
                  <a:lnTo>
                    <a:pt x="64516" y="434721"/>
                  </a:lnTo>
                  <a:lnTo>
                    <a:pt x="64516" y="434594"/>
                  </a:lnTo>
                  <a:lnTo>
                    <a:pt x="63881" y="433070"/>
                  </a:lnTo>
                  <a:lnTo>
                    <a:pt x="62204" y="428625"/>
                  </a:lnTo>
                  <a:lnTo>
                    <a:pt x="62103" y="428371"/>
                  </a:lnTo>
                  <a:lnTo>
                    <a:pt x="59182" y="427228"/>
                  </a:lnTo>
                  <a:lnTo>
                    <a:pt x="59105" y="444500"/>
                  </a:lnTo>
                  <a:lnTo>
                    <a:pt x="59563" y="444500"/>
                  </a:lnTo>
                  <a:lnTo>
                    <a:pt x="58788" y="444893"/>
                  </a:lnTo>
                  <a:lnTo>
                    <a:pt x="59042" y="444500"/>
                  </a:lnTo>
                  <a:lnTo>
                    <a:pt x="59093" y="443865"/>
                  </a:lnTo>
                  <a:lnTo>
                    <a:pt x="59055" y="442722"/>
                  </a:lnTo>
                  <a:lnTo>
                    <a:pt x="59156" y="430022"/>
                  </a:lnTo>
                  <a:lnTo>
                    <a:pt x="59182" y="427228"/>
                  </a:lnTo>
                  <a:lnTo>
                    <a:pt x="56769" y="426085"/>
                  </a:lnTo>
                  <a:lnTo>
                    <a:pt x="52070" y="428117"/>
                  </a:lnTo>
                  <a:lnTo>
                    <a:pt x="50419" y="428625"/>
                  </a:lnTo>
                  <a:lnTo>
                    <a:pt x="49745" y="429031"/>
                  </a:lnTo>
                  <a:lnTo>
                    <a:pt x="48501" y="429031"/>
                  </a:lnTo>
                  <a:lnTo>
                    <a:pt x="48387" y="429768"/>
                  </a:lnTo>
                  <a:lnTo>
                    <a:pt x="48463" y="429031"/>
                  </a:lnTo>
                  <a:lnTo>
                    <a:pt x="44831" y="431038"/>
                  </a:lnTo>
                  <a:lnTo>
                    <a:pt x="44196" y="432054"/>
                  </a:lnTo>
                  <a:lnTo>
                    <a:pt x="41783" y="434213"/>
                  </a:lnTo>
                  <a:lnTo>
                    <a:pt x="40767" y="436499"/>
                  </a:lnTo>
                  <a:lnTo>
                    <a:pt x="40894" y="445770"/>
                  </a:lnTo>
                  <a:lnTo>
                    <a:pt x="44958" y="449707"/>
                  </a:lnTo>
                  <a:lnTo>
                    <a:pt x="54864" y="449707"/>
                  </a:lnTo>
                  <a:lnTo>
                    <a:pt x="55880" y="448691"/>
                  </a:lnTo>
                  <a:lnTo>
                    <a:pt x="59055" y="445770"/>
                  </a:lnTo>
                  <a:lnTo>
                    <a:pt x="59055" y="445008"/>
                  </a:lnTo>
                  <a:lnTo>
                    <a:pt x="60325" y="444500"/>
                  </a:lnTo>
                  <a:lnTo>
                    <a:pt x="63627" y="443230"/>
                  </a:lnTo>
                  <a:lnTo>
                    <a:pt x="64008" y="442087"/>
                  </a:lnTo>
                  <a:lnTo>
                    <a:pt x="65278" y="439039"/>
                  </a:lnTo>
                  <a:lnTo>
                    <a:pt x="65913" y="437769"/>
                  </a:lnTo>
                  <a:close/>
                </a:path>
                <a:path w="2754629" h="802639">
                  <a:moveTo>
                    <a:pt x="1742059" y="789051"/>
                  </a:moveTo>
                  <a:lnTo>
                    <a:pt x="1741576" y="785368"/>
                  </a:lnTo>
                  <a:lnTo>
                    <a:pt x="1741551" y="785114"/>
                  </a:lnTo>
                  <a:lnTo>
                    <a:pt x="1740408" y="783463"/>
                  </a:lnTo>
                  <a:lnTo>
                    <a:pt x="1740408" y="788797"/>
                  </a:lnTo>
                  <a:lnTo>
                    <a:pt x="1740408" y="790067"/>
                  </a:lnTo>
                  <a:lnTo>
                    <a:pt x="1740281" y="789813"/>
                  </a:lnTo>
                  <a:lnTo>
                    <a:pt x="1740230" y="789432"/>
                  </a:lnTo>
                  <a:lnTo>
                    <a:pt x="1740154" y="788797"/>
                  </a:lnTo>
                  <a:lnTo>
                    <a:pt x="1740281" y="789432"/>
                  </a:lnTo>
                  <a:lnTo>
                    <a:pt x="1740357" y="789813"/>
                  </a:lnTo>
                  <a:lnTo>
                    <a:pt x="1740408" y="788797"/>
                  </a:lnTo>
                  <a:lnTo>
                    <a:pt x="1740408" y="783463"/>
                  </a:lnTo>
                  <a:lnTo>
                    <a:pt x="1737487" y="779780"/>
                  </a:lnTo>
                  <a:lnTo>
                    <a:pt x="1737106" y="779272"/>
                  </a:lnTo>
                  <a:lnTo>
                    <a:pt x="1733550" y="777875"/>
                  </a:lnTo>
                  <a:lnTo>
                    <a:pt x="1726184" y="779018"/>
                  </a:lnTo>
                  <a:lnTo>
                    <a:pt x="1723263" y="781558"/>
                  </a:lnTo>
                  <a:lnTo>
                    <a:pt x="1722882" y="782320"/>
                  </a:lnTo>
                  <a:lnTo>
                    <a:pt x="1721993" y="782955"/>
                  </a:lnTo>
                  <a:lnTo>
                    <a:pt x="1721612" y="784606"/>
                  </a:lnTo>
                  <a:lnTo>
                    <a:pt x="1720977" y="785368"/>
                  </a:lnTo>
                  <a:lnTo>
                    <a:pt x="1720723" y="788416"/>
                  </a:lnTo>
                  <a:lnTo>
                    <a:pt x="1719834" y="792099"/>
                  </a:lnTo>
                  <a:lnTo>
                    <a:pt x="1719948" y="792721"/>
                  </a:lnTo>
                  <a:lnTo>
                    <a:pt x="1720469" y="793750"/>
                  </a:lnTo>
                  <a:lnTo>
                    <a:pt x="1720519" y="792099"/>
                  </a:lnTo>
                  <a:lnTo>
                    <a:pt x="1720469" y="795655"/>
                  </a:lnTo>
                  <a:lnTo>
                    <a:pt x="1722170" y="798957"/>
                  </a:lnTo>
                  <a:lnTo>
                    <a:pt x="1722247" y="799084"/>
                  </a:lnTo>
                  <a:lnTo>
                    <a:pt x="1728597" y="802640"/>
                  </a:lnTo>
                  <a:lnTo>
                    <a:pt x="1732407" y="802640"/>
                  </a:lnTo>
                  <a:lnTo>
                    <a:pt x="1738757" y="798957"/>
                  </a:lnTo>
                  <a:lnTo>
                    <a:pt x="1740535" y="795655"/>
                  </a:lnTo>
                  <a:lnTo>
                    <a:pt x="1740420" y="792492"/>
                  </a:lnTo>
                  <a:lnTo>
                    <a:pt x="1740700" y="792099"/>
                  </a:lnTo>
                  <a:lnTo>
                    <a:pt x="1741601" y="790067"/>
                  </a:lnTo>
                  <a:lnTo>
                    <a:pt x="1742059" y="789051"/>
                  </a:lnTo>
                  <a:close/>
                </a:path>
                <a:path w="2754629" h="802639">
                  <a:moveTo>
                    <a:pt x="1752092" y="415671"/>
                  </a:moveTo>
                  <a:lnTo>
                    <a:pt x="1737995" y="415671"/>
                  </a:lnTo>
                  <a:lnTo>
                    <a:pt x="1737868" y="415671"/>
                  </a:lnTo>
                  <a:lnTo>
                    <a:pt x="1738122" y="416814"/>
                  </a:lnTo>
                  <a:lnTo>
                    <a:pt x="1738122" y="423672"/>
                  </a:lnTo>
                  <a:lnTo>
                    <a:pt x="1739392" y="425958"/>
                  </a:lnTo>
                  <a:lnTo>
                    <a:pt x="1743710" y="428498"/>
                  </a:lnTo>
                  <a:lnTo>
                    <a:pt x="1746377" y="428498"/>
                  </a:lnTo>
                  <a:lnTo>
                    <a:pt x="1748409" y="427228"/>
                  </a:lnTo>
                  <a:lnTo>
                    <a:pt x="1750695" y="425958"/>
                  </a:lnTo>
                  <a:lnTo>
                    <a:pt x="1751965" y="423672"/>
                  </a:lnTo>
                  <a:lnTo>
                    <a:pt x="1752092" y="415671"/>
                  </a:lnTo>
                  <a:close/>
                </a:path>
                <a:path w="2754629" h="802639">
                  <a:moveTo>
                    <a:pt x="1756473" y="398018"/>
                  </a:moveTo>
                  <a:lnTo>
                    <a:pt x="1756346" y="396748"/>
                  </a:lnTo>
                  <a:lnTo>
                    <a:pt x="1756283" y="396113"/>
                  </a:lnTo>
                  <a:lnTo>
                    <a:pt x="1755140" y="392557"/>
                  </a:lnTo>
                  <a:lnTo>
                    <a:pt x="1755140" y="402844"/>
                  </a:lnTo>
                  <a:lnTo>
                    <a:pt x="1754835" y="401574"/>
                  </a:lnTo>
                  <a:lnTo>
                    <a:pt x="1754505" y="399796"/>
                  </a:lnTo>
                  <a:lnTo>
                    <a:pt x="1755140" y="402844"/>
                  </a:lnTo>
                  <a:lnTo>
                    <a:pt x="1755140" y="392557"/>
                  </a:lnTo>
                  <a:lnTo>
                    <a:pt x="1755140" y="392303"/>
                  </a:lnTo>
                  <a:lnTo>
                    <a:pt x="1754759" y="391033"/>
                  </a:lnTo>
                  <a:lnTo>
                    <a:pt x="1750441" y="387604"/>
                  </a:lnTo>
                  <a:lnTo>
                    <a:pt x="1742186" y="387604"/>
                  </a:lnTo>
                  <a:lnTo>
                    <a:pt x="1740916" y="387604"/>
                  </a:lnTo>
                  <a:lnTo>
                    <a:pt x="1740408" y="387604"/>
                  </a:lnTo>
                  <a:lnTo>
                    <a:pt x="1740408" y="411988"/>
                  </a:lnTo>
                  <a:lnTo>
                    <a:pt x="1739442" y="411607"/>
                  </a:lnTo>
                  <a:lnTo>
                    <a:pt x="1739938" y="411988"/>
                  </a:lnTo>
                  <a:lnTo>
                    <a:pt x="1739773" y="411988"/>
                  </a:lnTo>
                  <a:lnTo>
                    <a:pt x="1739773" y="412369"/>
                  </a:lnTo>
                  <a:lnTo>
                    <a:pt x="1739773" y="412623"/>
                  </a:lnTo>
                  <a:lnTo>
                    <a:pt x="1739506" y="412623"/>
                  </a:lnTo>
                  <a:lnTo>
                    <a:pt x="1739265" y="412369"/>
                  </a:lnTo>
                  <a:lnTo>
                    <a:pt x="1739760" y="412623"/>
                  </a:lnTo>
                  <a:lnTo>
                    <a:pt x="1739773" y="412369"/>
                  </a:lnTo>
                  <a:lnTo>
                    <a:pt x="1739773" y="411988"/>
                  </a:lnTo>
                  <a:lnTo>
                    <a:pt x="1739392" y="411607"/>
                  </a:lnTo>
                  <a:lnTo>
                    <a:pt x="1738884" y="411289"/>
                  </a:lnTo>
                  <a:lnTo>
                    <a:pt x="1738884" y="410337"/>
                  </a:lnTo>
                  <a:lnTo>
                    <a:pt x="1738884" y="409575"/>
                  </a:lnTo>
                  <a:lnTo>
                    <a:pt x="1738884" y="408813"/>
                  </a:lnTo>
                  <a:lnTo>
                    <a:pt x="1738998" y="409143"/>
                  </a:lnTo>
                  <a:lnTo>
                    <a:pt x="1738884" y="411289"/>
                  </a:lnTo>
                  <a:lnTo>
                    <a:pt x="1739519" y="411607"/>
                  </a:lnTo>
                  <a:lnTo>
                    <a:pt x="1739646" y="411607"/>
                  </a:lnTo>
                  <a:lnTo>
                    <a:pt x="1739404" y="411289"/>
                  </a:lnTo>
                  <a:lnTo>
                    <a:pt x="1739773" y="411607"/>
                  </a:lnTo>
                  <a:lnTo>
                    <a:pt x="1739646" y="411289"/>
                  </a:lnTo>
                  <a:lnTo>
                    <a:pt x="1739773" y="411607"/>
                  </a:lnTo>
                  <a:lnTo>
                    <a:pt x="1740408" y="411988"/>
                  </a:lnTo>
                  <a:lnTo>
                    <a:pt x="1740408" y="387604"/>
                  </a:lnTo>
                  <a:lnTo>
                    <a:pt x="1739569" y="388264"/>
                  </a:lnTo>
                  <a:lnTo>
                    <a:pt x="1739569" y="410337"/>
                  </a:lnTo>
                  <a:lnTo>
                    <a:pt x="1739519" y="410756"/>
                  </a:lnTo>
                  <a:lnTo>
                    <a:pt x="1739455" y="410591"/>
                  </a:lnTo>
                  <a:lnTo>
                    <a:pt x="1739417" y="410337"/>
                  </a:lnTo>
                  <a:lnTo>
                    <a:pt x="1739328" y="410083"/>
                  </a:lnTo>
                  <a:lnTo>
                    <a:pt x="1739569" y="410337"/>
                  </a:lnTo>
                  <a:lnTo>
                    <a:pt x="1739569" y="388264"/>
                  </a:lnTo>
                  <a:lnTo>
                    <a:pt x="1739265" y="388493"/>
                  </a:lnTo>
                  <a:lnTo>
                    <a:pt x="1737614" y="389636"/>
                  </a:lnTo>
                  <a:lnTo>
                    <a:pt x="1737283" y="389890"/>
                  </a:lnTo>
                  <a:lnTo>
                    <a:pt x="1737283" y="409194"/>
                  </a:lnTo>
                  <a:lnTo>
                    <a:pt x="1737233" y="410083"/>
                  </a:lnTo>
                  <a:lnTo>
                    <a:pt x="1737233" y="409575"/>
                  </a:lnTo>
                  <a:lnTo>
                    <a:pt x="1737233" y="409143"/>
                  </a:lnTo>
                  <a:lnTo>
                    <a:pt x="1736344" y="408520"/>
                  </a:lnTo>
                  <a:lnTo>
                    <a:pt x="1736242" y="408673"/>
                  </a:lnTo>
                  <a:lnTo>
                    <a:pt x="1736166" y="408546"/>
                  </a:lnTo>
                  <a:lnTo>
                    <a:pt x="1736318" y="408520"/>
                  </a:lnTo>
                  <a:lnTo>
                    <a:pt x="1736445" y="408520"/>
                  </a:lnTo>
                  <a:lnTo>
                    <a:pt x="1736877" y="408813"/>
                  </a:lnTo>
                  <a:lnTo>
                    <a:pt x="1737233" y="409143"/>
                  </a:lnTo>
                  <a:lnTo>
                    <a:pt x="1737283" y="389890"/>
                  </a:lnTo>
                  <a:lnTo>
                    <a:pt x="1736090" y="390779"/>
                  </a:lnTo>
                  <a:lnTo>
                    <a:pt x="1735836" y="391033"/>
                  </a:lnTo>
                  <a:lnTo>
                    <a:pt x="1734693" y="395097"/>
                  </a:lnTo>
                  <a:lnTo>
                    <a:pt x="1734680" y="395236"/>
                  </a:lnTo>
                  <a:lnTo>
                    <a:pt x="1734566" y="403352"/>
                  </a:lnTo>
                  <a:lnTo>
                    <a:pt x="1734566" y="403733"/>
                  </a:lnTo>
                  <a:lnTo>
                    <a:pt x="1734566" y="403352"/>
                  </a:lnTo>
                  <a:lnTo>
                    <a:pt x="1734566" y="395325"/>
                  </a:lnTo>
                  <a:lnTo>
                    <a:pt x="1733550" y="396748"/>
                  </a:lnTo>
                  <a:lnTo>
                    <a:pt x="1732407" y="398018"/>
                  </a:lnTo>
                  <a:lnTo>
                    <a:pt x="1732305" y="398526"/>
                  </a:lnTo>
                  <a:lnTo>
                    <a:pt x="1732026" y="398907"/>
                  </a:lnTo>
                  <a:lnTo>
                    <a:pt x="1732026" y="407035"/>
                  </a:lnTo>
                  <a:lnTo>
                    <a:pt x="1732407" y="407670"/>
                  </a:lnTo>
                  <a:lnTo>
                    <a:pt x="1732407" y="408520"/>
                  </a:lnTo>
                  <a:lnTo>
                    <a:pt x="1732584" y="408520"/>
                  </a:lnTo>
                  <a:lnTo>
                    <a:pt x="1733562" y="409575"/>
                  </a:lnTo>
                  <a:lnTo>
                    <a:pt x="1736280" y="409575"/>
                  </a:lnTo>
                  <a:lnTo>
                    <a:pt x="1736229" y="409143"/>
                  </a:lnTo>
                  <a:lnTo>
                    <a:pt x="1736318" y="408876"/>
                  </a:lnTo>
                  <a:lnTo>
                    <a:pt x="1736280" y="409575"/>
                  </a:lnTo>
                  <a:lnTo>
                    <a:pt x="1736572" y="409803"/>
                  </a:lnTo>
                  <a:lnTo>
                    <a:pt x="1736471" y="409575"/>
                  </a:lnTo>
                  <a:lnTo>
                    <a:pt x="1736979" y="410083"/>
                  </a:lnTo>
                  <a:lnTo>
                    <a:pt x="1737233" y="410337"/>
                  </a:lnTo>
                  <a:lnTo>
                    <a:pt x="1736953" y="410121"/>
                  </a:lnTo>
                  <a:lnTo>
                    <a:pt x="1736953" y="411607"/>
                  </a:lnTo>
                  <a:lnTo>
                    <a:pt x="1736928" y="411988"/>
                  </a:lnTo>
                  <a:lnTo>
                    <a:pt x="1736750" y="411289"/>
                  </a:lnTo>
                  <a:lnTo>
                    <a:pt x="1736953" y="411607"/>
                  </a:lnTo>
                  <a:lnTo>
                    <a:pt x="1736953" y="410121"/>
                  </a:lnTo>
                  <a:lnTo>
                    <a:pt x="1736725" y="410083"/>
                  </a:lnTo>
                  <a:lnTo>
                    <a:pt x="1733969" y="410083"/>
                  </a:lnTo>
                  <a:lnTo>
                    <a:pt x="1734477" y="410845"/>
                  </a:lnTo>
                  <a:lnTo>
                    <a:pt x="1734172" y="410845"/>
                  </a:lnTo>
                  <a:lnTo>
                    <a:pt x="1735518" y="411289"/>
                  </a:lnTo>
                  <a:lnTo>
                    <a:pt x="1735137" y="411289"/>
                  </a:lnTo>
                  <a:lnTo>
                    <a:pt x="1735836" y="411988"/>
                  </a:lnTo>
                  <a:lnTo>
                    <a:pt x="1737017" y="412229"/>
                  </a:lnTo>
                  <a:lnTo>
                    <a:pt x="1737080" y="412369"/>
                  </a:lnTo>
                  <a:lnTo>
                    <a:pt x="1737055" y="412242"/>
                  </a:lnTo>
                  <a:lnTo>
                    <a:pt x="1737728" y="412369"/>
                  </a:lnTo>
                  <a:lnTo>
                    <a:pt x="1737080" y="412369"/>
                  </a:lnTo>
                  <a:lnTo>
                    <a:pt x="1737106" y="412623"/>
                  </a:lnTo>
                  <a:lnTo>
                    <a:pt x="1737385" y="413258"/>
                  </a:lnTo>
                  <a:lnTo>
                    <a:pt x="1737614" y="413893"/>
                  </a:lnTo>
                  <a:lnTo>
                    <a:pt x="1737677" y="414274"/>
                  </a:lnTo>
                  <a:lnTo>
                    <a:pt x="1737868" y="415036"/>
                  </a:lnTo>
                  <a:lnTo>
                    <a:pt x="1737868" y="415290"/>
                  </a:lnTo>
                  <a:lnTo>
                    <a:pt x="1737995" y="415671"/>
                  </a:lnTo>
                  <a:lnTo>
                    <a:pt x="1737918" y="415290"/>
                  </a:lnTo>
                  <a:lnTo>
                    <a:pt x="1752219" y="415290"/>
                  </a:lnTo>
                  <a:lnTo>
                    <a:pt x="1752219" y="415036"/>
                  </a:lnTo>
                  <a:lnTo>
                    <a:pt x="1752346" y="414274"/>
                  </a:lnTo>
                  <a:lnTo>
                    <a:pt x="1752676" y="413258"/>
                  </a:lnTo>
                  <a:lnTo>
                    <a:pt x="1753489" y="410845"/>
                  </a:lnTo>
                  <a:lnTo>
                    <a:pt x="1753590" y="410083"/>
                  </a:lnTo>
                  <a:lnTo>
                    <a:pt x="1753704" y="409575"/>
                  </a:lnTo>
                  <a:lnTo>
                    <a:pt x="1754047" y="409143"/>
                  </a:lnTo>
                  <a:lnTo>
                    <a:pt x="1754378" y="408813"/>
                  </a:lnTo>
                  <a:lnTo>
                    <a:pt x="1754593" y="408520"/>
                  </a:lnTo>
                  <a:lnTo>
                    <a:pt x="1755394" y="407035"/>
                  </a:lnTo>
                  <a:lnTo>
                    <a:pt x="1755902" y="405130"/>
                  </a:lnTo>
                  <a:lnTo>
                    <a:pt x="1756156" y="404622"/>
                  </a:lnTo>
                  <a:lnTo>
                    <a:pt x="1756257" y="403860"/>
                  </a:lnTo>
                  <a:lnTo>
                    <a:pt x="1756359" y="403352"/>
                  </a:lnTo>
                  <a:lnTo>
                    <a:pt x="1756410" y="403098"/>
                  </a:lnTo>
                  <a:lnTo>
                    <a:pt x="1756473" y="398018"/>
                  </a:lnTo>
                  <a:close/>
                </a:path>
                <a:path w="2754629" h="802639">
                  <a:moveTo>
                    <a:pt x="1758442" y="600075"/>
                  </a:moveTo>
                  <a:lnTo>
                    <a:pt x="1758378" y="597408"/>
                  </a:lnTo>
                  <a:lnTo>
                    <a:pt x="1758315" y="594233"/>
                  </a:lnTo>
                  <a:lnTo>
                    <a:pt x="1758061" y="593852"/>
                  </a:lnTo>
                  <a:lnTo>
                    <a:pt x="1757591" y="593318"/>
                  </a:lnTo>
                  <a:lnTo>
                    <a:pt x="1757591" y="595274"/>
                  </a:lnTo>
                  <a:lnTo>
                    <a:pt x="1757553" y="597789"/>
                  </a:lnTo>
                  <a:lnTo>
                    <a:pt x="1757426" y="595630"/>
                  </a:lnTo>
                  <a:lnTo>
                    <a:pt x="1757413" y="595464"/>
                  </a:lnTo>
                  <a:lnTo>
                    <a:pt x="1757426" y="594868"/>
                  </a:lnTo>
                  <a:lnTo>
                    <a:pt x="1757553" y="595122"/>
                  </a:lnTo>
                  <a:lnTo>
                    <a:pt x="1757591" y="595274"/>
                  </a:lnTo>
                  <a:lnTo>
                    <a:pt x="1757591" y="593318"/>
                  </a:lnTo>
                  <a:lnTo>
                    <a:pt x="1757400" y="593090"/>
                  </a:lnTo>
                  <a:lnTo>
                    <a:pt x="1757426" y="594487"/>
                  </a:lnTo>
                  <a:lnTo>
                    <a:pt x="1757451" y="594614"/>
                  </a:lnTo>
                  <a:lnTo>
                    <a:pt x="1757387" y="594461"/>
                  </a:lnTo>
                  <a:lnTo>
                    <a:pt x="1757299" y="591693"/>
                  </a:lnTo>
                  <a:lnTo>
                    <a:pt x="1756791" y="591312"/>
                  </a:lnTo>
                  <a:lnTo>
                    <a:pt x="1756156" y="590804"/>
                  </a:lnTo>
                  <a:lnTo>
                    <a:pt x="1756156" y="596900"/>
                  </a:lnTo>
                  <a:lnTo>
                    <a:pt x="1755775" y="596646"/>
                  </a:lnTo>
                  <a:lnTo>
                    <a:pt x="1755775" y="594995"/>
                  </a:lnTo>
                  <a:lnTo>
                    <a:pt x="1755902" y="596646"/>
                  </a:lnTo>
                  <a:lnTo>
                    <a:pt x="1756156" y="596900"/>
                  </a:lnTo>
                  <a:lnTo>
                    <a:pt x="1756156" y="590804"/>
                  </a:lnTo>
                  <a:lnTo>
                    <a:pt x="1755902" y="589915"/>
                  </a:lnTo>
                  <a:lnTo>
                    <a:pt x="1753362" y="588137"/>
                  </a:lnTo>
                  <a:lnTo>
                    <a:pt x="1751838" y="586740"/>
                  </a:lnTo>
                  <a:lnTo>
                    <a:pt x="1751584" y="586740"/>
                  </a:lnTo>
                  <a:lnTo>
                    <a:pt x="1748028" y="584200"/>
                  </a:lnTo>
                  <a:lnTo>
                    <a:pt x="1742694" y="584200"/>
                  </a:lnTo>
                  <a:lnTo>
                    <a:pt x="1742186" y="584581"/>
                  </a:lnTo>
                  <a:lnTo>
                    <a:pt x="1738757" y="587121"/>
                  </a:lnTo>
                  <a:lnTo>
                    <a:pt x="1738376" y="587375"/>
                  </a:lnTo>
                  <a:lnTo>
                    <a:pt x="1735023" y="589788"/>
                  </a:lnTo>
                  <a:lnTo>
                    <a:pt x="1735201" y="589788"/>
                  </a:lnTo>
                  <a:lnTo>
                    <a:pt x="1735201" y="592709"/>
                  </a:lnTo>
                  <a:lnTo>
                    <a:pt x="1735023" y="592963"/>
                  </a:lnTo>
                  <a:lnTo>
                    <a:pt x="1734997" y="593090"/>
                  </a:lnTo>
                  <a:lnTo>
                    <a:pt x="1734870" y="593344"/>
                  </a:lnTo>
                  <a:lnTo>
                    <a:pt x="1734947" y="592963"/>
                  </a:lnTo>
                  <a:lnTo>
                    <a:pt x="1735074" y="589788"/>
                  </a:lnTo>
                  <a:lnTo>
                    <a:pt x="1734693" y="589915"/>
                  </a:lnTo>
                  <a:lnTo>
                    <a:pt x="1733829" y="592709"/>
                  </a:lnTo>
                  <a:lnTo>
                    <a:pt x="1733753" y="592963"/>
                  </a:lnTo>
                  <a:lnTo>
                    <a:pt x="1733626" y="593344"/>
                  </a:lnTo>
                  <a:lnTo>
                    <a:pt x="1733550" y="593598"/>
                  </a:lnTo>
                  <a:lnTo>
                    <a:pt x="1733473" y="593852"/>
                  </a:lnTo>
                  <a:lnTo>
                    <a:pt x="1733359" y="594233"/>
                  </a:lnTo>
                  <a:lnTo>
                    <a:pt x="1733283" y="594487"/>
                  </a:lnTo>
                  <a:lnTo>
                    <a:pt x="1733169" y="595122"/>
                  </a:lnTo>
                  <a:lnTo>
                    <a:pt x="1733600" y="596519"/>
                  </a:lnTo>
                  <a:lnTo>
                    <a:pt x="1733638" y="596646"/>
                  </a:lnTo>
                  <a:lnTo>
                    <a:pt x="1733765" y="597027"/>
                  </a:lnTo>
                  <a:lnTo>
                    <a:pt x="1733880" y="597408"/>
                  </a:lnTo>
                  <a:lnTo>
                    <a:pt x="1734007" y="596900"/>
                  </a:lnTo>
                  <a:lnTo>
                    <a:pt x="1734058" y="596519"/>
                  </a:lnTo>
                  <a:lnTo>
                    <a:pt x="1734058" y="597789"/>
                  </a:lnTo>
                  <a:lnTo>
                    <a:pt x="1734134" y="598093"/>
                  </a:lnTo>
                  <a:lnTo>
                    <a:pt x="1734019" y="597789"/>
                  </a:lnTo>
                  <a:lnTo>
                    <a:pt x="1733892" y="598297"/>
                  </a:lnTo>
                  <a:lnTo>
                    <a:pt x="1733804" y="600837"/>
                  </a:lnTo>
                  <a:lnTo>
                    <a:pt x="1734566" y="603250"/>
                  </a:lnTo>
                  <a:lnTo>
                    <a:pt x="1734693" y="602361"/>
                  </a:lnTo>
                  <a:lnTo>
                    <a:pt x="1734693" y="603631"/>
                  </a:lnTo>
                  <a:lnTo>
                    <a:pt x="1734947" y="604012"/>
                  </a:lnTo>
                  <a:lnTo>
                    <a:pt x="1737614" y="608330"/>
                  </a:lnTo>
                  <a:lnTo>
                    <a:pt x="1738122" y="609092"/>
                  </a:lnTo>
                  <a:lnTo>
                    <a:pt x="1739265" y="609473"/>
                  </a:lnTo>
                  <a:lnTo>
                    <a:pt x="1742694" y="611632"/>
                  </a:lnTo>
                  <a:lnTo>
                    <a:pt x="1745488" y="611251"/>
                  </a:lnTo>
                  <a:lnTo>
                    <a:pt x="1749552" y="612140"/>
                  </a:lnTo>
                  <a:lnTo>
                    <a:pt x="1751152" y="611251"/>
                  </a:lnTo>
                  <a:lnTo>
                    <a:pt x="1752981" y="610235"/>
                  </a:lnTo>
                  <a:lnTo>
                    <a:pt x="1754251" y="610108"/>
                  </a:lnTo>
                  <a:lnTo>
                    <a:pt x="1755394" y="608838"/>
                  </a:lnTo>
                  <a:lnTo>
                    <a:pt x="1756156" y="607949"/>
                  </a:lnTo>
                  <a:lnTo>
                    <a:pt x="1757565" y="606298"/>
                  </a:lnTo>
                  <a:lnTo>
                    <a:pt x="1758442" y="605282"/>
                  </a:lnTo>
                  <a:lnTo>
                    <a:pt x="1758442" y="600329"/>
                  </a:lnTo>
                  <a:lnTo>
                    <a:pt x="1742186" y="600329"/>
                  </a:lnTo>
                  <a:lnTo>
                    <a:pt x="1738376" y="600329"/>
                  </a:lnTo>
                  <a:lnTo>
                    <a:pt x="1736979" y="600329"/>
                  </a:lnTo>
                  <a:lnTo>
                    <a:pt x="1736979" y="606298"/>
                  </a:lnTo>
                  <a:lnTo>
                    <a:pt x="1736090" y="605282"/>
                  </a:lnTo>
                  <a:lnTo>
                    <a:pt x="1736852" y="606044"/>
                  </a:lnTo>
                  <a:lnTo>
                    <a:pt x="1736979" y="606298"/>
                  </a:lnTo>
                  <a:lnTo>
                    <a:pt x="1736979" y="600329"/>
                  </a:lnTo>
                  <a:lnTo>
                    <a:pt x="1735391" y="600329"/>
                  </a:lnTo>
                  <a:lnTo>
                    <a:pt x="1735201" y="600329"/>
                  </a:lnTo>
                  <a:lnTo>
                    <a:pt x="1735201" y="602361"/>
                  </a:lnTo>
                  <a:lnTo>
                    <a:pt x="1735074" y="601599"/>
                  </a:lnTo>
                  <a:lnTo>
                    <a:pt x="1734947" y="600075"/>
                  </a:lnTo>
                  <a:lnTo>
                    <a:pt x="1734820" y="600075"/>
                  </a:lnTo>
                  <a:lnTo>
                    <a:pt x="1734820" y="598297"/>
                  </a:lnTo>
                  <a:lnTo>
                    <a:pt x="1734858" y="598932"/>
                  </a:lnTo>
                  <a:lnTo>
                    <a:pt x="1735010" y="600075"/>
                  </a:lnTo>
                  <a:lnTo>
                    <a:pt x="1735201" y="600202"/>
                  </a:lnTo>
                  <a:lnTo>
                    <a:pt x="1735201" y="600075"/>
                  </a:lnTo>
                  <a:lnTo>
                    <a:pt x="1738376" y="600075"/>
                  </a:lnTo>
                  <a:lnTo>
                    <a:pt x="1742186" y="600075"/>
                  </a:lnTo>
                  <a:lnTo>
                    <a:pt x="1758289" y="600075"/>
                  </a:lnTo>
                  <a:lnTo>
                    <a:pt x="1758188" y="598297"/>
                  </a:lnTo>
                  <a:lnTo>
                    <a:pt x="1758442" y="600075"/>
                  </a:lnTo>
                  <a:close/>
                </a:path>
                <a:path w="2754629" h="802639">
                  <a:moveTo>
                    <a:pt x="2742946" y="36449"/>
                  </a:moveTo>
                  <a:lnTo>
                    <a:pt x="2742819" y="33020"/>
                  </a:lnTo>
                  <a:lnTo>
                    <a:pt x="2739644" y="27559"/>
                  </a:lnTo>
                  <a:lnTo>
                    <a:pt x="2737739" y="26416"/>
                  </a:lnTo>
                  <a:lnTo>
                    <a:pt x="2737599" y="26289"/>
                  </a:lnTo>
                  <a:lnTo>
                    <a:pt x="2737599" y="34544"/>
                  </a:lnTo>
                  <a:lnTo>
                    <a:pt x="2737294" y="36068"/>
                  </a:lnTo>
                  <a:lnTo>
                    <a:pt x="2737231" y="36449"/>
                  </a:lnTo>
                  <a:lnTo>
                    <a:pt x="2737104" y="37338"/>
                  </a:lnTo>
                  <a:lnTo>
                    <a:pt x="2736977" y="37338"/>
                  </a:lnTo>
                  <a:lnTo>
                    <a:pt x="2736850" y="36068"/>
                  </a:lnTo>
                  <a:lnTo>
                    <a:pt x="2736977" y="37084"/>
                  </a:lnTo>
                  <a:lnTo>
                    <a:pt x="2737129" y="36449"/>
                  </a:lnTo>
                  <a:lnTo>
                    <a:pt x="2737231" y="36068"/>
                  </a:lnTo>
                  <a:lnTo>
                    <a:pt x="2737599" y="34544"/>
                  </a:lnTo>
                  <a:lnTo>
                    <a:pt x="2737472" y="25908"/>
                  </a:lnTo>
                  <a:lnTo>
                    <a:pt x="2737345" y="25019"/>
                  </a:lnTo>
                  <a:lnTo>
                    <a:pt x="2736977" y="23622"/>
                  </a:lnTo>
                  <a:lnTo>
                    <a:pt x="2736723" y="23114"/>
                  </a:lnTo>
                  <a:lnTo>
                    <a:pt x="2736596" y="22606"/>
                  </a:lnTo>
                  <a:lnTo>
                    <a:pt x="2736469" y="22225"/>
                  </a:lnTo>
                  <a:lnTo>
                    <a:pt x="2735580" y="19939"/>
                  </a:lnTo>
                  <a:lnTo>
                    <a:pt x="2735580" y="26924"/>
                  </a:lnTo>
                  <a:lnTo>
                    <a:pt x="2735580" y="38989"/>
                  </a:lnTo>
                  <a:lnTo>
                    <a:pt x="2735580" y="39243"/>
                  </a:lnTo>
                  <a:lnTo>
                    <a:pt x="2733268" y="41783"/>
                  </a:lnTo>
                  <a:lnTo>
                    <a:pt x="2732557" y="42545"/>
                  </a:lnTo>
                  <a:lnTo>
                    <a:pt x="2733129" y="41910"/>
                  </a:lnTo>
                  <a:lnTo>
                    <a:pt x="2735580" y="39243"/>
                  </a:lnTo>
                  <a:lnTo>
                    <a:pt x="2735580" y="38989"/>
                  </a:lnTo>
                  <a:lnTo>
                    <a:pt x="2732074" y="27559"/>
                  </a:lnTo>
                  <a:lnTo>
                    <a:pt x="2731960" y="27178"/>
                  </a:lnTo>
                  <a:lnTo>
                    <a:pt x="2731897" y="26924"/>
                  </a:lnTo>
                  <a:lnTo>
                    <a:pt x="2733675" y="26924"/>
                  </a:lnTo>
                  <a:lnTo>
                    <a:pt x="2733802" y="27178"/>
                  </a:lnTo>
                  <a:lnTo>
                    <a:pt x="2732024" y="27178"/>
                  </a:lnTo>
                  <a:lnTo>
                    <a:pt x="2735503" y="38989"/>
                  </a:lnTo>
                  <a:lnTo>
                    <a:pt x="2735580" y="26924"/>
                  </a:lnTo>
                  <a:lnTo>
                    <a:pt x="2735580" y="19939"/>
                  </a:lnTo>
                  <a:lnTo>
                    <a:pt x="2734170" y="16002"/>
                  </a:lnTo>
                  <a:lnTo>
                    <a:pt x="2727706" y="12827"/>
                  </a:lnTo>
                  <a:lnTo>
                    <a:pt x="2721470" y="14732"/>
                  </a:lnTo>
                  <a:lnTo>
                    <a:pt x="2719070" y="15621"/>
                  </a:lnTo>
                  <a:lnTo>
                    <a:pt x="2716022" y="16637"/>
                  </a:lnTo>
                  <a:lnTo>
                    <a:pt x="2715514" y="16891"/>
                  </a:lnTo>
                  <a:lnTo>
                    <a:pt x="2712199" y="23495"/>
                  </a:lnTo>
                  <a:lnTo>
                    <a:pt x="2714498" y="30607"/>
                  </a:lnTo>
                  <a:lnTo>
                    <a:pt x="2715145" y="32131"/>
                  </a:lnTo>
                  <a:lnTo>
                    <a:pt x="2715247" y="32385"/>
                  </a:lnTo>
                  <a:lnTo>
                    <a:pt x="2715374" y="32131"/>
                  </a:lnTo>
                  <a:lnTo>
                    <a:pt x="2715234" y="31750"/>
                  </a:lnTo>
                  <a:lnTo>
                    <a:pt x="2715120" y="31496"/>
                  </a:lnTo>
                  <a:lnTo>
                    <a:pt x="2715006" y="30988"/>
                  </a:lnTo>
                  <a:lnTo>
                    <a:pt x="2715374" y="32131"/>
                  </a:lnTo>
                  <a:lnTo>
                    <a:pt x="2715463" y="32385"/>
                  </a:lnTo>
                  <a:lnTo>
                    <a:pt x="2715247" y="32639"/>
                  </a:lnTo>
                  <a:lnTo>
                    <a:pt x="2715437" y="33020"/>
                  </a:lnTo>
                  <a:lnTo>
                    <a:pt x="2715272" y="33020"/>
                  </a:lnTo>
                  <a:lnTo>
                    <a:pt x="2715425" y="34036"/>
                  </a:lnTo>
                  <a:lnTo>
                    <a:pt x="2718422" y="41783"/>
                  </a:lnTo>
                  <a:lnTo>
                    <a:pt x="2719451" y="44069"/>
                  </a:lnTo>
                  <a:lnTo>
                    <a:pt x="2724645" y="46482"/>
                  </a:lnTo>
                  <a:lnTo>
                    <a:pt x="2731770" y="44323"/>
                  </a:lnTo>
                  <a:lnTo>
                    <a:pt x="2732443" y="44069"/>
                  </a:lnTo>
                  <a:lnTo>
                    <a:pt x="2733929" y="43561"/>
                  </a:lnTo>
                  <a:lnTo>
                    <a:pt x="2736850" y="43561"/>
                  </a:lnTo>
                  <a:lnTo>
                    <a:pt x="2739644" y="41910"/>
                  </a:lnTo>
                  <a:lnTo>
                    <a:pt x="2742400" y="37338"/>
                  </a:lnTo>
                  <a:lnTo>
                    <a:pt x="2742946" y="36449"/>
                  </a:lnTo>
                  <a:close/>
                </a:path>
                <a:path w="2754629" h="802639">
                  <a:moveTo>
                    <a:pt x="2754503" y="176149"/>
                  </a:moveTo>
                  <a:lnTo>
                    <a:pt x="2753995" y="175768"/>
                  </a:lnTo>
                  <a:lnTo>
                    <a:pt x="2753614" y="175387"/>
                  </a:lnTo>
                  <a:lnTo>
                    <a:pt x="2753614" y="178587"/>
                  </a:lnTo>
                  <a:lnTo>
                    <a:pt x="2752852" y="178689"/>
                  </a:lnTo>
                  <a:lnTo>
                    <a:pt x="2752852" y="178181"/>
                  </a:lnTo>
                  <a:lnTo>
                    <a:pt x="2753474" y="178181"/>
                  </a:lnTo>
                  <a:lnTo>
                    <a:pt x="2753614" y="178587"/>
                  </a:lnTo>
                  <a:lnTo>
                    <a:pt x="2753614" y="175387"/>
                  </a:lnTo>
                  <a:lnTo>
                    <a:pt x="2750299" y="172085"/>
                  </a:lnTo>
                  <a:lnTo>
                    <a:pt x="2745994" y="167894"/>
                  </a:lnTo>
                  <a:lnTo>
                    <a:pt x="2739123" y="167894"/>
                  </a:lnTo>
                  <a:lnTo>
                    <a:pt x="2734754" y="171958"/>
                  </a:lnTo>
                  <a:lnTo>
                    <a:pt x="2734564" y="172085"/>
                  </a:lnTo>
                  <a:lnTo>
                    <a:pt x="2732773" y="173736"/>
                  </a:lnTo>
                  <a:lnTo>
                    <a:pt x="2731770" y="175768"/>
                  </a:lnTo>
                  <a:lnTo>
                    <a:pt x="2731643" y="176530"/>
                  </a:lnTo>
                  <a:lnTo>
                    <a:pt x="2730754" y="178181"/>
                  </a:lnTo>
                  <a:lnTo>
                    <a:pt x="2730500" y="178689"/>
                  </a:lnTo>
                  <a:lnTo>
                    <a:pt x="2730373" y="179705"/>
                  </a:lnTo>
                  <a:lnTo>
                    <a:pt x="2730246" y="179959"/>
                  </a:lnTo>
                  <a:lnTo>
                    <a:pt x="2729725" y="183007"/>
                  </a:lnTo>
                  <a:lnTo>
                    <a:pt x="2729725" y="185420"/>
                  </a:lnTo>
                  <a:lnTo>
                    <a:pt x="2730246" y="191897"/>
                  </a:lnTo>
                  <a:lnTo>
                    <a:pt x="2735580" y="196977"/>
                  </a:lnTo>
                  <a:lnTo>
                    <a:pt x="2748648" y="196977"/>
                  </a:lnTo>
                  <a:lnTo>
                    <a:pt x="2754122" y="191897"/>
                  </a:lnTo>
                  <a:lnTo>
                    <a:pt x="2754249" y="187706"/>
                  </a:lnTo>
                  <a:lnTo>
                    <a:pt x="2754376" y="185420"/>
                  </a:lnTo>
                  <a:lnTo>
                    <a:pt x="2754503" y="179705"/>
                  </a:lnTo>
                  <a:lnTo>
                    <a:pt x="2754503" y="1761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6138417" y="4877815"/>
            <a:ext cx="172466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Higher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level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features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9858" y="940561"/>
            <a:ext cx="2141855" cy="2468245"/>
            <a:chOff x="3689858" y="940561"/>
            <a:chExt cx="2141855" cy="2468245"/>
          </a:xfrm>
        </p:grpSpPr>
        <p:sp>
          <p:nvSpPr>
            <p:cNvPr id="3" name="object 3"/>
            <p:cNvSpPr/>
            <p:nvPr/>
          </p:nvSpPr>
          <p:spPr>
            <a:xfrm>
              <a:off x="4126992" y="1159763"/>
              <a:ext cx="1323975" cy="2040889"/>
            </a:xfrm>
            <a:custGeom>
              <a:avLst/>
              <a:gdLst/>
              <a:ahLst/>
              <a:cxnLst/>
              <a:rect l="l" t="t" r="r" b="b"/>
              <a:pathLst>
                <a:path w="1323975" h="2040889">
                  <a:moveTo>
                    <a:pt x="1249045" y="0"/>
                  </a:moveTo>
                  <a:lnTo>
                    <a:pt x="1174496" y="17525"/>
                  </a:lnTo>
                  <a:lnTo>
                    <a:pt x="1192784" y="39497"/>
                  </a:lnTo>
                  <a:lnTo>
                    <a:pt x="0" y="1033526"/>
                  </a:lnTo>
                  <a:lnTo>
                    <a:pt x="3683" y="1037971"/>
                  </a:lnTo>
                  <a:lnTo>
                    <a:pt x="3683" y="1038478"/>
                  </a:lnTo>
                  <a:lnTo>
                    <a:pt x="508" y="1043305"/>
                  </a:lnTo>
                  <a:lnTo>
                    <a:pt x="332740" y="1254633"/>
                  </a:lnTo>
                  <a:lnTo>
                    <a:pt x="4699" y="1667637"/>
                  </a:lnTo>
                  <a:lnTo>
                    <a:pt x="9017" y="1671065"/>
                  </a:lnTo>
                  <a:lnTo>
                    <a:pt x="7493" y="1676400"/>
                  </a:lnTo>
                  <a:lnTo>
                    <a:pt x="1193038" y="2013077"/>
                  </a:lnTo>
                  <a:lnTo>
                    <a:pt x="1185291" y="2040509"/>
                  </a:lnTo>
                  <a:lnTo>
                    <a:pt x="1260602" y="2026285"/>
                  </a:lnTo>
                  <a:lnTo>
                    <a:pt x="1233992" y="2002028"/>
                  </a:lnTo>
                  <a:lnTo>
                    <a:pt x="1196213" y="2002028"/>
                  </a:lnTo>
                  <a:lnTo>
                    <a:pt x="32638" y="1671701"/>
                  </a:lnTo>
                  <a:lnTo>
                    <a:pt x="91128" y="1658874"/>
                  </a:lnTo>
                  <a:lnTo>
                    <a:pt x="37084" y="1658874"/>
                  </a:lnTo>
                  <a:lnTo>
                    <a:pt x="57489" y="1645031"/>
                  </a:lnTo>
                  <a:lnTo>
                    <a:pt x="37084" y="1645031"/>
                  </a:lnTo>
                  <a:lnTo>
                    <a:pt x="342392" y="1260856"/>
                  </a:lnTo>
                  <a:lnTo>
                    <a:pt x="363798" y="1260856"/>
                  </a:lnTo>
                  <a:lnTo>
                    <a:pt x="349631" y="1251839"/>
                  </a:lnTo>
                  <a:lnTo>
                    <a:pt x="354564" y="1245615"/>
                  </a:lnTo>
                  <a:lnTo>
                    <a:pt x="339852" y="1245615"/>
                  </a:lnTo>
                  <a:lnTo>
                    <a:pt x="39750" y="1054735"/>
                  </a:lnTo>
                  <a:lnTo>
                    <a:pt x="81459" y="1054735"/>
                  </a:lnTo>
                  <a:lnTo>
                    <a:pt x="24384" y="1038478"/>
                  </a:lnTo>
                  <a:lnTo>
                    <a:pt x="73885" y="1026033"/>
                  </a:lnTo>
                  <a:lnTo>
                    <a:pt x="26797" y="1026033"/>
                  </a:lnTo>
                  <a:lnTo>
                    <a:pt x="1200150" y="48260"/>
                  </a:lnTo>
                  <a:lnTo>
                    <a:pt x="1227978" y="48260"/>
                  </a:lnTo>
                  <a:lnTo>
                    <a:pt x="1235075" y="32131"/>
                  </a:lnTo>
                  <a:lnTo>
                    <a:pt x="1249045" y="0"/>
                  </a:lnTo>
                  <a:close/>
                </a:path>
                <a:path w="1323975" h="2040889">
                  <a:moveTo>
                    <a:pt x="1203960" y="1974596"/>
                  </a:moveTo>
                  <a:lnTo>
                    <a:pt x="1196213" y="2002028"/>
                  </a:lnTo>
                  <a:lnTo>
                    <a:pt x="1233992" y="2002028"/>
                  </a:lnTo>
                  <a:lnTo>
                    <a:pt x="1203960" y="1974596"/>
                  </a:lnTo>
                  <a:close/>
                </a:path>
                <a:path w="1323975" h="2040889">
                  <a:moveTo>
                    <a:pt x="764668" y="1515872"/>
                  </a:moveTo>
                  <a:lnTo>
                    <a:pt x="743204" y="1515872"/>
                  </a:lnTo>
                  <a:lnTo>
                    <a:pt x="1263015" y="1846580"/>
                  </a:lnTo>
                  <a:lnTo>
                    <a:pt x="1247775" y="1870583"/>
                  </a:lnTo>
                  <a:lnTo>
                    <a:pt x="1323848" y="1878584"/>
                  </a:lnTo>
                  <a:lnTo>
                    <a:pt x="1308354" y="1852676"/>
                  </a:lnTo>
                  <a:lnTo>
                    <a:pt x="1298798" y="1836801"/>
                  </a:lnTo>
                  <a:lnTo>
                    <a:pt x="1269111" y="1836801"/>
                  </a:lnTo>
                  <a:lnTo>
                    <a:pt x="764668" y="1515872"/>
                  </a:lnTo>
                  <a:close/>
                </a:path>
                <a:path w="1323975" h="2040889">
                  <a:moveTo>
                    <a:pt x="1284351" y="1812798"/>
                  </a:moveTo>
                  <a:lnTo>
                    <a:pt x="1269111" y="1836801"/>
                  </a:lnTo>
                  <a:lnTo>
                    <a:pt x="1298798" y="1836801"/>
                  </a:lnTo>
                  <a:lnTo>
                    <a:pt x="1284351" y="1812798"/>
                  </a:lnTo>
                  <a:close/>
                </a:path>
                <a:path w="1323975" h="2040889">
                  <a:moveTo>
                    <a:pt x="729488" y="1493520"/>
                  </a:moveTo>
                  <a:lnTo>
                    <a:pt x="729488" y="1507109"/>
                  </a:lnTo>
                  <a:lnTo>
                    <a:pt x="37084" y="1658874"/>
                  </a:lnTo>
                  <a:lnTo>
                    <a:pt x="91128" y="1658874"/>
                  </a:lnTo>
                  <a:lnTo>
                    <a:pt x="743204" y="1515872"/>
                  </a:lnTo>
                  <a:lnTo>
                    <a:pt x="764668" y="1515872"/>
                  </a:lnTo>
                  <a:lnTo>
                    <a:pt x="759079" y="1512315"/>
                  </a:lnTo>
                  <a:lnTo>
                    <a:pt x="798480" y="1503680"/>
                  </a:lnTo>
                  <a:lnTo>
                    <a:pt x="745363" y="1503680"/>
                  </a:lnTo>
                  <a:lnTo>
                    <a:pt x="729488" y="1493520"/>
                  </a:lnTo>
                  <a:close/>
                </a:path>
                <a:path w="1323975" h="2040889">
                  <a:moveTo>
                    <a:pt x="477138" y="1332991"/>
                  </a:moveTo>
                  <a:lnTo>
                    <a:pt x="477138" y="1346581"/>
                  </a:lnTo>
                  <a:lnTo>
                    <a:pt x="37084" y="1645031"/>
                  </a:lnTo>
                  <a:lnTo>
                    <a:pt x="57489" y="1645031"/>
                  </a:lnTo>
                  <a:lnTo>
                    <a:pt x="487680" y="1353185"/>
                  </a:lnTo>
                  <a:lnTo>
                    <a:pt x="508944" y="1353185"/>
                  </a:lnTo>
                  <a:lnTo>
                    <a:pt x="497967" y="1346200"/>
                  </a:lnTo>
                  <a:lnTo>
                    <a:pt x="507706" y="1339596"/>
                  </a:lnTo>
                  <a:lnTo>
                    <a:pt x="487425" y="1339596"/>
                  </a:lnTo>
                  <a:lnTo>
                    <a:pt x="477138" y="1332991"/>
                  </a:lnTo>
                  <a:close/>
                </a:path>
                <a:path w="1323975" h="2040889">
                  <a:moveTo>
                    <a:pt x="508944" y="1353185"/>
                  </a:moveTo>
                  <a:lnTo>
                    <a:pt x="487680" y="1353185"/>
                  </a:lnTo>
                  <a:lnTo>
                    <a:pt x="729488" y="1507109"/>
                  </a:lnTo>
                  <a:lnTo>
                    <a:pt x="729488" y="1493520"/>
                  </a:lnTo>
                  <a:lnTo>
                    <a:pt x="508944" y="1353185"/>
                  </a:lnTo>
                  <a:close/>
                </a:path>
                <a:path w="1323975" h="2040889">
                  <a:moveTo>
                    <a:pt x="1190117" y="1370330"/>
                  </a:moveTo>
                  <a:lnTo>
                    <a:pt x="1190117" y="1395349"/>
                  </a:lnTo>
                  <a:lnTo>
                    <a:pt x="1186942" y="1406778"/>
                  </a:lnTo>
                  <a:lnTo>
                    <a:pt x="745363" y="1503680"/>
                  </a:lnTo>
                  <a:lnTo>
                    <a:pt x="798480" y="1503680"/>
                  </a:lnTo>
                  <a:lnTo>
                    <a:pt x="1194816" y="1416812"/>
                  </a:lnTo>
                  <a:lnTo>
                    <a:pt x="1235506" y="1416812"/>
                  </a:lnTo>
                  <a:lnTo>
                    <a:pt x="1260602" y="1396491"/>
                  </a:lnTo>
                  <a:lnTo>
                    <a:pt x="1261248" y="1396491"/>
                  </a:lnTo>
                  <a:lnTo>
                    <a:pt x="1234766" y="1372235"/>
                  </a:lnTo>
                  <a:lnTo>
                    <a:pt x="1196721" y="1372235"/>
                  </a:lnTo>
                  <a:lnTo>
                    <a:pt x="1190117" y="1370330"/>
                  </a:lnTo>
                  <a:close/>
                </a:path>
                <a:path w="1323975" h="2040889">
                  <a:moveTo>
                    <a:pt x="1235506" y="1416812"/>
                  </a:moveTo>
                  <a:lnTo>
                    <a:pt x="1194816" y="1416812"/>
                  </a:lnTo>
                  <a:lnTo>
                    <a:pt x="1201039" y="1444625"/>
                  </a:lnTo>
                  <a:lnTo>
                    <a:pt x="1235506" y="1416812"/>
                  </a:lnTo>
                  <a:close/>
                </a:path>
                <a:path w="1323975" h="2040889">
                  <a:moveTo>
                    <a:pt x="706987" y="1232789"/>
                  </a:moveTo>
                  <a:lnTo>
                    <a:pt x="665226" y="1232789"/>
                  </a:lnTo>
                  <a:lnTo>
                    <a:pt x="1187069" y="1381252"/>
                  </a:lnTo>
                  <a:lnTo>
                    <a:pt x="1190117" y="1395349"/>
                  </a:lnTo>
                  <a:lnTo>
                    <a:pt x="1190117" y="1370330"/>
                  </a:lnTo>
                  <a:lnTo>
                    <a:pt x="706987" y="1232789"/>
                  </a:lnTo>
                  <a:close/>
                </a:path>
                <a:path w="1323975" h="2040889">
                  <a:moveTo>
                    <a:pt x="1204595" y="1344676"/>
                  </a:moveTo>
                  <a:lnTo>
                    <a:pt x="1196721" y="1372235"/>
                  </a:lnTo>
                  <a:lnTo>
                    <a:pt x="1234766" y="1372235"/>
                  </a:lnTo>
                  <a:lnTo>
                    <a:pt x="1204595" y="1344676"/>
                  </a:lnTo>
                  <a:close/>
                </a:path>
                <a:path w="1323975" h="2040889">
                  <a:moveTo>
                    <a:pt x="363798" y="1260856"/>
                  </a:moveTo>
                  <a:lnTo>
                    <a:pt x="342392" y="1260856"/>
                  </a:lnTo>
                  <a:lnTo>
                    <a:pt x="477138" y="1346581"/>
                  </a:lnTo>
                  <a:lnTo>
                    <a:pt x="477138" y="1332991"/>
                  </a:lnTo>
                  <a:lnTo>
                    <a:pt x="363798" y="1260856"/>
                  </a:lnTo>
                  <a:close/>
                </a:path>
                <a:path w="1323975" h="2040889">
                  <a:moveTo>
                    <a:pt x="650875" y="1216787"/>
                  </a:moveTo>
                  <a:lnTo>
                    <a:pt x="650875" y="1228725"/>
                  </a:lnTo>
                  <a:lnTo>
                    <a:pt x="487425" y="1339596"/>
                  </a:lnTo>
                  <a:lnTo>
                    <a:pt x="507706" y="1339596"/>
                  </a:lnTo>
                  <a:lnTo>
                    <a:pt x="665226" y="1232789"/>
                  </a:lnTo>
                  <a:lnTo>
                    <a:pt x="706987" y="1232789"/>
                  </a:lnTo>
                  <a:lnTo>
                    <a:pt x="677545" y="1224407"/>
                  </a:lnTo>
                  <a:lnTo>
                    <a:pt x="683532" y="1220343"/>
                  </a:lnTo>
                  <a:lnTo>
                    <a:pt x="663194" y="1220343"/>
                  </a:lnTo>
                  <a:lnTo>
                    <a:pt x="650875" y="1216787"/>
                  </a:lnTo>
                  <a:close/>
                </a:path>
                <a:path w="1323975" h="2040889">
                  <a:moveTo>
                    <a:pt x="408305" y="1147826"/>
                  </a:moveTo>
                  <a:lnTo>
                    <a:pt x="408305" y="1159637"/>
                  </a:lnTo>
                  <a:lnTo>
                    <a:pt x="339852" y="1245615"/>
                  </a:lnTo>
                  <a:lnTo>
                    <a:pt x="354564" y="1245615"/>
                  </a:lnTo>
                  <a:lnTo>
                    <a:pt x="420116" y="1162939"/>
                  </a:lnTo>
                  <a:lnTo>
                    <a:pt x="461760" y="1162939"/>
                  </a:lnTo>
                  <a:lnTo>
                    <a:pt x="427863" y="1153287"/>
                  </a:lnTo>
                  <a:lnTo>
                    <a:pt x="430486" y="1149985"/>
                  </a:lnTo>
                  <a:lnTo>
                    <a:pt x="415925" y="1149985"/>
                  </a:lnTo>
                  <a:lnTo>
                    <a:pt x="408305" y="1147826"/>
                  </a:lnTo>
                  <a:close/>
                </a:path>
                <a:path w="1323975" h="2040889">
                  <a:moveTo>
                    <a:pt x="461760" y="1162939"/>
                  </a:moveTo>
                  <a:lnTo>
                    <a:pt x="420116" y="1162939"/>
                  </a:lnTo>
                  <a:lnTo>
                    <a:pt x="650875" y="1228725"/>
                  </a:lnTo>
                  <a:lnTo>
                    <a:pt x="650875" y="1216787"/>
                  </a:lnTo>
                  <a:lnTo>
                    <a:pt x="461760" y="1162939"/>
                  </a:lnTo>
                  <a:close/>
                </a:path>
                <a:path w="1323975" h="2040889">
                  <a:moveTo>
                    <a:pt x="1248664" y="829945"/>
                  </a:moveTo>
                  <a:lnTo>
                    <a:pt x="1172718" y="839977"/>
                  </a:lnTo>
                  <a:lnTo>
                    <a:pt x="1188720" y="863726"/>
                  </a:lnTo>
                  <a:lnTo>
                    <a:pt x="663194" y="1220343"/>
                  </a:lnTo>
                  <a:lnTo>
                    <a:pt x="683532" y="1220343"/>
                  </a:lnTo>
                  <a:lnTo>
                    <a:pt x="1195070" y="873125"/>
                  </a:lnTo>
                  <a:lnTo>
                    <a:pt x="1224443" y="873125"/>
                  </a:lnTo>
                  <a:lnTo>
                    <a:pt x="1233297" y="857250"/>
                  </a:lnTo>
                  <a:lnTo>
                    <a:pt x="1248664" y="829945"/>
                  </a:lnTo>
                  <a:close/>
                </a:path>
                <a:path w="1323975" h="2040889">
                  <a:moveTo>
                    <a:pt x="81459" y="1054735"/>
                  </a:moveTo>
                  <a:lnTo>
                    <a:pt x="39750" y="1054735"/>
                  </a:lnTo>
                  <a:lnTo>
                    <a:pt x="408305" y="1159637"/>
                  </a:lnTo>
                  <a:lnTo>
                    <a:pt x="408305" y="1147826"/>
                  </a:lnTo>
                  <a:lnTo>
                    <a:pt x="81459" y="1054735"/>
                  </a:lnTo>
                  <a:close/>
                </a:path>
                <a:path w="1323975" h="2040889">
                  <a:moveTo>
                    <a:pt x="1248664" y="111125"/>
                  </a:moveTo>
                  <a:lnTo>
                    <a:pt x="1179195" y="143510"/>
                  </a:lnTo>
                  <a:lnTo>
                    <a:pt x="1201547" y="161289"/>
                  </a:lnTo>
                  <a:lnTo>
                    <a:pt x="636143" y="872871"/>
                  </a:lnTo>
                  <a:lnTo>
                    <a:pt x="624459" y="875791"/>
                  </a:lnTo>
                  <a:lnTo>
                    <a:pt x="624459" y="887602"/>
                  </a:lnTo>
                  <a:lnTo>
                    <a:pt x="415925" y="1149985"/>
                  </a:lnTo>
                  <a:lnTo>
                    <a:pt x="430486" y="1149985"/>
                  </a:lnTo>
                  <a:lnTo>
                    <a:pt x="642620" y="883031"/>
                  </a:lnTo>
                  <a:lnTo>
                    <a:pt x="701185" y="868299"/>
                  </a:lnTo>
                  <a:lnTo>
                    <a:pt x="654304" y="868299"/>
                  </a:lnTo>
                  <a:lnTo>
                    <a:pt x="1210437" y="168401"/>
                  </a:lnTo>
                  <a:lnTo>
                    <a:pt x="1236505" y="168401"/>
                  </a:lnTo>
                  <a:lnTo>
                    <a:pt x="1239901" y="152273"/>
                  </a:lnTo>
                  <a:lnTo>
                    <a:pt x="1248664" y="111125"/>
                  </a:lnTo>
                  <a:close/>
                </a:path>
                <a:path w="1323975" h="2040889">
                  <a:moveTo>
                    <a:pt x="624459" y="875791"/>
                  </a:moveTo>
                  <a:lnTo>
                    <a:pt x="26797" y="1026033"/>
                  </a:lnTo>
                  <a:lnTo>
                    <a:pt x="73885" y="1026033"/>
                  </a:lnTo>
                  <a:lnTo>
                    <a:pt x="624459" y="887602"/>
                  </a:lnTo>
                  <a:lnTo>
                    <a:pt x="624459" y="875791"/>
                  </a:lnTo>
                  <a:close/>
                </a:path>
                <a:path w="1323975" h="2040889">
                  <a:moveTo>
                    <a:pt x="1224443" y="873125"/>
                  </a:moveTo>
                  <a:lnTo>
                    <a:pt x="1195070" y="873125"/>
                  </a:lnTo>
                  <a:lnTo>
                    <a:pt x="1211199" y="896874"/>
                  </a:lnTo>
                  <a:lnTo>
                    <a:pt x="1224443" y="873125"/>
                  </a:lnTo>
                  <a:close/>
                </a:path>
                <a:path w="1323975" h="2040889">
                  <a:moveTo>
                    <a:pt x="1186307" y="704976"/>
                  </a:moveTo>
                  <a:lnTo>
                    <a:pt x="1193165" y="732789"/>
                  </a:lnTo>
                  <a:lnTo>
                    <a:pt x="654304" y="868299"/>
                  </a:lnTo>
                  <a:lnTo>
                    <a:pt x="701185" y="868299"/>
                  </a:lnTo>
                  <a:lnTo>
                    <a:pt x="1195959" y="743838"/>
                  </a:lnTo>
                  <a:lnTo>
                    <a:pt x="1235209" y="743838"/>
                  </a:lnTo>
                  <a:lnTo>
                    <a:pt x="1261110" y="721613"/>
                  </a:lnTo>
                  <a:lnTo>
                    <a:pt x="1186307" y="704976"/>
                  </a:lnTo>
                  <a:close/>
                </a:path>
                <a:path w="1323975" h="2040889">
                  <a:moveTo>
                    <a:pt x="1235209" y="743838"/>
                  </a:moveTo>
                  <a:lnTo>
                    <a:pt x="1195959" y="743838"/>
                  </a:lnTo>
                  <a:lnTo>
                    <a:pt x="1202944" y="771525"/>
                  </a:lnTo>
                  <a:lnTo>
                    <a:pt x="1235209" y="743838"/>
                  </a:lnTo>
                  <a:close/>
                </a:path>
                <a:path w="1323975" h="2040889">
                  <a:moveTo>
                    <a:pt x="1236505" y="168401"/>
                  </a:moveTo>
                  <a:lnTo>
                    <a:pt x="1210437" y="168401"/>
                  </a:lnTo>
                  <a:lnTo>
                    <a:pt x="1232789" y="186055"/>
                  </a:lnTo>
                  <a:lnTo>
                    <a:pt x="1236505" y="168401"/>
                  </a:lnTo>
                  <a:close/>
                </a:path>
                <a:path w="1323975" h="2040889">
                  <a:moveTo>
                    <a:pt x="1227978" y="48260"/>
                  </a:moveTo>
                  <a:lnTo>
                    <a:pt x="1200150" y="48260"/>
                  </a:lnTo>
                  <a:lnTo>
                    <a:pt x="1218311" y="70231"/>
                  </a:lnTo>
                  <a:lnTo>
                    <a:pt x="1227978" y="4826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02558" y="953261"/>
              <a:ext cx="2116455" cy="2442845"/>
            </a:xfrm>
            <a:custGeom>
              <a:avLst/>
              <a:gdLst/>
              <a:ahLst/>
              <a:cxnLst/>
              <a:rect l="l" t="t" r="r" b="b"/>
              <a:pathLst>
                <a:path w="2116454" h="2442845">
                  <a:moveTo>
                    <a:pt x="0" y="560959"/>
                  </a:moveTo>
                  <a:lnTo>
                    <a:pt x="4317" y="518922"/>
                  </a:lnTo>
                  <a:lnTo>
                    <a:pt x="16890" y="479805"/>
                  </a:lnTo>
                  <a:lnTo>
                    <a:pt x="36702" y="444373"/>
                  </a:lnTo>
                  <a:lnTo>
                    <a:pt x="62864" y="413512"/>
                  </a:lnTo>
                  <a:lnTo>
                    <a:pt x="94614" y="388112"/>
                  </a:lnTo>
                  <a:lnTo>
                    <a:pt x="131063" y="368808"/>
                  </a:lnTo>
                  <a:lnTo>
                    <a:pt x="171450" y="356742"/>
                  </a:lnTo>
                  <a:lnTo>
                    <a:pt x="214629" y="352425"/>
                  </a:lnTo>
                  <a:lnTo>
                    <a:pt x="257937" y="356742"/>
                  </a:lnTo>
                  <a:lnTo>
                    <a:pt x="298195" y="368808"/>
                  </a:lnTo>
                  <a:lnTo>
                    <a:pt x="334644" y="388112"/>
                  </a:lnTo>
                  <a:lnTo>
                    <a:pt x="366394" y="413512"/>
                  </a:lnTo>
                  <a:lnTo>
                    <a:pt x="392683" y="444373"/>
                  </a:lnTo>
                  <a:lnTo>
                    <a:pt x="412495" y="479805"/>
                  </a:lnTo>
                  <a:lnTo>
                    <a:pt x="424941" y="518922"/>
                  </a:lnTo>
                  <a:lnTo>
                    <a:pt x="429259" y="560959"/>
                  </a:lnTo>
                  <a:lnTo>
                    <a:pt x="424941" y="602996"/>
                  </a:lnTo>
                  <a:lnTo>
                    <a:pt x="412495" y="642112"/>
                  </a:lnTo>
                  <a:lnTo>
                    <a:pt x="392683" y="677417"/>
                  </a:lnTo>
                  <a:lnTo>
                    <a:pt x="366394" y="708278"/>
                  </a:lnTo>
                  <a:lnTo>
                    <a:pt x="334644" y="733805"/>
                  </a:lnTo>
                  <a:lnTo>
                    <a:pt x="298195" y="752983"/>
                  </a:lnTo>
                  <a:lnTo>
                    <a:pt x="257937" y="765175"/>
                  </a:lnTo>
                  <a:lnTo>
                    <a:pt x="214629" y="769365"/>
                  </a:lnTo>
                  <a:lnTo>
                    <a:pt x="171450" y="765175"/>
                  </a:lnTo>
                  <a:lnTo>
                    <a:pt x="131063" y="752983"/>
                  </a:lnTo>
                  <a:lnTo>
                    <a:pt x="94614" y="733805"/>
                  </a:lnTo>
                  <a:lnTo>
                    <a:pt x="62864" y="708278"/>
                  </a:lnTo>
                  <a:lnTo>
                    <a:pt x="36702" y="677417"/>
                  </a:lnTo>
                  <a:lnTo>
                    <a:pt x="16890" y="642112"/>
                  </a:lnTo>
                  <a:lnTo>
                    <a:pt x="4317" y="602996"/>
                  </a:lnTo>
                  <a:lnTo>
                    <a:pt x="0" y="560959"/>
                  </a:lnTo>
                  <a:close/>
                </a:path>
                <a:path w="2116454" h="2442845">
                  <a:moveTo>
                    <a:pt x="0" y="1246632"/>
                  </a:moveTo>
                  <a:lnTo>
                    <a:pt x="4317" y="1204722"/>
                  </a:lnTo>
                  <a:lnTo>
                    <a:pt x="16890" y="1165605"/>
                  </a:lnTo>
                  <a:lnTo>
                    <a:pt x="36702" y="1130173"/>
                  </a:lnTo>
                  <a:lnTo>
                    <a:pt x="62864" y="1099312"/>
                  </a:lnTo>
                  <a:lnTo>
                    <a:pt x="94614" y="1073785"/>
                  </a:lnTo>
                  <a:lnTo>
                    <a:pt x="131063" y="1054608"/>
                  </a:lnTo>
                  <a:lnTo>
                    <a:pt x="171450" y="1042415"/>
                  </a:lnTo>
                  <a:lnTo>
                    <a:pt x="214629" y="1038225"/>
                  </a:lnTo>
                  <a:lnTo>
                    <a:pt x="257937" y="1042415"/>
                  </a:lnTo>
                  <a:lnTo>
                    <a:pt x="298195" y="1054608"/>
                  </a:lnTo>
                  <a:lnTo>
                    <a:pt x="334644" y="1073785"/>
                  </a:lnTo>
                  <a:lnTo>
                    <a:pt x="366394" y="1099312"/>
                  </a:lnTo>
                  <a:lnTo>
                    <a:pt x="392683" y="1130173"/>
                  </a:lnTo>
                  <a:lnTo>
                    <a:pt x="412495" y="1165605"/>
                  </a:lnTo>
                  <a:lnTo>
                    <a:pt x="424941" y="1204722"/>
                  </a:lnTo>
                  <a:lnTo>
                    <a:pt x="429259" y="1246632"/>
                  </a:lnTo>
                  <a:lnTo>
                    <a:pt x="424941" y="1288668"/>
                  </a:lnTo>
                  <a:lnTo>
                    <a:pt x="412495" y="1327785"/>
                  </a:lnTo>
                  <a:lnTo>
                    <a:pt x="392683" y="1363217"/>
                  </a:lnTo>
                  <a:lnTo>
                    <a:pt x="366394" y="1394078"/>
                  </a:lnTo>
                  <a:lnTo>
                    <a:pt x="334644" y="1419478"/>
                  </a:lnTo>
                  <a:lnTo>
                    <a:pt x="298195" y="1438783"/>
                  </a:lnTo>
                  <a:lnTo>
                    <a:pt x="257937" y="1450975"/>
                  </a:lnTo>
                  <a:lnTo>
                    <a:pt x="214629" y="1455165"/>
                  </a:lnTo>
                  <a:lnTo>
                    <a:pt x="171450" y="1450975"/>
                  </a:lnTo>
                  <a:lnTo>
                    <a:pt x="131063" y="1438783"/>
                  </a:lnTo>
                  <a:lnTo>
                    <a:pt x="94614" y="1419478"/>
                  </a:lnTo>
                  <a:lnTo>
                    <a:pt x="62864" y="1394078"/>
                  </a:lnTo>
                  <a:lnTo>
                    <a:pt x="36702" y="1363217"/>
                  </a:lnTo>
                  <a:lnTo>
                    <a:pt x="16890" y="1327785"/>
                  </a:lnTo>
                  <a:lnTo>
                    <a:pt x="4317" y="1288668"/>
                  </a:lnTo>
                  <a:lnTo>
                    <a:pt x="0" y="1246632"/>
                  </a:lnTo>
                  <a:close/>
                </a:path>
                <a:path w="2116454" h="2442845">
                  <a:moveTo>
                    <a:pt x="5461" y="1878964"/>
                  </a:moveTo>
                  <a:lnTo>
                    <a:pt x="9905" y="1836927"/>
                  </a:lnTo>
                  <a:lnTo>
                    <a:pt x="22351" y="1797812"/>
                  </a:lnTo>
                  <a:lnTo>
                    <a:pt x="42163" y="1762378"/>
                  </a:lnTo>
                  <a:lnTo>
                    <a:pt x="68325" y="1731517"/>
                  </a:lnTo>
                  <a:lnTo>
                    <a:pt x="100075" y="1706117"/>
                  </a:lnTo>
                  <a:lnTo>
                    <a:pt x="136651" y="1686814"/>
                  </a:lnTo>
                  <a:lnTo>
                    <a:pt x="176911" y="1674749"/>
                  </a:lnTo>
                  <a:lnTo>
                    <a:pt x="220090" y="1670430"/>
                  </a:lnTo>
                  <a:lnTo>
                    <a:pt x="263397" y="1674749"/>
                  </a:lnTo>
                  <a:lnTo>
                    <a:pt x="303656" y="1686814"/>
                  </a:lnTo>
                  <a:lnTo>
                    <a:pt x="340105" y="1706117"/>
                  </a:lnTo>
                  <a:lnTo>
                    <a:pt x="371855" y="1731517"/>
                  </a:lnTo>
                  <a:lnTo>
                    <a:pt x="398144" y="1762378"/>
                  </a:lnTo>
                  <a:lnTo>
                    <a:pt x="417956" y="1797812"/>
                  </a:lnTo>
                  <a:lnTo>
                    <a:pt x="430402" y="1836927"/>
                  </a:lnTo>
                  <a:lnTo>
                    <a:pt x="434847" y="1878964"/>
                  </a:lnTo>
                  <a:lnTo>
                    <a:pt x="430402" y="1921002"/>
                  </a:lnTo>
                  <a:lnTo>
                    <a:pt x="417956" y="1960117"/>
                  </a:lnTo>
                  <a:lnTo>
                    <a:pt x="398144" y="1995424"/>
                  </a:lnTo>
                  <a:lnTo>
                    <a:pt x="371855" y="2026285"/>
                  </a:lnTo>
                  <a:lnTo>
                    <a:pt x="340105" y="2051812"/>
                  </a:lnTo>
                  <a:lnTo>
                    <a:pt x="303656" y="2070989"/>
                  </a:lnTo>
                  <a:lnTo>
                    <a:pt x="263397" y="2083181"/>
                  </a:lnTo>
                  <a:lnTo>
                    <a:pt x="220090" y="2087371"/>
                  </a:lnTo>
                  <a:lnTo>
                    <a:pt x="176911" y="2083181"/>
                  </a:lnTo>
                  <a:lnTo>
                    <a:pt x="136651" y="2070989"/>
                  </a:lnTo>
                  <a:lnTo>
                    <a:pt x="100075" y="2051812"/>
                  </a:lnTo>
                  <a:lnTo>
                    <a:pt x="68325" y="2026285"/>
                  </a:lnTo>
                  <a:lnTo>
                    <a:pt x="42163" y="1995424"/>
                  </a:lnTo>
                  <a:lnTo>
                    <a:pt x="22351" y="1960117"/>
                  </a:lnTo>
                  <a:lnTo>
                    <a:pt x="9905" y="1921002"/>
                  </a:lnTo>
                  <a:lnTo>
                    <a:pt x="5461" y="1878964"/>
                  </a:lnTo>
                  <a:close/>
                </a:path>
                <a:path w="2116454" h="2442845">
                  <a:moveTo>
                    <a:pt x="1674749" y="208407"/>
                  </a:moveTo>
                  <a:lnTo>
                    <a:pt x="1679066" y="166497"/>
                  </a:lnTo>
                  <a:lnTo>
                    <a:pt x="1691639" y="127380"/>
                  </a:lnTo>
                  <a:lnTo>
                    <a:pt x="1711452" y="91948"/>
                  </a:lnTo>
                  <a:lnTo>
                    <a:pt x="1737740" y="61087"/>
                  </a:lnTo>
                  <a:lnTo>
                    <a:pt x="1769617" y="35560"/>
                  </a:lnTo>
                  <a:lnTo>
                    <a:pt x="1806193" y="16383"/>
                  </a:lnTo>
                  <a:lnTo>
                    <a:pt x="1846706" y="4190"/>
                  </a:lnTo>
                  <a:lnTo>
                    <a:pt x="1890014" y="0"/>
                  </a:lnTo>
                  <a:lnTo>
                    <a:pt x="1933447" y="4190"/>
                  </a:lnTo>
                  <a:lnTo>
                    <a:pt x="1973833" y="16383"/>
                  </a:lnTo>
                  <a:lnTo>
                    <a:pt x="2010409" y="35560"/>
                  </a:lnTo>
                  <a:lnTo>
                    <a:pt x="2042287" y="61087"/>
                  </a:lnTo>
                  <a:lnTo>
                    <a:pt x="2068576" y="91948"/>
                  </a:lnTo>
                  <a:lnTo>
                    <a:pt x="2088514" y="127380"/>
                  </a:lnTo>
                  <a:lnTo>
                    <a:pt x="2101088" y="166497"/>
                  </a:lnTo>
                  <a:lnTo>
                    <a:pt x="2105405" y="208407"/>
                  </a:lnTo>
                  <a:lnTo>
                    <a:pt x="2101088" y="250443"/>
                  </a:lnTo>
                  <a:lnTo>
                    <a:pt x="2088514" y="289560"/>
                  </a:lnTo>
                  <a:lnTo>
                    <a:pt x="2068576" y="324992"/>
                  </a:lnTo>
                  <a:lnTo>
                    <a:pt x="2042287" y="355853"/>
                  </a:lnTo>
                  <a:lnTo>
                    <a:pt x="2010409" y="381380"/>
                  </a:lnTo>
                  <a:lnTo>
                    <a:pt x="1973833" y="400558"/>
                  </a:lnTo>
                  <a:lnTo>
                    <a:pt x="1933447" y="412750"/>
                  </a:lnTo>
                  <a:lnTo>
                    <a:pt x="1890014" y="416940"/>
                  </a:lnTo>
                  <a:lnTo>
                    <a:pt x="1846706" y="412750"/>
                  </a:lnTo>
                  <a:lnTo>
                    <a:pt x="1806193" y="400558"/>
                  </a:lnTo>
                  <a:lnTo>
                    <a:pt x="1769617" y="381380"/>
                  </a:lnTo>
                  <a:lnTo>
                    <a:pt x="1737740" y="355853"/>
                  </a:lnTo>
                  <a:lnTo>
                    <a:pt x="1711452" y="324992"/>
                  </a:lnTo>
                  <a:lnTo>
                    <a:pt x="1691639" y="289560"/>
                  </a:lnTo>
                  <a:lnTo>
                    <a:pt x="1679066" y="250443"/>
                  </a:lnTo>
                  <a:lnTo>
                    <a:pt x="1674749" y="208407"/>
                  </a:lnTo>
                  <a:close/>
                </a:path>
                <a:path w="2116454" h="2442845">
                  <a:moveTo>
                    <a:pt x="1687067" y="930528"/>
                  </a:moveTo>
                  <a:lnTo>
                    <a:pt x="1691386" y="888364"/>
                  </a:lnTo>
                  <a:lnTo>
                    <a:pt x="1703958" y="849122"/>
                  </a:lnTo>
                  <a:lnTo>
                    <a:pt x="1723770" y="813562"/>
                  </a:lnTo>
                  <a:lnTo>
                    <a:pt x="1749932" y="782701"/>
                  </a:lnTo>
                  <a:lnTo>
                    <a:pt x="1781682" y="757174"/>
                  </a:lnTo>
                  <a:lnTo>
                    <a:pt x="1818131" y="737870"/>
                  </a:lnTo>
                  <a:lnTo>
                    <a:pt x="1858517" y="725677"/>
                  </a:lnTo>
                  <a:lnTo>
                    <a:pt x="1901697" y="721360"/>
                  </a:lnTo>
                  <a:lnTo>
                    <a:pt x="1945004" y="725677"/>
                  </a:lnTo>
                  <a:lnTo>
                    <a:pt x="1985264" y="737870"/>
                  </a:lnTo>
                  <a:lnTo>
                    <a:pt x="2021713" y="757174"/>
                  </a:lnTo>
                  <a:lnTo>
                    <a:pt x="2053463" y="782701"/>
                  </a:lnTo>
                  <a:lnTo>
                    <a:pt x="2079752" y="813562"/>
                  </a:lnTo>
                  <a:lnTo>
                    <a:pt x="2099564" y="849122"/>
                  </a:lnTo>
                  <a:lnTo>
                    <a:pt x="2112009" y="888364"/>
                  </a:lnTo>
                  <a:lnTo>
                    <a:pt x="2116328" y="930528"/>
                  </a:lnTo>
                  <a:lnTo>
                    <a:pt x="2112009" y="972692"/>
                  </a:lnTo>
                  <a:lnTo>
                    <a:pt x="2099564" y="1011936"/>
                  </a:lnTo>
                  <a:lnTo>
                    <a:pt x="2079752" y="1047496"/>
                  </a:lnTo>
                  <a:lnTo>
                    <a:pt x="2053463" y="1078484"/>
                  </a:lnTo>
                  <a:lnTo>
                    <a:pt x="2021713" y="1104011"/>
                  </a:lnTo>
                  <a:lnTo>
                    <a:pt x="1985264" y="1123314"/>
                  </a:lnTo>
                  <a:lnTo>
                    <a:pt x="1945004" y="1135507"/>
                  </a:lnTo>
                  <a:lnTo>
                    <a:pt x="1901697" y="1139698"/>
                  </a:lnTo>
                  <a:lnTo>
                    <a:pt x="1858517" y="1135507"/>
                  </a:lnTo>
                  <a:lnTo>
                    <a:pt x="1818131" y="1123314"/>
                  </a:lnTo>
                  <a:lnTo>
                    <a:pt x="1781682" y="1104011"/>
                  </a:lnTo>
                  <a:lnTo>
                    <a:pt x="1749932" y="1078484"/>
                  </a:lnTo>
                  <a:lnTo>
                    <a:pt x="1723770" y="1047496"/>
                  </a:lnTo>
                  <a:lnTo>
                    <a:pt x="1703958" y="1011936"/>
                  </a:lnTo>
                  <a:lnTo>
                    <a:pt x="1691386" y="972692"/>
                  </a:lnTo>
                  <a:lnTo>
                    <a:pt x="1687067" y="930528"/>
                  </a:lnTo>
                  <a:close/>
                </a:path>
                <a:path w="2116454" h="2442845">
                  <a:moveTo>
                    <a:pt x="1687067" y="1604645"/>
                  </a:moveTo>
                  <a:lnTo>
                    <a:pt x="1691386" y="1562608"/>
                  </a:lnTo>
                  <a:lnTo>
                    <a:pt x="1703958" y="1523491"/>
                  </a:lnTo>
                  <a:lnTo>
                    <a:pt x="1723770" y="1488059"/>
                  </a:lnTo>
                  <a:lnTo>
                    <a:pt x="1749932" y="1457198"/>
                  </a:lnTo>
                  <a:lnTo>
                    <a:pt x="1781682" y="1431798"/>
                  </a:lnTo>
                  <a:lnTo>
                    <a:pt x="1818131" y="1412621"/>
                  </a:lnTo>
                  <a:lnTo>
                    <a:pt x="1858517" y="1400428"/>
                  </a:lnTo>
                  <a:lnTo>
                    <a:pt x="1901697" y="1396238"/>
                  </a:lnTo>
                  <a:lnTo>
                    <a:pt x="1945004" y="1400428"/>
                  </a:lnTo>
                  <a:lnTo>
                    <a:pt x="1985264" y="1412621"/>
                  </a:lnTo>
                  <a:lnTo>
                    <a:pt x="2021713" y="1431798"/>
                  </a:lnTo>
                  <a:lnTo>
                    <a:pt x="2053463" y="1457198"/>
                  </a:lnTo>
                  <a:lnTo>
                    <a:pt x="2079752" y="1488059"/>
                  </a:lnTo>
                  <a:lnTo>
                    <a:pt x="2099564" y="1523491"/>
                  </a:lnTo>
                  <a:lnTo>
                    <a:pt x="2112009" y="1562608"/>
                  </a:lnTo>
                  <a:lnTo>
                    <a:pt x="2116328" y="1604645"/>
                  </a:lnTo>
                  <a:lnTo>
                    <a:pt x="2112009" y="1646682"/>
                  </a:lnTo>
                  <a:lnTo>
                    <a:pt x="2099564" y="1685798"/>
                  </a:lnTo>
                  <a:lnTo>
                    <a:pt x="2079752" y="1721230"/>
                  </a:lnTo>
                  <a:lnTo>
                    <a:pt x="2053463" y="1752091"/>
                  </a:lnTo>
                  <a:lnTo>
                    <a:pt x="2021713" y="1777491"/>
                  </a:lnTo>
                  <a:lnTo>
                    <a:pt x="1985264" y="1796668"/>
                  </a:lnTo>
                  <a:lnTo>
                    <a:pt x="1945004" y="1808861"/>
                  </a:lnTo>
                  <a:lnTo>
                    <a:pt x="1901697" y="1813052"/>
                  </a:lnTo>
                  <a:lnTo>
                    <a:pt x="1858517" y="1808861"/>
                  </a:lnTo>
                  <a:lnTo>
                    <a:pt x="1818131" y="1796668"/>
                  </a:lnTo>
                  <a:lnTo>
                    <a:pt x="1781682" y="1777491"/>
                  </a:lnTo>
                  <a:lnTo>
                    <a:pt x="1749932" y="1752091"/>
                  </a:lnTo>
                  <a:lnTo>
                    <a:pt x="1723770" y="1721230"/>
                  </a:lnTo>
                  <a:lnTo>
                    <a:pt x="1703958" y="1685798"/>
                  </a:lnTo>
                  <a:lnTo>
                    <a:pt x="1691386" y="1646682"/>
                  </a:lnTo>
                  <a:lnTo>
                    <a:pt x="1687067" y="1604645"/>
                  </a:lnTo>
                  <a:close/>
                </a:path>
                <a:path w="2116454" h="2442845">
                  <a:moveTo>
                    <a:pt x="1687067" y="2234184"/>
                  </a:moveTo>
                  <a:lnTo>
                    <a:pt x="1691386" y="2192147"/>
                  </a:lnTo>
                  <a:lnTo>
                    <a:pt x="1703958" y="2153031"/>
                  </a:lnTo>
                  <a:lnTo>
                    <a:pt x="1723770" y="2117598"/>
                  </a:lnTo>
                  <a:lnTo>
                    <a:pt x="1749932" y="2086737"/>
                  </a:lnTo>
                  <a:lnTo>
                    <a:pt x="1781682" y="2061337"/>
                  </a:lnTo>
                  <a:lnTo>
                    <a:pt x="1818131" y="2042033"/>
                  </a:lnTo>
                  <a:lnTo>
                    <a:pt x="1858517" y="2029968"/>
                  </a:lnTo>
                  <a:lnTo>
                    <a:pt x="1901697" y="2025650"/>
                  </a:lnTo>
                  <a:lnTo>
                    <a:pt x="1945004" y="2029968"/>
                  </a:lnTo>
                  <a:lnTo>
                    <a:pt x="1985264" y="2042033"/>
                  </a:lnTo>
                  <a:lnTo>
                    <a:pt x="2021713" y="2061337"/>
                  </a:lnTo>
                  <a:lnTo>
                    <a:pt x="2053463" y="2086737"/>
                  </a:lnTo>
                  <a:lnTo>
                    <a:pt x="2079752" y="2117598"/>
                  </a:lnTo>
                  <a:lnTo>
                    <a:pt x="2099564" y="2153031"/>
                  </a:lnTo>
                  <a:lnTo>
                    <a:pt x="2112009" y="2192147"/>
                  </a:lnTo>
                  <a:lnTo>
                    <a:pt x="2116328" y="2234184"/>
                  </a:lnTo>
                  <a:lnTo>
                    <a:pt x="2112009" y="2276221"/>
                  </a:lnTo>
                  <a:lnTo>
                    <a:pt x="2099564" y="2315337"/>
                  </a:lnTo>
                  <a:lnTo>
                    <a:pt x="2079752" y="2350643"/>
                  </a:lnTo>
                  <a:lnTo>
                    <a:pt x="2053463" y="2381504"/>
                  </a:lnTo>
                  <a:lnTo>
                    <a:pt x="2021713" y="2407031"/>
                  </a:lnTo>
                  <a:lnTo>
                    <a:pt x="1985264" y="2426208"/>
                  </a:lnTo>
                  <a:lnTo>
                    <a:pt x="1945004" y="2438400"/>
                  </a:lnTo>
                  <a:lnTo>
                    <a:pt x="1901697" y="2442591"/>
                  </a:lnTo>
                  <a:lnTo>
                    <a:pt x="1858517" y="2438400"/>
                  </a:lnTo>
                  <a:lnTo>
                    <a:pt x="1818131" y="2426208"/>
                  </a:lnTo>
                  <a:lnTo>
                    <a:pt x="1781682" y="2407031"/>
                  </a:lnTo>
                  <a:lnTo>
                    <a:pt x="1749932" y="2381504"/>
                  </a:lnTo>
                  <a:lnTo>
                    <a:pt x="1723770" y="2350643"/>
                  </a:lnTo>
                  <a:lnTo>
                    <a:pt x="1703958" y="2315337"/>
                  </a:lnTo>
                  <a:lnTo>
                    <a:pt x="1691386" y="2276221"/>
                  </a:lnTo>
                  <a:lnTo>
                    <a:pt x="1687067" y="223418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25468" y="1146047"/>
              <a:ext cx="1325880" cy="1892935"/>
            </a:xfrm>
            <a:custGeom>
              <a:avLst/>
              <a:gdLst/>
              <a:ahLst/>
              <a:cxnLst/>
              <a:rect l="l" t="t" r="r" b="b"/>
              <a:pathLst>
                <a:path w="1325879" h="1892935">
                  <a:moveTo>
                    <a:pt x="1175385" y="0"/>
                  </a:moveTo>
                  <a:lnTo>
                    <a:pt x="1183132" y="27559"/>
                  </a:lnTo>
                  <a:lnTo>
                    <a:pt x="2794" y="360679"/>
                  </a:lnTo>
                  <a:lnTo>
                    <a:pt x="4445" y="366522"/>
                  </a:lnTo>
                  <a:lnTo>
                    <a:pt x="4318" y="366902"/>
                  </a:lnTo>
                  <a:lnTo>
                    <a:pt x="0" y="370713"/>
                  </a:lnTo>
                  <a:lnTo>
                    <a:pt x="1276350" y="1844420"/>
                  </a:lnTo>
                  <a:lnTo>
                    <a:pt x="1254633" y="1863216"/>
                  </a:lnTo>
                  <a:lnTo>
                    <a:pt x="1325499" y="1892553"/>
                  </a:lnTo>
                  <a:lnTo>
                    <a:pt x="1306576" y="1818258"/>
                  </a:lnTo>
                  <a:lnTo>
                    <a:pt x="1284986" y="1837054"/>
                  </a:lnTo>
                  <a:lnTo>
                    <a:pt x="53975" y="415543"/>
                  </a:lnTo>
                  <a:lnTo>
                    <a:pt x="1206119" y="1371091"/>
                  </a:lnTo>
                  <a:lnTo>
                    <a:pt x="1187958" y="1393063"/>
                  </a:lnTo>
                  <a:lnTo>
                    <a:pt x="1262634" y="1410462"/>
                  </a:lnTo>
                  <a:lnTo>
                    <a:pt x="1231646" y="1340230"/>
                  </a:lnTo>
                  <a:lnTo>
                    <a:pt x="1213485" y="1362328"/>
                  </a:lnTo>
                  <a:lnTo>
                    <a:pt x="29210" y="380238"/>
                  </a:lnTo>
                  <a:lnTo>
                    <a:pt x="1195197" y="722756"/>
                  </a:lnTo>
                  <a:lnTo>
                    <a:pt x="1187069" y="750188"/>
                  </a:lnTo>
                  <a:lnTo>
                    <a:pt x="1262634" y="736600"/>
                  </a:lnTo>
                  <a:lnTo>
                    <a:pt x="1206500" y="684402"/>
                  </a:lnTo>
                  <a:lnTo>
                    <a:pt x="1198372" y="711835"/>
                  </a:lnTo>
                  <a:lnTo>
                    <a:pt x="23749" y="366649"/>
                  </a:lnTo>
                  <a:lnTo>
                    <a:pt x="1186180" y="38607"/>
                  </a:lnTo>
                  <a:lnTo>
                    <a:pt x="1193927" y="66039"/>
                  </a:lnTo>
                  <a:lnTo>
                    <a:pt x="1250696" y="14350"/>
                  </a:lnTo>
                  <a:lnTo>
                    <a:pt x="117538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809231" y="1388363"/>
            <a:ext cx="1950720" cy="1111250"/>
            <a:chOff x="6809231" y="1388363"/>
            <a:chExt cx="1950720" cy="11112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2862" y="2435478"/>
              <a:ext cx="76580" cy="636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09231" y="1388363"/>
              <a:ext cx="1893570" cy="1082040"/>
            </a:xfrm>
            <a:custGeom>
              <a:avLst/>
              <a:gdLst/>
              <a:ahLst/>
              <a:cxnLst/>
              <a:rect l="l" t="t" r="r" b="b"/>
              <a:pathLst>
                <a:path w="1893570" h="1082039">
                  <a:moveTo>
                    <a:pt x="5715" y="0"/>
                  </a:moveTo>
                  <a:lnTo>
                    <a:pt x="0" y="9778"/>
                  </a:lnTo>
                  <a:lnTo>
                    <a:pt x="1887727" y="1081913"/>
                  </a:lnTo>
                  <a:lnTo>
                    <a:pt x="1893443" y="1072007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809231" y="1389888"/>
            <a:ext cx="1953895" cy="2418715"/>
            <a:chOff x="6809231" y="1389888"/>
            <a:chExt cx="1953895" cy="241871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8831" y="3060319"/>
              <a:ext cx="74041" cy="7124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809231" y="1389888"/>
              <a:ext cx="1906270" cy="1700530"/>
            </a:xfrm>
            <a:custGeom>
              <a:avLst/>
              <a:gdLst/>
              <a:ahLst/>
              <a:cxnLst/>
              <a:rect l="l" t="t" r="r" b="b"/>
              <a:pathLst>
                <a:path w="1906270" h="1700530">
                  <a:moveTo>
                    <a:pt x="7493" y="0"/>
                  </a:moveTo>
                  <a:lnTo>
                    <a:pt x="0" y="8509"/>
                  </a:lnTo>
                  <a:lnTo>
                    <a:pt x="1898777" y="1700276"/>
                  </a:lnTo>
                  <a:lnTo>
                    <a:pt x="1906270" y="1691767"/>
                  </a:lnTo>
                  <a:lnTo>
                    <a:pt x="7493" y="0"/>
                  </a:lnTo>
                  <a:close/>
                </a:path>
              </a:pathLst>
            </a:custGeom>
            <a:solidFill>
              <a:srgbClr val="F9E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5656" y="2451735"/>
              <a:ext cx="73914" cy="6731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19899" y="2109216"/>
              <a:ext cx="1873885" cy="382270"/>
            </a:xfrm>
            <a:custGeom>
              <a:avLst/>
              <a:gdLst/>
              <a:ahLst/>
              <a:cxnLst/>
              <a:rect l="l" t="t" r="r" b="b"/>
              <a:pathLst>
                <a:path w="1873884" h="382269">
                  <a:moveTo>
                    <a:pt x="2285" y="0"/>
                  </a:moveTo>
                  <a:lnTo>
                    <a:pt x="0" y="11175"/>
                  </a:lnTo>
                  <a:lnTo>
                    <a:pt x="1871218" y="381762"/>
                  </a:lnTo>
                  <a:lnTo>
                    <a:pt x="1873503" y="370586"/>
                  </a:lnTo>
                  <a:lnTo>
                    <a:pt x="228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18375" y="2109215"/>
              <a:ext cx="1945005" cy="1022350"/>
            </a:xfrm>
            <a:custGeom>
              <a:avLst/>
              <a:gdLst/>
              <a:ahLst/>
              <a:cxnLst/>
              <a:rect l="l" t="t" r="r" b="b"/>
              <a:pathLst>
                <a:path w="1945004" h="1022350">
                  <a:moveTo>
                    <a:pt x="1944497" y="1022223"/>
                  </a:moveTo>
                  <a:lnTo>
                    <a:pt x="1929003" y="1000760"/>
                  </a:lnTo>
                  <a:lnTo>
                    <a:pt x="1899666" y="959993"/>
                  </a:lnTo>
                  <a:lnTo>
                    <a:pt x="1886458" y="985393"/>
                  </a:lnTo>
                  <a:lnTo>
                    <a:pt x="5207" y="0"/>
                  </a:lnTo>
                  <a:lnTo>
                    <a:pt x="0" y="10033"/>
                  </a:lnTo>
                  <a:lnTo>
                    <a:pt x="1881124" y="995426"/>
                  </a:lnTo>
                  <a:lnTo>
                    <a:pt x="1867916" y="1020826"/>
                  </a:lnTo>
                  <a:lnTo>
                    <a:pt x="1944497" y="1022223"/>
                  </a:lnTo>
                  <a:close/>
                </a:path>
              </a:pathLst>
            </a:custGeom>
            <a:solidFill>
              <a:srgbClr val="F9E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19899" y="2503297"/>
              <a:ext cx="1873250" cy="291465"/>
            </a:xfrm>
            <a:custGeom>
              <a:avLst/>
              <a:gdLst/>
              <a:ahLst/>
              <a:cxnLst/>
              <a:rect l="l" t="t" r="r" b="b"/>
              <a:pathLst>
                <a:path w="1873250" h="291464">
                  <a:moveTo>
                    <a:pt x="1871218" y="0"/>
                  </a:moveTo>
                  <a:lnTo>
                    <a:pt x="0" y="279907"/>
                  </a:lnTo>
                  <a:lnTo>
                    <a:pt x="1650" y="291211"/>
                  </a:lnTo>
                  <a:lnTo>
                    <a:pt x="1872869" y="11175"/>
                  </a:lnTo>
                  <a:lnTo>
                    <a:pt x="187121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86926" y="2474976"/>
              <a:ext cx="72898" cy="6794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89593" y="3085211"/>
              <a:ext cx="73405" cy="6756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819899" y="2782824"/>
              <a:ext cx="1877060" cy="342265"/>
            </a:xfrm>
            <a:custGeom>
              <a:avLst/>
              <a:gdLst/>
              <a:ahLst/>
              <a:cxnLst/>
              <a:rect l="l" t="t" r="r" b="b"/>
              <a:pathLst>
                <a:path w="1877059" h="342264">
                  <a:moveTo>
                    <a:pt x="2031" y="0"/>
                  </a:moveTo>
                  <a:lnTo>
                    <a:pt x="0" y="11175"/>
                  </a:lnTo>
                  <a:lnTo>
                    <a:pt x="1874647" y="341883"/>
                  </a:lnTo>
                  <a:lnTo>
                    <a:pt x="1876678" y="330581"/>
                  </a:lnTo>
                  <a:lnTo>
                    <a:pt x="2031" y="0"/>
                  </a:lnTo>
                  <a:close/>
                </a:path>
              </a:pathLst>
            </a:custGeom>
            <a:solidFill>
              <a:srgbClr val="F9E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41235" y="3148076"/>
              <a:ext cx="1858645" cy="660400"/>
            </a:xfrm>
            <a:custGeom>
              <a:avLst/>
              <a:gdLst/>
              <a:ahLst/>
              <a:cxnLst/>
              <a:rect l="l" t="t" r="r" b="b"/>
              <a:pathLst>
                <a:path w="1858645" h="660400">
                  <a:moveTo>
                    <a:pt x="1854708" y="0"/>
                  </a:moveTo>
                  <a:lnTo>
                    <a:pt x="0" y="649478"/>
                  </a:lnTo>
                  <a:lnTo>
                    <a:pt x="3810" y="660273"/>
                  </a:lnTo>
                  <a:lnTo>
                    <a:pt x="1858518" y="10794"/>
                  </a:lnTo>
                  <a:lnTo>
                    <a:pt x="185470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86545" y="3121152"/>
              <a:ext cx="75946" cy="6477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3282696" y="1476755"/>
            <a:ext cx="417830" cy="68580"/>
          </a:xfrm>
          <a:custGeom>
            <a:avLst/>
            <a:gdLst/>
            <a:ahLst/>
            <a:cxnLst/>
            <a:rect l="l" t="t" r="r" b="b"/>
            <a:pathLst>
              <a:path w="417829" h="68580">
                <a:moveTo>
                  <a:pt x="417322" y="35179"/>
                </a:moveTo>
                <a:lnTo>
                  <a:pt x="349250" y="0"/>
                </a:lnTo>
                <a:lnTo>
                  <a:pt x="348869" y="28575"/>
                </a:lnTo>
                <a:lnTo>
                  <a:pt x="254" y="23495"/>
                </a:lnTo>
                <a:lnTo>
                  <a:pt x="0" y="34925"/>
                </a:lnTo>
                <a:lnTo>
                  <a:pt x="348742" y="40005"/>
                </a:lnTo>
                <a:lnTo>
                  <a:pt x="360172" y="40132"/>
                </a:lnTo>
                <a:lnTo>
                  <a:pt x="348729" y="40132"/>
                </a:lnTo>
                <a:lnTo>
                  <a:pt x="348361" y="68580"/>
                </a:lnTo>
                <a:lnTo>
                  <a:pt x="417322" y="35179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58311" y="2164079"/>
            <a:ext cx="441959" cy="68580"/>
          </a:xfrm>
          <a:custGeom>
            <a:avLst/>
            <a:gdLst/>
            <a:ahLst/>
            <a:cxnLst/>
            <a:rect l="l" t="t" r="r" b="b"/>
            <a:pathLst>
              <a:path w="441960" h="68580">
                <a:moveTo>
                  <a:pt x="441452" y="34290"/>
                </a:moveTo>
                <a:lnTo>
                  <a:pt x="430022" y="28575"/>
                </a:lnTo>
                <a:lnTo>
                  <a:pt x="372872" y="0"/>
                </a:lnTo>
                <a:lnTo>
                  <a:pt x="372872" y="28587"/>
                </a:lnTo>
                <a:lnTo>
                  <a:pt x="0" y="28587"/>
                </a:lnTo>
                <a:lnTo>
                  <a:pt x="0" y="40005"/>
                </a:lnTo>
                <a:lnTo>
                  <a:pt x="372872" y="40005"/>
                </a:lnTo>
                <a:lnTo>
                  <a:pt x="372872" y="68580"/>
                </a:lnTo>
                <a:lnTo>
                  <a:pt x="430022" y="40005"/>
                </a:lnTo>
                <a:lnTo>
                  <a:pt x="441452" y="3429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82696" y="2796539"/>
            <a:ext cx="423545" cy="69215"/>
          </a:xfrm>
          <a:custGeom>
            <a:avLst/>
            <a:gdLst/>
            <a:ahLst/>
            <a:cxnLst/>
            <a:rect l="l" t="t" r="r" b="b"/>
            <a:pathLst>
              <a:path w="423545" h="69214">
                <a:moveTo>
                  <a:pt x="354939" y="28587"/>
                </a:moveTo>
                <a:lnTo>
                  <a:pt x="0" y="28587"/>
                </a:lnTo>
                <a:lnTo>
                  <a:pt x="0" y="40005"/>
                </a:lnTo>
                <a:lnTo>
                  <a:pt x="354939" y="40005"/>
                </a:lnTo>
                <a:lnTo>
                  <a:pt x="354939" y="28587"/>
                </a:lnTo>
                <a:close/>
              </a:path>
              <a:path w="423545" h="69214">
                <a:moveTo>
                  <a:pt x="423545" y="34290"/>
                </a:moveTo>
                <a:lnTo>
                  <a:pt x="412115" y="28575"/>
                </a:lnTo>
                <a:lnTo>
                  <a:pt x="354965" y="0"/>
                </a:lnTo>
                <a:lnTo>
                  <a:pt x="354965" y="68592"/>
                </a:lnTo>
                <a:lnTo>
                  <a:pt x="412115" y="40005"/>
                </a:lnTo>
                <a:lnTo>
                  <a:pt x="423545" y="3429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154668" y="2429255"/>
            <a:ext cx="356870" cy="68580"/>
          </a:xfrm>
          <a:custGeom>
            <a:avLst/>
            <a:gdLst/>
            <a:ahLst/>
            <a:cxnLst/>
            <a:rect l="l" t="t" r="r" b="b"/>
            <a:pathLst>
              <a:path w="356870" h="68580">
                <a:moveTo>
                  <a:pt x="288251" y="28587"/>
                </a:moveTo>
                <a:lnTo>
                  <a:pt x="0" y="28587"/>
                </a:lnTo>
                <a:lnTo>
                  <a:pt x="0" y="40005"/>
                </a:lnTo>
                <a:lnTo>
                  <a:pt x="288251" y="40005"/>
                </a:lnTo>
                <a:lnTo>
                  <a:pt x="288251" y="28587"/>
                </a:lnTo>
                <a:close/>
              </a:path>
              <a:path w="356870" h="68580">
                <a:moveTo>
                  <a:pt x="356616" y="34290"/>
                </a:moveTo>
                <a:lnTo>
                  <a:pt x="345186" y="28575"/>
                </a:lnTo>
                <a:lnTo>
                  <a:pt x="288290" y="0"/>
                </a:lnTo>
                <a:lnTo>
                  <a:pt x="288290" y="68580"/>
                </a:lnTo>
                <a:lnTo>
                  <a:pt x="345186" y="40005"/>
                </a:lnTo>
                <a:lnTo>
                  <a:pt x="356616" y="3429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159240" y="3061715"/>
            <a:ext cx="364490" cy="68580"/>
          </a:xfrm>
          <a:custGeom>
            <a:avLst/>
            <a:gdLst/>
            <a:ahLst/>
            <a:cxnLst/>
            <a:rect l="l" t="t" r="r" b="b"/>
            <a:pathLst>
              <a:path w="364490" h="68580">
                <a:moveTo>
                  <a:pt x="295389" y="28587"/>
                </a:moveTo>
                <a:lnTo>
                  <a:pt x="0" y="28587"/>
                </a:lnTo>
                <a:lnTo>
                  <a:pt x="0" y="40005"/>
                </a:lnTo>
                <a:lnTo>
                  <a:pt x="295389" y="40005"/>
                </a:lnTo>
                <a:lnTo>
                  <a:pt x="295389" y="28587"/>
                </a:lnTo>
                <a:close/>
              </a:path>
              <a:path w="364490" h="68580">
                <a:moveTo>
                  <a:pt x="363982" y="34290"/>
                </a:moveTo>
                <a:lnTo>
                  <a:pt x="352552" y="28575"/>
                </a:lnTo>
                <a:lnTo>
                  <a:pt x="295402" y="0"/>
                </a:lnTo>
                <a:lnTo>
                  <a:pt x="295402" y="68580"/>
                </a:lnTo>
                <a:lnTo>
                  <a:pt x="352552" y="40005"/>
                </a:lnTo>
                <a:lnTo>
                  <a:pt x="363982" y="3429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13226" y="3786378"/>
            <a:ext cx="429259" cy="417195"/>
          </a:xfrm>
          <a:custGeom>
            <a:avLst/>
            <a:gdLst/>
            <a:ahLst/>
            <a:cxnLst/>
            <a:rect l="l" t="t" r="r" b="b"/>
            <a:pathLst>
              <a:path w="429260" h="417195">
                <a:moveTo>
                  <a:pt x="0" y="208534"/>
                </a:moveTo>
                <a:lnTo>
                  <a:pt x="4318" y="166497"/>
                </a:lnTo>
                <a:lnTo>
                  <a:pt x="16890" y="127381"/>
                </a:lnTo>
                <a:lnTo>
                  <a:pt x="36702" y="91948"/>
                </a:lnTo>
                <a:lnTo>
                  <a:pt x="62864" y="61087"/>
                </a:lnTo>
                <a:lnTo>
                  <a:pt x="94614" y="35560"/>
                </a:lnTo>
                <a:lnTo>
                  <a:pt x="131063" y="16383"/>
                </a:lnTo>
                <a:lnTo>
                  <a:pt x="171323" y="4191"/>
                </a:lnTo>
                <a:lnTo>
                  <a:pt x="214629" y="0"/>
                </a:lnTo>
                <a:lnTo>
                  <a:pt x="257810" y="4191"/>
                </a:lnTo>
                <a:lnTo>
                  <a:pt x="298196" y="16383"/>
                </a:lnTo>
                <a:lnTo>
                  <a:pt x="334645" y="35560"/>
                </a:lnTo>
                <a:lnTo>
                  <a:pt x="366395" y="61087"/>
                </a:lnTo>
                <a:lnTo>
                  <a:pt x="392557" y="91948"/>
                </a:lnTo>
                <a:lnTo>
                  <a:pt x="412369" y="127381"/>
                </a:lnTo>
                <a:lnTo>
                  <a:pt x="424814" y="166497"/>
                </a:lnTo>
                <a:lnTo>
                  <a:pt x="429260" y="208534"/>
                </a:lnTo>
                <a:lnTo>
                  <a:pt x="424814" y="250444"/>
                </a:lnTo>
                <a:lnTo>
                  <a:pt x="412369" y="289560"/>
                </a:lnTo>
                <a:lnTo>
                  <a:pt x="392557" y="324993"/>
                </a:lnTo>
                <a:lnTo>
                  <a:pt x="366395" y="355854"/>
                </a:lnTo>
                <a:lnTo>
                  <a:pt x="334645" y="381381"/>
                </a:lnTo>
                <a:lnTo>
                  <a:pt x="298196" y="400558"/>
                </a:lnTo>
                <a:lnTo>
                  <a:pt x="257810" y="412750"/>
                </a:lnTo>
                <a:lnTo>
                  <a:pt x="214629" y="416941"/>
                </a:lnTo>
                <a:lnTo>
                  <a:pt x="171323" y="412750"/>
                </a:lnTo>
                <a:lnTo>
                  <a:pt x="131063" y="400558"/>
                </a:lnTo>
                <a:lnTo>
                  <a:pt x="94614" y="381381"/>
                </a:lnTo>
                <a:lnTo>
                  <a:pt x="62864" y="355854"/>
                </a:lnTo>
                <a:lnTo>
                  <a:pt x="36702" y="324993"/>
                </a:lnTo>
                <a:lnTo>
                  <a:pt x="16890" y="289560"/>
                </a:lnTo>
                <a:lnTo>
                  <a:pt x="4318" y="250444"/>
                </a:lnTo>
                <a:lnTo>
                  <a:pt x="0" y="20853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394452" y="4141596"/>
            <a:ext cx="429259" cy="417195"/>
          </a:xfrm>
          <a:custGeom>
            <a:avLst/>
            <a:gdLst/>
            <a:ahLst/>
            <a:cxnLst/>
            <a:rect l="l" t="t" r="r" b="b"/>
            <a:pathLst>
              <a:path w="429260" h="417195">
                <a:moveTo>
                  <a:pt x="0" y="208533"/>
                </a:moveTo>
                <a:lnTo>
                  <a:pt x="4445" y="166496"/>
                </a:lnTo>
                <a:lnTo>
                  <a:pt x="16890" y="127380"/>
                </a:lnTo>
                <a:lnTo>
                  <a:pt x="36702" y="91947"/>
                </a:lnTo>
                <a:lnTo>
                  <a:pt x="62864" y="61086"/>
                </a:lnTo>
                <a:lnTo>
                  <a:pt x="94742" y="35686"/>
                </a:lnTo>
                <a:lnTo>
                  <a:pt x="131190" y="16382"/>
                </a:lnTo>
                <a:lnTo>
                  <a:pt x="171450" y="4317"/>
                </a:lnTo>
                <a:lnTo>
                  <a:pt x="214630" y="0"/>
                </a:lnTo>
                <a:lnTo>
                  <a:pt x="257937" y="4317"/>
                </a:lnTo>
                <a:lnTo>
                  <a:pt x="298196" y="16382"/>
                </a:lnTo>
                <a:lnTo>
                  <a:pt x="334645" y="35686"/>
                </a:lnTo>
                <a:lnTo>
                  <a:pt x="366395" y="61086"/>
                </a:lnTo>
                <a:lnTo>
                  <a:pt x="392684" y="91947"/>
                </a:lnTo>
                <a:lnTo>
                  <a:pt x="412369" y="127380"/>
                </a:lnTo>
                <a:lnTo>
                  <a:pt x="424942" y="166496"/>
                </a:lnTo>
                <a:lnTo>
                  <a:pt x="429260" y="208533"/>
                </a:lnTo>
                <a:lnTo>
                  <a:pt x="424942" y="250570"/>
                </a:lnTo>
                <a:lnTo>
                  <a:pt x="412369" y="289686"/>
                </a:lnTo>
                <a:lnTo>
                  <a:pt x="392684" y="324992"/>
                </a:lnTo>
                <a:lnTo>
                  <a:pt x="366395" y="355853"/>
                </a:lnTo>
                <a:lnTo>
                  <a:pt x="334645" y="381380"/>
                </a:lnTo>
                <a:lnTo>
                  <a:pt x="298196" y="400557"/>
                </a:lnTo>
                <a:lnTo>
                  <a:pt x="257937" y="412749"/>
                </a:lnTo>
                <a:lnTo>
                  <a:pt x="214630" y="416940"/>
                </a:lnTo>
                <a:lnTo>
                  <a:pt x="171450" y="412749"/>
                </a:lnTo>
                <a:lnTo>
                  <a:pt x="131190" y="400557"/>
                </a:lnTo>
                <a:lnTo>
                  <a:pt x="94742" y="381380"/>
                </a:lnTo>
                <a:lnTo>
                  <a:pt x="62864" y="355853"/>
                </a:lnTo>
                <a:lnTo>
                  <a:pt x="36702" y="324992"/>
                </a:lnTo>
                <a:lnTo>
                  <a:pt x="16890" y="289686"/>
                </a:lnTo>
                <a:lnTo>
                  <a:pt x="4445" y="250570"/>
                </a:lnTo>
                <a:lnTo>
                  <a:pt x="0" y="20853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65932" y="3953764"/>
            <a:ext cx="423545" cy="68580"/>
          </a:xfrm>
          <a:custGeom>
            <a:avLst/>
            <a:gdLst/>
            <a:ahLst/>
            <a:cxnLst/>
            <a:rect l="l" t="t" r="r" b="b"/>
            <a:pathLst>
              <a:path w="423545" h="68579">
                <a:moveTo>
                  <a:pt x="354710" y="0"/>
                </a:moveTo>
                <a:lnTo>
                  <a:pt x="354710" y="28575"/>
                </a:lnTo>
                <a:lnTo>
                  <a:pt x="0" y="28575"/>
                </a:lnTo>
                <a:lnTo>
                  <a:pt x="0" y="40005"/>
                </a:lnTo>
                <a:lnTo>
                  <a:pt x="354710" y="40005"/>
                </a:lnTo>
                <a:lnTo>
                  <a:pt x="354710" y="68580"/>
                </a:lnTo>
                <a:lnTo>
                  <a:pt x="423163" y="34290"/>
                </a:lnTo>
                <a:lnTo>
                  <a:pt x="35471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24833" y="2196083"/>
            <a:ext cx="1268730" cy="2152015"/>
          </a:xfrm>
          <a:custGeom>
            <a:avLst/>
            <a:gdLst/>
            <a:ahLst/>
            <a:cxnLst/>
            <a:rect l="l" t="t" r="r" b="b"/>
            <a:pathLst>
              <a:path w="1268729" h="2152015">
                <a:moveTo>
                  <a:pt x="1267509" y="2140839"/>
                </a:moveTo>
                <a:lnTo>
                  <a:pt x="1243456" y="2140839"/>
                </a:lnTo>
                <a:lnTo>
                  <a:pt x="1267840" y="2151507"/>
                </a:lnTo>
                <a:lnTo>
                  <a:pt x="1267714" y="2150872"/>
                </a:lnTo>
                <a:lnTo>
                  <a:pt x="1268195" y="2150872"/>
                </a:lnTo>
                <a:lnTo>
                  <a:pt x="1267509" y="2140839"/>
                </a:lnTo>
                <a:close/>
              </a:path>
              <a:path w="1268729" h="2152015">
                <a:moveTo>
                  <a:pt x="1268195" y="2150872"/>
                </a:moveTo>
                <a:lnTo>
                  <a:pt x="1267714" y="2150872"/>
                </a:lnTo>
                <a:lnTo>
                  <a:pt x="1268221" y="2151253"/>
                </a:lnTo>
                <a:lnTo>
                  <a:pt x="1268195" y="2150872"/>
                </a:lnTo>
                <a:close/>
              </a:path>
              <a:path w="1268729" h="2152015">
                <a:moveTo>
                  <a:pt x="74940" y="1791842"/>
                </a:moveTo>
                <a:lnTo>
                  <a:pt x="33146" y="1791842"/>
                </a:lnTo>
                <a:lnTo>
                  <a:pt x="1200150" y="2122932"/>
                </a:lnTo>
                <a:lnTo>
                  <a:pt x="1192402" y="2150364"/>
                </a:lnTo>
                <a:lnTo>
                  <a:pt x="1243456" y="2140839"/>
                </a:lnTo>
                <a:lnTo>
                  <a:pt x="1267509" y="2140839"/>
                </a:lnTo>
                <a:lnTo>
                  <a:pt x="1267205" y="2136393"/>
                </a:lnTo>
                <a:lnTo>
                  <a:pt x="1267967" y="2136393"/>
                </a:lnTo>
                <a:lnTo>
                  <a:pt x="1267205" y="2135632"/>
                </a:lnTo>
                <a:lnTo>
                  <a:pt x="1265546" y="2112010"/>
                </a:lnTo>
                <a:lnTo>
                  <a:pt x="1203325" y="2112010"/>
                </a:lnTo>
                <a:lnTo>
                  <a:pt x="74940" y="1791842"/>
                </a:lnTo>
                <a:close/>
              </a:path>
              <a:path w="1268729" h="2152015">
                <a:moveTo>
                  <a:pt x="1209547" y="2072258"/>
                </a:moveTo>
                <a:lnTo>
                  <a:pt x="1209547" y="2090292"/>
                </a:lnTo>
                <a:lnTo>
                  <a:pt x="1203959" y="2109597"/>
                </a:lnTo>
                <a:lnTo>
                  <a:pt x="1203325" y="2112010"/>
                </a:lnTo>
                <a:lnTo>
                  <a:pt x="1265546" y="2112010"/>
                </a:lnTo>
                <a:lnTo>
                  <a:pt x="1264375" y="2094991"/>
                </a:lnTo>
                <a:lnTo>
                  <a:pt x="1228470" y="2094991"/>
                </a:lnTo>
                <a:lnTo>
                  <a:pt x="1209547" y="2072258"/>
                </a:lnTo>
                <a:close/>
              </a:path>
              <a:path w="1268729" h="2152015">
                <a:moveTo>
                  <a:pt x="783110" y="1315211"/>
                </a:moveTo>
                <a:lnTo>
                  <a:pt x="770001" y="1315211"/>
                </a:lnTo>
                <a:lnTo>
                  <a:pt x="1228470" y="2094991"/>
                </a:lnTo>
                <a:lnTo>
                  <a:pt x="1228470" y="2072639"/>
                </a:lnTo>
                <a:lnTo>
                  <a:pt x="783110" y="1315211"/>
                </a:lnTo>
                <a:close/>
              </a:path>
              <a:path w="1268729" h="2152015">
                <a:moveTo>
                  <a:pt x="1228470" y="2072639"/>
                </a:moveTo>
                <a:lnTo>
                  <a:pt x="1228470" y="2094991"/>
                </a:lnTo>
                <a:lnTo>
                  <a:pt x="1264375" y="2094991"/>
                </a:lnTo>
                <a:lnTo>
                  <a:pt x="1263876" y="2087626"/>
                </a:lnTo>
                <a:lnTo>
                  <a:pt x="1237361" y="2087626"/>
                </a:lnTo>
                <a:lnTo>
                  <a:pt x="1228470" y="2072639"/>
                </a:lnTo>
                <a:close/>
              </a:path>
              <a:path w="1268729" h="2152015">
                <a:moveTo>
                  <a:pt x="652606" y="1400683"/>
                </a:moveTo>
                <a:lnTo>
                  <a:pt x="637793" y="1400683"/>
                </a:lnTo>
                <a:lnTo>
                  <a:pt x="1209547" y="2090292"/>
                </a:lnTo>
                <a:lnTo>
                  <a:pt x="1209547" y="2072258"/>
                </a:lnTo>
                <a:lnTo>
                  <a:pt x="652606" y="1400683"/>
                </a:lnTo>
                <a:close/>
              </a:path>
              <a:path w="1268729" h="2152015">
                <a:moveTo>
                  <a:pt x="1250441" y="2076830"/>
                </a:moveTo>
                <a:lnTo>
                  <a:pt x="1237361" y="2087626"/>
                </a:lnTo>
                <a:lnTo>
                  <a:pt x="1263876" y="2087626"/>
                </a:lnTo>
                <a:lnTo>
                  <a:pt x="1263471" y="2081657"/>
                </a:lnTo>
                <a:lnTo>
                  <a:pt x="1251584" y="2081657"/>
                </a:lnTo>
                <a:lnTo>
                  <a:pt x="1250441" y="2076830"/>
                </a:lnTo>
                <a:close/>
              </a:path>
              <a:path w="1268729" h="2152015">
                <a:moveTo>
                  <a:pt x="1263014" y="2074926"/>
                </a:moveTo>
                <a:lnTo>
                  <a:pt x="1251584" y="2081657"/>
                </a:lnTo>
                <a:lnTo>
                  <a:pt x="1263471" y="2081657"/>
                </a:lnTo>
                <a:lnTo>
                  <a:pt x="1263014" y="2074926"/>
                </a:lnTo>
                <a:close/>
              </a:path>
              <a:path w="1268729" h="2152015">
                <a:moveTo>
                  <a:pt x="17525" y="1775586"/>
                </a:moveTo>
                <a:lnTo>
                  <a:pt x="14224" y="1786508"/>
                </a:lnTo>
                <a:lnTo>
                  <a:pt x="16001" y="1787016"/>
                </a:lnTo>
                <a:lnTo>
                  <a:pt x="11556" y="1792223"/>
                </a:lnTo>
                <a:lnTo>
                  <a:pt x="15493" y="1795652"/>
                </a:lnTo>
                <a:lnTo>
                  <a:pt x="18922" y="1800986"/>
                </a:lnTo>
                <a:lnTo>
                  <a:pt x="33146" y="1791842"/>
                </a:lnTo>
                <a:lnTo>
                  <a:pt x="74940" y="1791842"/>
                </a:lnTo>
                <a:lnTo>
                  <a:pt x="45846" y="1783588"/>
                </a:lnTo>
                <a:lnTo>
                  <a:pt x="55271" y="1777491"/>
                </a:lnTo>
                <a:lnTo>
                  <a:pt x="24256" y="1777491"/>
                </a:lnTo>
                <a:lnTo>
                  <a:pt x="17525" y="1775586"/>
                </a:lnTo>
                <a:close/>
              </a:path>
              <a:path w="1268729" h="2152015">
                <a:moveTo>
                  <a:pt x="14731" y="631189"/>
                </a:moveTo>
                <a:lnTo>
                  <a:pt x="5968" y="638555"/>
                </a:lnTo>
                <a:lnTo>
                  <a:pt x="497458" y="1231391"/>
                </a:lnTo>
                <a:lnTo>
                  <a:pt x="24256" y="1777491"/>
                </a:lnTo>
                <a:lnTo>
                  <a:pt x="55271" y="1777491"/>
                </a:lnTo>
                <a:lnTo>
                  <a:pt x="66854" y="1769998"/>
                </a:lnTo>
                <a:lnTo>
                  <a:pt x="45846" y="1769998"/>
                </a:lnTo>
                <a:lnTo>
                  <a:pt x="504825" y="1240408"/>
                </a:lnTo>
                <a:lnTo>
                  <a:pt x="519714" y="1240408"/>
                </a:lnTo>
                <a:lnTo>
                  <a:pt x="512444" y="1231645"/>
                </a:lnTo>
                <a:lnTo>
                  <a:pt x="520254" y="1222628"/>
                </a:lnTo>
                <a:lnTo>
                  <a:pt x="505078" y="1222628"/>
                </a:lnTo>
                <a:lnTo>
                  <a:pt x="14731" y="631189"/>
                </a:lnTo>
                <a:close/>
              </a:path>
              <a:path w="1268729" h="2152015">
                <a:moveTo>
                  <a:pt x="630554" y="1374013"/>
                </a:moveTo>
                <a:lnTo>
                  <a:pt x="630554" y="1391920"/>
                </a:lnTo>
                <a:lnTo>
                  <a:pt x="45846" y="1769998"/>
                </a:lnTo>
                <a:lnTo>
                  <a:pt x="66854" y="1769998"/>
                </a:lnTo>
                <a:lnTo>
                  <a:pt x="637793" y="1400683"/>
                </a:lnTo>
                <a:lnTo>
                  <a:pt x="652606" y="1400683"/>
                </a:lnTo>
                <a:lnTo>
                  <a:pt x="647445" y="1394459"/>
                </a:lnTo>
                <a:lnTo>
                  <a:pt x="660997" y="1385696"/>
                </a:lnTo>
                <a:lnTo>
                  <a:pt x="640206" y="1385696"/>
                </a:lnTo>
                <a:lnTo>
                  <a:pt x="630554" y="1374013"/>
                </a:lnTo>
                <a:close/>
              </a:path>
              <a:path w="1268729" h="2152015">
                <a:moveTo>
                  <a:pt x="519714" y="1240408"/>
                </a:moveTo>
                <a:lnTo>
                  <a:pt x="504825" y="1240408"/>
                </a:lnTo>
                <a:lnTo>
                  <a:pt x="630554" y="1391920"/>
                </a:lnTo>
                <a:lnTo>
                  <a:pt x="630554" y="1374013"/>
                </a:lnTo>
                <a:lnTo>
                  <a:pt x="519714" y="1240408"/>
                </a:lnTo>
                <a:close/>
              </a:path>
              <a:path w="1268729" h="2152015">
                <a:moveTo>
                  <a:pt x="764158" y="1282953"/>
                </a:moveTo>
                <a:lnTo>
                  <a:pt x="764158" y="1305433"/>
                </a:lnTo>
                <a:lnTo>
                  <a:pt x="640206" y="1385696"/>
                </a:lnTo>
                <a:lnTo>
                  <a:pt x="660997" y="1385696"/>
                </a:lnTo>
                <a:lnTo>
                  <a:pt x="770001" y="1315211"/>
                </a:lnTo>
                <a:lnTo>
                  <a:pt x="783110" y="1315211"/>
                </a:lnTo>
                <a:lnTo>
                  <a:pt x="779526" y="1309115"/>
                </a:lnTo>
                <a:lnTo>
                  <a:pt x="794838" y="1299209"/>
                </a:lnTo>
                <a:lnTo>
                  <a:pt x="773683" y="1299209"/>
                </a:lnTo>
                <a:lnTo>
                  <a:pt x="764158" y="1282953"/>
                </a:lnTo>
                <a:close/>
              </a:path>
              <a:path w="1268729" h="2152015">
                <a:moveTo>
                  <a:pt x="649773" y="1088389"/>
                </a:moveTo>
                <a:lnTo>
                  <a:pt x="636524" y="1088389"/>
                </a:lnTo>
                <a:lnTo>
                  <a:pt x="764158" y="1305433"/>
                </a:lnTo>
                <a:lnTo>
                  <a:pt x="764158" y="1282953"/>
                </a:lnTo>
                <a:lnTo>
                  <a:pt x="649773" y="1088389"/>
                </a:lnTo>
                <a:close/>
              </a:path>
              <a:path w="1268729" h="2152015">
                <a:moveTo>
                  <a:pt x="1262252" y="989964"/>
                </a:moveTo>
                <a:lnTo>
                  <a:pt x="1186052" y="998473"/>
                </a:lnTo>
                <a:lnTo>
                  <a:pt x="1201674" y="1022476"/>
                </a:lnTo>
                <a:lnTo>
                  <a:pt x="773683" y="1299209"/>
                </a:lnTo>
                <a:lnTo>
                  <a:pt x="794838" y="1299209"/>
                </a:lnTo>
                <a:lnTo>
                  <a:pt x="1207896" y="1032001"/>
                </a:lnTo>
                <a:lnTo>
                  <a:pt x="1237501" y="1032001"/>
                </a:lnTo>
                <a:lnTo>
                  <a:pt x="1262252" y="989964"/>
                </a:lnTo>
                <a:close/>
              </a:path>
              <a:path w="1268729" h="2152015">
                <a:moveTo>
                  <a:pt x="9778" y="0"/>
                </a:moveTo>
                <a:lnTo>
                  <a:pt x="0" y="5714"/>
                </a:lnTo>
                <a:lnTo>
                  <a:pt x="630427" y="1077976"/>
                </a:lnTo>
                <a:lnTo>
                  <a:pt x="505078" y="1222628"/>
                </a:lnTo>
                <a:lnTo>
                  <a:pt x="520254" y="1222628"/>
                </a:lnTo>
                <a:lnTo>
                  <a:pt x="636524" y="1088389"/>
                </a:lnTo>
                <a:lnTo>
                  <a:pt x="649773" y="1088389"/>
                </a:lnTo>
                <a:lnTo>
                  <a:pt x="644397" y="1079245"/>
                </a:lnTo>
                <a:lnTo>
                  <a:pt x="653424" y="1068832"/>
                </a:lnTo>
                <a:lnTo>
                  <a:pt x="638301" y="1068832"/>
                </a:lnTo>
                <a:lnTo>
                  <a:pt x="9778" y="0"/>
                </a:lnTo>
                <a:close/>
              </a:path>
              <a:path w="1268729" h="2152015">
                <a:moveTo>
                  <a:pt x="1163192" y="471677"/>
                </a:moveTo>
                <a:lnTo>
                  <a:pt x="1092580" y="501141"/>
                </a:lnTo>
                <a:lnTo>
                  <a:pt x="1114043" y="519811"/>
                </a:lnTo>
                <a:lnTo>
                  <a:pt x="638301" y="1068832"/>
                </a:lnTo>
                <a:lnTo>
                  <a:pt x="653424" y="1068832"/>
                </a:lnTo>
                <a:lnTo>
                  <a:pt x="1122806" y="527303"/>
                </a:lnTo>
                <a:lnTo>
                  <a:pt x="1149039" y="527303"/>
                </a:lnTo>
                <a:lnTo>
                  <a:pt x="1153159" y="511175"/>
                </a:lnTo>
                <a:lnTo>
                  <a:pt x="1163192" y="471677"/>
                </a:lnTo>
                <a:close/>
              </a:path>
              <a:path w="1268729" h="2152015">
                <a:moveTo>
                  <a:pt x="1237501" y="1032001"/>
                </a:moveTo>
                <a:lnTo>
                  <a:pt x="1207896" y="1032001"/>
                </a:lnTo>
                <a:lnTo>
                  <a:pt x="1223390" y="1056004"/>
                </a:lnTo>
                <a:lnTo>
                  <a:pt x="1237501" y="1032001"/>
                </a:lnTo>
                <a:close/>
              </a:path>
              <a:path w="1268729" h="2152015">
                <a:moveTo>
                  <a:pt x="1149039" y="527303"/>
                </a:moveTo>
                <a:lnTo>
                  <a:pt x="1122806" y="527303"/>
                </a:lnTo>
                <a:lnTo>
                  <a:pt x="1144269" y="545973"/>
                </a:lnTo>
                <a:lnTo>
                  <a:pt x="1149039" y="527303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47759" y="2366772"/>
            <a:ext cx="441959" cy="338327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839200" y="2927604"/>
            <a:ext cx="362711" cy="28346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5091" y="1583436"/>
            <a:ext cx="1531620" cy="1179576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824890" y="2717673"/>
            <a:ext cx="1045844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05911" y="1365326"/>
            <a:ext cx="23495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81273" y="2063241"/>
            <a:ext cx="23495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00704" y="2707894"/>
            <a:ext cx="23495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086100" y="3888740"/>
            <a:ext cx="413384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75" b="1" spc="-15" baseline="11494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50" b="1" spc="-10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27547" y="1098803"/>
            <a:ext cx="92962" cy="11277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32120" y="1790700"/>
            <a:ext cx="83818" cy="111251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35167" y="2464307"/>
            <a:ext cx="121920" cy="103632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5443728" y="3043429"/>
            <a:ext cx="204470" cy="165100"/>
            <a:chOff x="5443728" y="3043429"/>
            <a:chExt cx="204470" cy="165100"/>
          </a:xfrm>
        </p:grpSpPr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43728" y="3043429"/>
              <a:ext cx="85344" cy="8534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45836" y="3095244"/>
              <a:ext cx="102106" cy="112775"/>
            </a:xfrm>
            <a:prstGeom prst="rect">
              <a:avLst/>
            </a:prstGeom>
          </p:spPr>
        </p:pic>
      </p:grpSp>
      <p:pic>
        <p:nvPicPr>
          <p:cNvPr id="44" name="object 4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542788" y="4308347"/>
            <a:ext cx="128015" cy="102107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5737859" y="1155191"/>
            <a:ext cx="3559810" cy="3197860"/>
            <a:chOff x="5737859" y="1155191"/>
            <a:chExt cx="3559810" cy="3197860"/>
          </a:xfrm>
        </p:grpSpPr>
        <p:sp>
          <p:nvSpPr>
            <p:cNvPr id="46" name="object 46"/>
            <p:cNvSpPr/>
            <p:nvPr/>
          </p:nvSpPr>
          <p:spPr>
            <a:xfrm>
              <a:off x="6403085" y="1230629"/>
              <a:ext cx="2832735" cy="2781300"/>
            </a:xfrm>
            <a:custGeom>
              <a:avLst/>
              <a:gdLst/>
              <a:ahLst/>
              <a:cxnLst/>
              <a:rect l="l" t="t" r="r" b="b"/>
              <a:pathLst>
                <a:path w="2832734" h="2781300">
                  <a:moveTo>
                    <a:pt x="0" y="208407"/>
                  </a:moveTo>
                  <a:lnTo>
                    <a:pt x="4317" y="166370"/>
                  </a:lnTo>
                  <a:lnTo>
                    <a:pt x="16890" y="127254"/>
                  </a:lnTo>
                  <a:lnTo>
                    <a:pt x="36702" y="91948"/>
                  </a:lnTo>
                  <a:lnTo>
                    <a:pt x="62864" y="61087"/>
                  </a:lnTo>
                  <a:lnTo>
                    <a:pt x="94614" y="35560"/>
                  </a:lnTo>
                  <a:lnTo>
                    <a:pt x="131063" y="16383"/>
                  </a:lnTo>
                  <a:lnTo>
                    <a:pt x="171322" y="4191"/>
                  </a:lnTo>
                  <a:lnTo>
                    <a:pt x="214630" y="0"/>
                  </a:lnTo>
                  <a:lnTo>
                    <a:pt x="257810" y="4191"/>
                  </a:lnTo>
                  <a:lnTo>
                    <a:pt x="298068" y="16383"/>
                  </a:lnTo>
                  <a:lnTo>
                    <a:pt x="334517" y="35560"/>
                  </a:lnTo>
                  <a:lnTo>
                    <a:pt x="366267" y="61087"/>
                  </a:lnTo>
                  <a:lnTo>
                    <a:pt x="392557" y="91948"/>
                  </a:lnTo>
                  <a:lnTo>
                    <a:pt x="412241" y="127254"/>
                  </a:lnTo>
                  <a:lnTo>
                    <a:pt x="424814" y="166370"/>
                  </a:lnTo>
                  <a:lnTo>
                    <a:pt x="429133" y="208407"/>
                  </a:lnTo>
                  <a:lnTo>
                    <a:pt x="424814" y="250444"/>
                  </a:lnTo>
                  <a:lnTo>
                    <a:pt x="412241" y="289560"/>
                  </a:lnTo>
                  <a:lnTo>
                    <a:pt x="392557" y="324993"/>
                  </a:lnTo>
                  <a:lnTo>
                    <a:pt x="366267" y="355727"/>
                  </a:lnTo>
                  <a:lnTo>
                    <a:pt x="334517" y="381254"/>
                  </a:lnTo>
                  <a:lnTo>
                    <a:pt x="298068" y="400431"/>
                  </a:lnTo>
                  <a:lnTo>
                    <a:pt x="257810" y="412623"/>
                  </a:lnTo>
                  <a:lnTo>
                    <a:pt x="214630" y="416814"/>
                  </a:lnTo>
                  <a:lnTo>
                    <a:pt x="171322" y="412623"/>
                  </a:lnTo>
                  <a:lnTo>
                    <a:pt x="131063" y="400431"/>
                  </a:lnTo>
                  <a:lnTo>
                    <a:pt x="94614" y="381254"/>
                  </a:lnTo>
                  <a:lnTo>
                    <a:pt x="62864" y="355727"/>
                  </a:lnTo>
                  <a:lnTo>
                    <a:pt x="36702" y="324993"/>
                  </a:lnTo>
                  <a:lnTo>
                    <a:pt x="16890" y="289560"/>
                  </a:lnTo>
                  <a:lnTo>
                    <a:pt x="4317" y="250444"/>
                  </a:lnTo>
                  <a:lnTo>
                    <a:pt x="0" y="208407"/>
                  </a:lnTo>
                  <a:close/>
                </a:path>
                <a:path w="2832734" h="2781300">
                  <a:moveTo>
                    <a:pt x="12318" y="929640"/>
                  </a:moveTo>
                  <a:lnTo>
                    <a:pt x="16637" y="887730"/>
                  </a:lnTo>
                  <a:lnTo>
                    <a:pt x="29210" y="848614"/>
                  </a:lnTo>
                  <a:lnTo>
                    <a:pt x="49022" y="813181"/>
                  </a:lnTo>
                  <a:lnTo>
                    <a:pt x="75184" y="782320"/>
                  </a:lnTo>
                  <a:lnTo>
                    <a:pt x="106934" y="756920"/>
                  </a:lnTo>
                  <a:lnTo>
                    <a:pt x="143383" y="737616"/>
                  </a:lnTo>
                  <a:lnTo>
                    <a:pt x="183641" y="725551"/>
                  </a:lnTo>
                  <a:lnTo>
                    <a:pt x="226948" y="721233"/>
                  </a:lnTo>
                  <a:lnTo>
                    <a:pt x="270129" y="725551"/>
                  </a:lnTo>
                  <a:lnTo>
                    <a:pt x="310388" y="737616"/>
                  </a:lnTo>
                  <a:lnTo>
                    <a:pt x="346837" y="756920"/>
                  </a:lnTo>
                  <a:lnTo>
                    <a:pt x="378587" y="782320"/>
                  </a:lnTo>
                  <a:lnTo>
                    <a:pt x="404875" y="813181"/>
                  </a:lnTo>
                  <a:lnTo>
                    <a:pt x="424688" y="848614"/>
                  </a:lnTo>
                  <a:lnTo>
                    <a:pt x="437134" y="887730"/>
                  </a:lnTo>
                  <a:lnTo>
                    <a:pt x="441452" y="929640"/>
                  </a:lnTo>
                  <a:lnTo>
                    <a:pt x="437134" y="971677"/>
                  </a:lnTo>
                  <a:lnTo>
                    <a:pt x="424688" y="1010793"/>
                  </a:lnTo>
                  <a:lnTo>
                    <a:pt x="404875" y="1046226"/>
                  </a:lnTo>
                  <a:lnTo>
                    <a:pt x="378587" y="1077087"/>
                  </a:lnTo>
                  <a:lnTo>
                    <a:pt x="346837" y="1102487"/>
                  </a:lnTo>
                  <a:lnTo>
                    <a:pt x="310388" y="1121791"/>
                  </a:lnTo>
                  <a:lnTo>
                    <a:pt x="270129" y="1133856"/>
                  </a:lnTo>
                  <a:lnTo>
                    <a:pt x="226948" y="1138174"/>
                  </a:lnTo>
                  <a:lnTo>
                    <a:pt x="183641" y="1133856"/>
                  </a:lnTo>
                  <a:lnTo>
                    <a:pt x="143383" y="1121791"/>
                  </a:lnTo>
                  <a:lnTo>
                    <a:pt x="106934" y="1102487"/>
                  </a:lnTo>
                  <a:lnTo>
                    <a:pt x="75184" y="1077087"/>
                  </a:lnTo>
                  <a:lnTo>
                    <a:pt x="49022" y="1046226"/>
                  </a:lnTo>
                  <a:lnTo>
                    <a:pt x="29210" y="1010793"/>
                  </a:lnTo>
                  <a:lnTo>
                    <a:pt x="16637" y="971677"/>
                  </a:lnTo>
                  <a:lnTo>
                    <a:pt x="12318" y="929640"/>
                  </a:lnTo>
                  <a:close/>
                </a:path>
                <a:path w="2832734" h="2781300">
                  <a:moveTo>
                    <a:pt x="12318" y="1603629"/>
                  </a:moveTo>
                  <a:lnTo>
                    <a:pt x="16637" y="1561465"/>
                  </a:lnTo>
                  <a:lnTo>
                    <a:pt x="29210" y="1522222"/>
                  </a:lnTo>
                  <a:lnTo>
                    <a:pt x="49022" y="1486662"/>
                  </a:lnTo>
                  <a:lnTo>
                    <a:pt x="75184" y="1455801"/>
                  </a:lnTo>
                  <a:lnTo>
                    <a:pt x="106934" y="1430274"/>
                  </a:lnTo>
                  <a:lnTo>
                    <a:pt x="143383" y="1410970"/>
                  </a:lnTo>
                  <a:lnTo>
                    <a:pt x="183641" y="1398778"/>
                  </a:lnTo>
                  <a:lnTo>
                    <a:pt x="226948" y="1394587"/>
                  </a:lnTo>
                  <a:lnTo>
                    <a:pt x="270129" y="1398778"/>
                  </a:lnTo>
                  <a:lnTo>
                    <a:pt x="310388" y="1410970"/>
                  </a:lnTo>
                  <a:lnTo>
                    <a:pt x="346837" y="1430274"/>
                  </a:lnTo>
                  <a:lnTo>
                    <a:pt x="378587" y="1455801"/>
                  </a:lnTo>
                  <a:lnTo>
                    <a:pt x="404875" y="1486662"/>
                  </a:lnTo>
                  <a:lnTo>
                    <a:pt x="424688" y="1522222"/>
                  </a:lnTo>
                  <a:lnTo>
                    <a:pt x="437134" y="1561465"/>
                  </a:lnTo>
                  <a:lnTo>
                    <a:pt x="441452" y="1603629"/>
                  </a:lnTo>
                  <a:lnTo>
                    <a:pt x="437134" y="1645793"/>
                  </a:lnTo>
                  <a:lnTo>
                    <a:pt x="424688" y="1685036"/>
                  </a:lnTo>
                  <a:lnTo>
                    <a:pt x="404875" y="1720596"/>
                  </a:lnTo>
                  <a:lnTo>
                    <a:pt x="378587" y="1751584"/>
                  </a:lnTo>
                  <a:lnTo>
                    <a:pt x="346837" y="1777111"/>
                  </a:lnTo>
                  <a:lnTo>
                    <a:pt x="310388" y="1796288"/>
                  </a:lnTo>
                  <a:lnTo>
                    <a:pt x="270129" y="1808480"/>
                  </a:lnTo>
                  <a:lnTo>
                    <a:pt x="226948" y="1812798"/>
                  </a:lnTo>
                  <a:lnTo>
                    <a:pt x="183641" y="1808480"/>
                  </a:lnTo>
                  <a:lnTo>
                    <a:pt x="143383" y="1796288"/>
                  </a:lnTo>
                  <a:lnTo>
                    <a:pt x="106934" y="1777111"/>
                  </a:lnTo>
                  <a:lnTo>
                    <a:pt x="75184" y="1751584"/>
                  </a:lnTo>
                  <a:lnTo>
                    <a:pt x="49022" y="1720596"/>
                  </a:lnTo>
                  <a:lnTo>
                    <a:pt x="29210" y="1685036"/>
                  </a:lnTo>
                  <a:lnTo>
                    <a:pt x="16637" y="1645793"/>
                  </a:lnTo>
                  <a:lnTo>
                    <a:pt x="12318" y="1603629"/>
                  </a:lnTo>
                  <a:close/>
                </a:path>
                <a:path w="2832734" h="2781300">
                  <a:moveTo>
                    <a:pt x="12318" y="2572385"/>
                  </a:moveTo>
                  <a:lnTo>
                    <a:pt x="16637" y="2530475"/>
                  </a:lnTo>
                  <a:lnTo>
                    <a:pt x="29210" y="2491359"/>
                  </a:lnTo>
                  <a:lnTo>
                    <a:pt x="49022" y="2455926"/>
                  </a:lnTo>
                  <a:lnTo>
                    <a:pt x="75184" y="2425065"/>
                  </a:lnTo>
                  <a:lnTo>
                    <a:pt x="106934" y="2399538"/>
                  </a:lnTo>
                  <a:lnTo>
                    <a:pt x="143383" y="2380361"/>
                  </a:lnTo>
                  <a:lnTo>
                    <a:pt x="183641" y="2368169"/>
                  </a:lnTo>
                  <a:lnTo>
                    <a:pt x="226948" y="2363978"/>
                  </a:lnTo>
                  <a:lnTo>
                    <a:pt x="270129" y="2368169"/>
                  </a:lnTo>
                  <a:lnTo>
                    <a:pt x="310388" y="2380361"/>
                  </a:lnTo>
                  <a:lnTo>
                    <a:pt x="346837" y="2399538"/>
                  </a:lnTo>
                  <a:lnTo>
                    <a:pt x="378587" y="2425065"/>
                  </a:lnTo>
                  <a:lnTo>
                    <a:pt x="404875" y="2455926"/>
                  </a:lnTo>
                  <a:lnTo>
                    <a:pt x="424688" y="2491359"/>
                  </a:lnTo>
                  <a:lnTo>
                    <a:pt x="437134" y="2530475"/>
                  </a:lnTo>
                  <a:lnTo>
                    <a:pt x="441452" y="2572385"/>
                  </a:lnTo>
                  <a:lnTo>
                    <a:pt x="437134" y="2614422"/>
                  </a:lnTo>
                  <a:lnTo>
                    <a:pt x="424688" y="2653538"/>
                  </a:lnTo>
                  <a:lnTo>
                    <a:pt x="404875" y="2688971"/>
                  </a:lnTo>
                  <a:lnTo>
                    <a:pt x="378587" y="2719832"/>
                  </a:lnTo>
                  <a:lnTo>
                    <a:pt x="346837" y="2745232"/>
                  </a:lnTo>
                  <a:lnTo>
                    <a:pt x="310388" y="2764409"/>
                  </a:lnTo>
                  <a:lnTo>
                    <a:pt x="270129" y="2776601"/>
                  </a:lnTo>
                  <a:lnTo>
                    <a:pt x="226948" y="2780792"/>
                  </a:lnTo>
                  <a:lnTo>
                    <a:pt x="183641" y="2776601"/>
                  </a:lnTo>
                  <a:lnTo>
                    <a:pt x="143383" y="2764409"/>
                  </a:lnTo>
                  <a:lnTo>
                    <a:pt x="106934" y="2745232"/>
                  </a:lnTo>
                  <a:lnTo>
                    <a:pt x="75184" y="2719832"/>
                  </a:lnTo>
                  <a:lnTo>
                    <a:pt x="49022" y="2688971"/>
                  </a:lnTo>
                  <a:lnTo>
                    <a:pt x="29210" y="2653538"/>
                  </a:lnTo>
                  <a:lnTo>
                    <a:pt x="16637" y="2614422"/>
                  </a:lnTo>
                  <a:lnTo>
                    <a:pt x="12318" y="2572385"/>
                  </a:lnTo>
                  <a:close/>
                </a:path>
                <a:path w="2832734" h="2781300">
                  <a:moveTo>
                    <a:pt x="2343277" y="1276604"/>
                  </a:moveTo>
                  <a:lnTo>
                    <a:pt x="2347594" y="1234567"/>
                  </a:lnTo>
                  <a:lnTo>
                    <a:pt x="2360167" y="1195451"/>
                  </a:lnTo>
                  <a:lnTo>
                    <a:pt x="2379980" y="1160145"/>
                  </a:lnTo>
                  <a:lnTo>
                    <a:pt x="2406141" y="1129284"/>
                  </a:lnTo>
                  <a:lnTo>
                    <a:pt x="2437891" y="1103757"/>
                  </a:lnTo>
                  <a:lnTo>
                    <a:pt x="2474341" y="1084580"/>
                  </a:lnTo>
                  <a:lnTo>
                    <a:pt x="2514599" y="1072388"/>
                  </a:lnTo>
                  <a:lnTo>
                    <a:pt x="2557907" y="1068197"/>
                  </a:lnTo>
                  <a:lnTo>
                    <a:pt x="2601087" y="1072388"/>
                  </a:lnTo>
                  <a:lnTo>
                    <a:pt x="2641345" y="1084580"/>
                  </a:lnTo>
                  <a:lnTo>
                    <a:pt x="2677794" y="1103757"/>
                  </a:lnTo>
                  <a:lnTo>
                    <a:pt x="2709544" y="1129284"/>
                  </a:lnTo>
                  <a:lnTo>
                    <a:pt x="2735834" y="1160145"/>
                  </a:lnTo>
                  <a:lnTo>
                    <a:pt x="2755518" y="1195451"/>
                  </a:lnTo>
                  <a:lnTo>
                    <a:pt x="2768091" y="1234567"/>
                  </a:lnTo>
                  <a:lnTo>
                    <a:pt x="2772410" y="1276604"/>
                  </a:lnTo>
                  <a:lnTo>
                    <a:pt x="2768091" y="1318641"/>
                  </a:lnTo>
                  <a:lnTo>
                    <a:pt x="2755518" y="1357757"/>
                  </a:lnTo>
                  <a:lnTo>
                    <a:pt x="2735834" y="1393063"/>
                  </a:lnTo>
                  <a:lnTo>
                    <a:pt x="2709544" y="1423924"/>
                  </a:lnTo>
                  <a:lnTo>
                    <a:pt x="2677794" y="1449451"/>
                  </a:lnTo>
                  <a:lnTo>
                    <a:pt x="2641345" y="1468628"/>
                  </a:lnTo>
                  <a:lnTo>
                    <a:pt x="2601087" y="1480820"/>
                  </a:lnTo>
                  <a:lnTo>
                    <a:pt x="2557907" y="1485011"/>
                  </a:lnTo>
                  <a:lnTo>
                    <a:pt x="2514599" y="1480820"/>
                  </a:lnTo>
                  <a:lnTo>
                    <a:pt x="2474341" y="1468628"/>
                  </a:lnTo>
                  <a:lnTo>
                    <a:pt x="2437891" y="1449451"/>
                  </a:lnTo>
                  <a:lnTo>
                    <a:pt x="2406141" y="1423924"/>
                  </a:lnTo>
                  <a:lnTo>
                    <a:pt x="2379980" y="1393063"/>
                  </a:lnTo>
                  <a:lnTo>
                    <a:pt x="2360167" y="1357757"/>
                  </a:lnTo>
                  <a:lnTo>
                    <a:pt x="2347594" y="1318641"/>
                  </a:lnTo>
                  <a:lnTo>
                    <a:pt x="2343277" y="1276604"/>
                  </a:lnTo>
                  <a:close/>
                </a:path>
                <a:path w="2832734" h="2781300">
                  <a:moveTo>
                    <a:pt x="2403602" y="1866265"/>
                  </a:moveTo>
                  <a:lnTo>
                    <a:pt x="2407919" y="1824228"/>
                  </a:lnTo>
                  <a:lnTo>
                    <a:pt x="2420492" y="1785112"/>
                  </a:lnTo>
                  <a:lnTo>
                    <a:pt x="2440305" y="1749679"/>
                  </a:lnTo>
                  <a:lnTo>
                    <a:pt x="2466466" y="1718818"/>
                  </a:lnTo>
                  <a:lnTo>
                    <a:pt x="2498216" y="1693418"/>
                  </a:lnTo>
                  <a:lnTo>
                    <a:pt x="2534666" y="1674241"/>
                  </a:lnTo>
                  <a:lnTo>
                    <a:pt x="2574924" y="1662049"/>
                  </a:lnTo>
                  <a:lnTo>
                    <a:pt x="2618232" y="1657858"/>
                  </a:lnTo>
                  <a:lnTo>
                    <a:pt x="2661412" y="1662049"/>
                  </a:lnTo>
                  <a:lnTo>
                    <a:pt x="2701670" y="1674241"/>
                  </a:lnTo>
                  <a:lnTo>
                    <a:pt x="2738119" y="1693418"/>
                  </a:lnTo>
                  <a:lnTo>
                    <a:pt x="2769869" y="1718818"/>
                  </a:lnTo>
                  <a:lnTo>
                    <a:pt x="2796159" y="1749679"/>
                  </a:lnTo>
                  <a:lnTo>
                    <a:pt x="2815843" y="1785112"/>
                  </a:lnTo>
                  <a:lnTo>
                    <a:pt x="2828416" y="1824228"/>
                  </a:lnTo>
                  <a:lnTo>
                    <a:pt x="2832735" y="1866265"/>
                  </a:lnTo>
                  <a:lnTo>
                    <a:pt x="2828416" y="1908175"/>
                  </a:lnTo>
                  <a:lnTo>
                    <a:pt x="2815843" y="1947291"/>
                  </a:lnTo>
                  <a:lnTo>
                    <a:pt x="2796159" y="1982724"/>
                  </a:lnTo>
                  <a:lnTo>
                    <a:pt x="2769869" y="2013585"/>
                  </a:lnTo>
                  <a:lnTo>
                    <a:pt x="2738119" y="2039112"/>
                  </a:lnTo>
                  <a:lnTo>
                    <a:pt x="2701670" y="2058289"/>
                  </a:lnTo>
                  <a:lnTo>
                    <a:pt x="2661412" y="2070481"/>
                  </a:lnTo>
                  <a:lnTo>
                    <a:pt x="2618232" y="2074672"/>
                  </a:lnTo>
                  <a:lnTo>
                    <a:pt x="2574924" y="2070481"/>
                  </a:lnTo>
                  <a:lnTo>
                    <a:pt x="2534666" y="2058289"/>
                  </a:lnTo>
                  <a:lnTo>
                    <a:pt x="2498216" y="2039112"/>
                  </a:lnTo>
                  <a:lnTo>
                    <a:pt x="2466466" y="2013585"/>
                  </a:lnTo>
                  <a:lnTo>
                    <a:pt x="2440305" y="1982724"/>
                  </a:lnTo>
                  <a:lnTo>
                    <a:pt x="2420492" y="1947291"/>
                  </a:lnTo>
                  <a:lnTo>
                    <a:pt x="2407919" y="1908175"/>
                  </a:lnTo>
                  <a:lnTo>
                    <a:pt x="2403602" y="186626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737860" y="1155191"/>
              <a:ext cx="751205" cy="3197860"/>
            </a:xfrm>
            <a:custGeom>
              <a:avLst/>
              <a:gdLst/>
              <a:ahLst/>
              <a:cxnLst/>
              <a:rect l="l" t="t" r="r" b="b"/>
              <a:pathLst>
                <a:path w="751204" h="3197860">
                  <a:moveTo>
                    <a:pt x="663321" y="289052"/>
                  </a:moveTo>
                  <a:lnTo>
                    <a:pt x="588010" y="301752"/>
                  </a:lnTo>
                  <a:lnTo>
                    <a:pt x="605282" y="327152"/>
                  </a:lnTo>
                  <a:lnTo>
                    <a:pt x="442722" y="454152"/>
                  </a:lnTo>
                  <a:lnTo>
                    <a:pt x="451446" y="454152"/>
                  </a:lnTo>
                  <a:lnTo>
                    <a:pt x="612267" y="339852"/>
                  </a:lnTo>
                  <a:lnTo>
                    <a:pt x="629539" y="352552"/>
                  </a:lnTo>
                  <a:lnTo>
                    <a:pt x="635838" y="339852"/>
                  </a:lnTo>
                  <a:lnTo>
                    <a:pt x="648462" y="314452"/>
                  </a:lnTo>
                  <a:lnTo>
                    <a:pt x="663321" y="289052"/>
                  </a:lnTo>
                  <a:close/>
                </a:path>
                <a:path w="751204" h="3197860">
                  <a:moveTo>
                    <a:pt x="663321" y="282067"/>
                  </a:moveTo>
                  <a:lnTo>
                    <a:pt x="616077" y="221615"/>
                  </a:lnTo>
                  <a:lnTo>
                    <a:pt x="603758" y="247523"/>
                  </a:lnTo>
                  <a:lnTo>
                    <a:pt x="81915" y="0"/>
                  </a:lnTo>
                  <a:lnTo>
                    <a:pt x="77089" y="10287"/>
                  </a:lnTo>
                  <a:lnTo>
                    <a:pt x="598932" y="257810"/>
                  </a:lnTo>
                  <a:lnTo>
                    <a:pt x="586740" y="283718"/>
                  </a:lnTo>
                  <a:lnTo>
                    <a:pt x="663321" y="282067"/>
                  </a:lnTo>
                  <a:close/>
                </a:path>
                <a:path w="751204" h="3197860">
                  <a:moveTo>
                    <a:pt x="750951" y="2435352"/>
                  </a:moveTo>
                  <a:lnTo>
                    <a:pt x="723773" y="2435352"/>
                  </a:lnTo>
                  <a:lnTo>
                    <a:pt x="578205" y="1978152"/>
                  </a:lnTo>
                  <a:lnTo>
                    <a:pt x="574167" y="1965452"/>
                  </a:lnTo>
                  <a:lnTo>
                    <a:pt x="583742" y="1940052"/>
                  </a:lnTo>
                  <a:lnTo>
                    <a:pt x="655574" y="1749564"/>
                  </a:lnTo>
                  <a:lnTo>
                    <a:pt x="682244" y="1762264"/>
                  </a:lnTo>
                  <a:lnTo>
                    <a:pt x="681088" y="1749564"/>
                  </a:lnTo>
                  <a:lnTo>
                    <a:pt x="679958" y="1736864"/>
                  </a:lnTo>
                  <a:lnTo>
                    <a:pt x="675132" y="1686052"/>
                  </a:lnTo>
                  <a:lnTo>
                    <a:pt x="675513" y="1686052"/>
                  </a:lnTo>
                  <a:lnTo>
                    <a:pt x="680085" y="1647952"/>
                  </a:lnTo>
                  <a:lnTo>
                    <a:pt x="681609" y="1635252"/>
                  </a:lnTo>
                  <a:lnTo>
                    <a:pt x="684530" y="1609852"/>
                  </a:lnTo>
                  <a:lnTo>
                    <a:pt x="656717" y="1609852"/>
                  </a:lnTo>
                  <a:lnTo>
                    <a:pt x="646811" y="1584452"/>
                  </a:lnTo>
                  <a:lnTo>
                    <a:pt x="646811" y="1622552"/>
                  </a:lnTo>
                  <a:lnTo>
                    <a:pt x="645033" y="1622552"/>
                  </a:lnTo>
                  <a:lnTo>
                    <a:pt x="645033" y="1749564"/>
                  </a:lnTo>
                  <a:lnTo>
                    <a:pt x="568706" y="1940052"/>
                  </a:lnTo>
                  <a:lnTo>
                    <a:pt x="562102" y="1927352"/>
                  </a:lnTo>
                  <a:lnTo>
                    <a:pt x="562102" y="1965452"/>
                  </a:lnTo>
                  <a:lnTo>
                    <a:pt x="404114" y="2359152"/>
                  </a:lnTo>
                  <a:lnTo>
                    <a:pt x="399542" y="2359152"/>
                  </a:lnTo>
                  <a:lnTo>
                    <a:pt x="399542" y="2371852"/>
                  </a:lnTo>
                  <a:lnTo>
                    <a:pt x="117094" y="3095752"/>
                  </a:lnTo>
                  <a:lnTo>
                    <a:pt x="331470" y="2308352"/>
                  </a:lnTo>
                  <a:lnTo>
                    <a:pt x="399542" y="2371852"/>
                  </a:lnTo>
                  <a:lnTo>
                    <a:pt x="399542" y="2359152"/>
                  </a:lnTo>
                  <a:lnTo>
                    <a:pt x="347929" y="2308352"/>
                  </a:lnTo>
                  <a:lnTo>
                    <a:pt x="335026" y="2295652"/>
                  </a:lnTo>
                  <a:lnTo>
                    <a:pt x="338404" y="2282952"/>
                  </a:lnTo>
                  <a:lnTo>
                    <a:pt x="463423" y="1813052"/>
                  </a:lnTo>
                  <a:lnTo>
                    <a:pt x="486219" y="1800352"/>
                  </a:lnTo>
                  <a:lnTo>
                    <a:pt x="509016" y="1787652"/>
                  </a:lnTo>
                  <a:lnTo>
                    <a:pt x="562102" y="1965452"/>
                  </a:lnTo>
                  <a:lnTo>
                    <a:pt x="562102" y="1927352"/>
                  </a:lnTo>
                  <a:lnTo>
                    <a:pt x="519176" y="1787652"/>
                  </a:lnTo>
                  <a:lnTo>
                    <a:pt x="539165" y="1774952"/>
                  </a:lnTo>
                  <a:lnTo>
                    <a:pt x="619125" y="1724164"/>
                  </a:lnTo>
                  <a:lnTo>
                    <a:pt x="623316" y="1736864"/>
                  </a:lnTo>
                  <a:lnTo>
                    <a:pt x="628269" y="1736864"/>
                  </a:lnTo>
                  <a:lnTo>
                    <a:pt x="633730" y="1749564"/>
                  </a:lnTo>
                  <a:lnTo>
                    <a:pt x="645033" y="1749564"/>
                  </a:lnTo>
                  <a:lnTo>
                    <a:pt x="645033" y="1622552"/>
                  </a:lnTo>
                  <a:lnTo>
                    <a:pt x="643509" y="1622552"/>
                  </a:lnTo>
                  <a:lnTo>
                    <a:pt x="632460" y="1609852"/>
                  </a:lnTo>
                  <a:lnTo>
                    <a:pt x="632460" y="1622552"/>
                  </a:lnTo>
                  <a:lnTo>
                    <a:pt x="627507" y="1622552"/>
                  </a:lnTo>
                  <a:lnTo>
                    <a:pt x="625729" y="1635252"/>
                  </a:lnTo>
                  <a:lnTo>
                    <a:pt x="622300" y="1635252"/>
                  </a:lnTo>
                  <a:lnTo>
                    <a:pt x="611378" y="1646288"/>
                  </a:lnTo>
                  <a:lnTo>
                    <a:pt x="615569" y="1647952"/>
                  </a:lnTo>
                  <a:lnTo>
                    <a:pt x="613410" y="1647952"/>
                  </a:lnTo>
                  <a:lnTo>
                    <a:pt x="613410" y="1711464"/>
                  </a:lnTo>
                  <a:lnTo>
                    <a:pt x="515620" y="1774952"/>
                  </a:lnTo>
                  <a:lnTo>
                    <a:pt x="505587" y="1736864"/>
                  </a:lnTo>
                  <a:lnTo>
                    <a:pt x="505587" y="1774952"/>
                  </a:lnTo>
                  <a:lnTo>
                    <a:pt x="467741" y="1800352"/>
                  </a:lnTo>
                  <a:lnTo>
                    <a:pt x="488442" y="1724164"/>
                  </a:lnTo>
                  <a:lnTo>
                    <a:pt x="505587" y="1774952"/>
                  </a:lnTo>
                  <a:lnTo>
                    <a:pt x="505587" y="1736864"/>
                  </a:lnTo>
                  <a:lnTo>
                    <a:pt x="501726" y="1724164"/>
                  </a:lnTo>
                  <a:lnTo>
                    <a:pt x="494030" y="1698764"/>
                  </a:lnTo>
                  <a:lnTo>
                    <a:pt x="497903" y="1686052"/>
                  </a:lnTo>
                  <a:lnTo>
                    <a:pt x="517271" y="1622552"/>
                  </a:lnTo>
                  <a:lnTo>
                    <a:pt x="610743" y="1660652"/>
                  </a:lnTo>
                  <a:lnTo>
                    <a:pt x="598728" y="1686052"/>
                  </a:lnTo>
                  <a:lnTo>
                    <a:pt x="613410" y="1711464"/>
                  </a:lnTo>
                  <a:lnTo>
                    <a:pt x="613410" y="1647952"/>
                  </a:lnTo>
                  <a:lnTo>
                    <a:pt x="609727" y="1647952"/>
                  </a:lnTo>
                  <a:lnTo>
                    <a:pt x="611378" y="1646288"/>
                  </a:lnTo>
                  <a:lnTo>
                    <a:pt x="552069" y="1622552"/>
                  </a:lnTo>
                  <a:lnTo>
                    <a:pt x="520319" y="1609852"/>
                  </a:lnTo>
                  <a:lnTo>
                    <a:pt x="550291" y="1495552"/>
                  </a:lnTo>
                  <a:lnTo>
                    <a:pt x="632460" y="1622552"/>
                  </a:lnTo>
                  <a:lnTo>
                    <a:pt x="632460" y="1609852"/>
                  </a:lnTo>
                  <a:lnTo>
                    <a:pt x="562165" y="1495552"/>
                  </a:lnTo>
                  <a:lnTo>
                    <a:pt x="554355" y="1482852"/>
                  </a:lnTo>
                  <a:lnTo>
                    <a:pt x="557961" y="1470152"/>
                  </a:lnTo>
                  <a:lnTo>
                    <a:pt x="572389" y="1419352"/>
                  </a:lnTo>
                  <a:lnTo>
                    <a:pt x="646811" y="1622552"/>
                  </a:lnTo>
                  <a:lnTo>
                    <a:pt x="646811" y="1584452"/>
                  </a:lnTo>
                  <a:lnTo>
                    <a:pt x="586714" y="1419352"/>
                  </a:lnTo>
                  <a:lnTo>
                    <a:pt x="577469" y="1393952"/>
                  </a:lnTo>
                  <a:lnTo>
                    <a:pt x="580872" y="1381252"/>
                  </a:lnTo>
                  <a:lnTo>
                    <a:pt x="662813" y="1076452"/>
                  </a:lnTo>
                  <a:lnTo>
                    <a:pt x="690499" y="1089152"/>
                  </a:lnTo>
                  <a:lnTo>
                    <a:pt x="688276" y="1076452"/>
                  </a:lnTo>
                  <a:lnTo>
                    <a:pt x="686054" y="1063752"/>
                  </a:lnTo>
                  <a:lnTo>
                    <a:pt x="675132" y="1012952"/>
                  </a:lnTo>
                  <a:lnTo>
                    <a:pt x="660146" y="987552"/>
                  </a:lnTo>
                  <a:lnTo>
                    <a:pt x="651891" y="977925"/>
                  </a:lnTo>
                  <a:lnTo>
                    <a:pt x="651891" y="1012952"/>
                  </a:lnTo>
                  <a:lnTo>
                    <a:pt x="651891" y="1076452"/>
                  </a:lnTo>
                  <a:lnTo>
                    <a:pt x="570738" y="1381252"/>
                  </a:lnTo>
                  <a:lnTo>
                    <a:pt x="565658" y="1355852"/>
                  </a:lnTo>
                  <a:lnTo>
                    <a:pt x="565658" y="1393952"/>
                  </a:lnTo>
                  <a:lnTo>
                    <a:pt x="546100" y="1470152"/>
                  </a:lnTo>
                  <a:lnTo>
                    <a:pt x="542036" y="1457452"/>
                  </a:lnTo>
                  <a:lnTo>
                    <a:pt x="542036" y="1482852"/>
                  </a:lnTo>
                  <a:lnTo>
                    <a:pt x="509778" y="1597152"/>
                  </a:lnTo>
                  <a:lnTo>
                    <a:pt x="506857" y="1597152"/>
                  </a:lnTo>
                  <a:lnTo>
                    <a:pt x="506857" y="1609852"/>
                  </a:lnTo>
                  <a:lnTo>
                    <a:pt x="487680" y="1686052"/>
                  </a:lnTo>
                  <a:lnTo>
                    <a:pt x="482219" y="1660652"/>
                  </a:lnTo>
                  <a:lnTo>
                    <a:pt x="482219" y="1698764"/>
                  </a:lnTo>
                  <a:lnTo>
                    <a:pt x="453771" y="1813052"/>
                  </a:lnTo>
                  <a:lnTo>
                    <a:pt x="449453" y="1813052"/>
                  </a:lnTo>
                  <a:lnTo>
                    <a:pt x="449453" y="1825752"/>
                  </a:lnTo>
                  <a:lnTo>
                    <a:pt x="325755" y="2282952"/>
                  </a:lnTo>
                  <a:lnTo>
                    <a:pt x="88773" y="2041652"/>
                  </a:lnTo>
                  <a:lnTo>
                    <a:pt x="109982" y="2028952"/>
                  </a:lnTo>
                  <a:lnTo>
                    <a:pt x="449453" y="1825752"/>
                  </a:lnTo>
                  <a:lnTo>
                    <a:pt x="449453" y="1813052"/>
                  </a:lnTo>
                  <a:lnTo>
                    <a:pt x="93853" y="2028952"/>
                  </a:lnTo>
                  <a:lnTo>
                    <a:pt x="350520" y="1546352"/>
                  </a:lnTo>
                  <a:lnTo>
                    <a:pt x="444627" y="1584452"/>
                  </a:lnTo>
                  <a:lnTo>
                    <a:pt x="482219" y="1698764"/>
                  </a:lnTo>
                  <a:lnTo>
                    <a:pt x="482219" y="1660652"/>
                  </a:lnTo>
                  <a:lnTo>
                    <a:pt x="458597" y="1584452"/>
                  </a:lnTo>
                  <a:lnTo>
                    <a:pt x="506857" y="1609852"/>
                  </a:lnTo>
                  <a:lnTo>
                    <a:pt x="506857" y="1597152"/>
                  </a:lnTo>
                  <a:lnTo>
                    <a:pt x="480441" y="1584452"/>
                  </a:lnTo>
                  <a:lnTo>
                    <a:pt x="454025" y="1571752"/>
                  </a:lnTo>
                  <a:lnTo>
                    <a:pt x="440055" y="1533652"/>
                  </a:lnTo>
                  <a:lnTo>
                    <a:pt x="440055" y="1571752"/>
                  </a:lnTo>
                  <a:lnTo>
                    <a:pt x="383997" y="1546352"/>
                  </a:lnTo>
                  <a:lnTo>
                    <a:pt x="355981" y="1533652"/>
                  </a:lnTo>
                  <a:lnTo>
                    <a:pt x="362432" y="1520952"/>
                  </a:lnTo>
                  <a:lnTo>
                    <a:pt x="401193" y="1444752"/>
                  </a:lnTo>
                  <a:lnTo>
                    <a:pt x="440055" y="1571752"/>
                  </a:lnTo>
                  <a:lnTo>
                    <a:pt x="440055" y="1533652"/>
                  </a:lnTo>
                  <a:lnTo>
                    <a:pt x="412597" y="1444752"/>
                  </a:lnTo>
                  <a:lnTo>
                    <a:pt x="408686" y="1432052"/>
                  </a:lnTo>
                  <a:lnTo>
                    <a:pt x="415315" y="1419352"/>
                  </a:lnTo>
                  <a:lnTo>
                    <a:pt x="455168" y="1343152"/>
                  </a:lnTo>
                  <a:lnTo>
                    <a:pt x="542036" y="1482852"/>
                  </a:lnTo>
                  <a:lnTo>
                    <a:pt x="542036" y="1457452"/>
                  </a:lnTo>
                  <a:lnTo>
                    <a:pt x="469455" y="1343152"/>
                  </a:lnTo>
                  <a:lnTo>
                    <a:pt x="461391" y="1330452"/>
                  </a:lnTo>
                  <a:lnTo>
                    <a:pt x="468350" y="1317752"/>
                  </a:lnTo>
                  <a:lnTo>
                    <a:pt x="510159" y="1241552"/>
                  </a:lnTo>
                  <a:lnTo>
                    <a:pt x="565658" y="1393952"/>
                  </a:lnTo>
                  <a:lnTo>
                    <a:pt x="565658" y="1355852"/>
                  </a:lnTo>
                  <a:lnTo>
                    <a:pt x="522224" y="1241552"/>
                  </a:lnTo>
                  <a:lnTo>
                    <a:pt x="517398" y="1228852"/>
                  </a:lnTo>
                  <a:lnTo>
                    <a:pt x="524471" y="1216152"/>
                  </a:lnTo>
                  <a:lnTo>
                    <a:pt x="545719" y="1178052"/>
                  </a:lnTo>
                  <a:lnTo>
                    <a:pt x="570865" y="1190752"/>
                  </a:lnTo>
                  <a:lnTo>
                    <a:pt x="571195" y="1178052"/>
                  </a:lnTo>
                  <a:lnTo>
                    <a:pt x="572897" y="1114552"/>
                  </a:lnTo>
                  <a:lnTo>
                    <a:pt x="510413" y="1152652"/>
                  </a:lnTo>
                  <a:lnTo>
                    <a:pt x="535559" y="1165352"/>
                  </a:lnTo>
                  <a:lnTo>
                    <a:pt x="512191" y="1216152"/>
                  </a:lnTo>
                  <a:lnTo>
                    <a:pt x="504952" y="1190752"/>
                  </a:lnTo>
                  <a:lnTo>
                    <a:pt x="504952" y="1228852"/>
                  </a:lnTo>
                  <a:lnTo>
                    <a:pt x="454406" y="1317752"/>
                  </a:lnTo>
                  <a:lnTo>
                    <a:pt x="448183" y="1305052"/>
                  </a:lnTo>
                  <a:lnTo>
                    <a:pt x="448183" y="1330452"/>
                  </a:lnTo>
                  <a:lnTo>
                    <a:pt x="403987" y="1419352"/>
                  </a:lnTo>
                  <a:lnTo>
                    <a:pt x="396367" y="1393952"/>
                  </a:lnTo>
                  <a:lnTo>
                    <a:pt x="396367" y="1432052"/>
                  </a:lnTo>
                  <a:lnTo>
                    <a:pt x="345567" y="1520952"/>
                  </a:lnTo>
                  <a:lnTo>
                    <a:pt x="90424" y="1406652"/>
                  </a:lnTo>
                  <a:lnTo>
                    <a:pt x="109435" y="1393952"/>
                  </a:lnTo>
                  <a:lnTo>
                    <a:pt x="337693" y="1241552"/>
                  </a:lnTo>
                  <a:lnTo>
                    <a:pt x="396367" y="1432052"/>
                  </a:lnTo>
                  <a:lnTo>
                    <a:pt x="396367" y="1393952"/>
                  </a:lnTo>
                  <a:lnTo>
                    <a:pt x="347599" y="1241552"/>
                  </a:lnTo>
                  <a:lnTo>
                    <a:pt x="361632" y="1228852"/>
                  </a:lnTo>
                  <a:lnTo>
                    <a:pt x="375666" y="1216152"/>
                  </a:lnTo>
                  <a:lnTo>
                    <a:pt x="448183" y="1330452"/>
                  </a:lnTo>
                  <a:lnTo>
                    <a:pt x="448183" y="1305052"/>
                  </a:lnTo>
                  <a:lnTo>
                    <a:pt x="385191" y="1216152"/>
                  </a:lnTo>
                  <a:lnTo>
                    <a:pt x="403631" y="1203452"/>
                  </a:lnTo>
                  <a:lnTo>
                    <a:pt x="379095" y="1203452"/>
                  </a:lnTo>
                  <a:lnTo>
                    <a:pt x="369570" y="1203452"/>
                  </a:lnTo>
                  <a:lnTo>
                    <a:pt x="344043" y="1228852"/>
                  </a:lnTo>
                  <a:lnTo>
                    <a:pt x="334137" y="1190752"/>
                  </a:lnTo>
                  <a:lnTo>
                    <a:pt x="334137" y="1228852"/>
                  </a:lnTo>
                  <a:lnTo>
                    <a:pt x="96266" y="1393952"/>
                  </a:lnTo>
                  <a:lnTo>
                    <a:pt x="276987" y="1063752"/>
                  </a:lnTo>
                  <a:lnTo>
                    <a:pt x="284099" y="1076452"/>
                  </a:lnTo>
                  <a:lnTo>
                    <a:pt x="334137" y="1228852"/>
                  </a:lnTo>
                  <a:lnTo>
                    <a:pt x="334137" y="1190752"/>
                  </a:lnTo>
                  <a:lnTo>
                    <a:pt x="307975" y="1114552"/>
                  </a:lnTo>
                  <a:lnTo>
                    <a:pt x="369570" y="1203452"/>
                  </a:lnTo>
                  <a:lnTo>
                    <a:pt x="369570" y="1190752"/>
                  </a:lnTo>
                  <a:lnTo>
                    <a:pt x="324612" y="1114552"/>
                  </a:lnTo>
                  <a:lnTo>
                    <a:pt x="294640" y="1063752"/>
                  </a:lnTo>
                  <a:lnTo>
                    <a:pt x="286893" y="1038352"/>
                  </a:lnTo>
                  <a:lnTo>
                    <a:pt x="293776" y="1025652"/>
                  </a:lnTo>
                  <a:lnTo>
                    <a:pt x="376428" y="873252"/>
                  </a:lnTo>
                  <a:lnTo>
                    <a:pt x="380492" y="873252"/>
                  </a:lnTo>
                  <a:lnTo>
                    <a:pt x="473329" y="1139952"/>
                  </a:lnTo>
                  <a:lnTo>
                    <a:pt x="397941" y="1190752"/>
                  </a:lnTo>
                  <a:lnTo>
                    <a:pt x="422071" y="1190752"/>
                  </a:lnTo>
                  <a:lnTo>
                    <a:pt x="477393" y="1152652"/>
                  </a:lnTo>
                  <a:lnTo>
                    <a:pt x="504952" y="1228852"/>
                  </a:lnTo>
                  <a:lnTo>
                    <a:pt x="504952" y="1190752"/>
                  </a:lnTo>
                  <a:lnTo>
                    <a:pt x="491515" y="1152652"/>
                  </a:lnTo>
                  <a:lnTo>
                    <a:pt x="487045" y="1139952"/>
                  </a:lnTo>
                  <a:lnTo>
                    <a:pt x="506234" y="1127252"/>
                  </a:lnTo>
                  <a:lnTo>
                    <a:pt x="621411" y="1051052"/>
                  </a:lnTo>
                  <a:lnTo>
                    <a:pt x="628142" y="1063752"/>
                  </a:lnTo>
                  <a:lnTo>
                    <a:pt x="632460" y="1063752"/>
                  </a:lnTo>
                  <a:lnTo>
                    <a:pt x="637159" y="1076452"/>
                  </a:lnTo>
                  <a:lnTo>
                    <a:pt x="651891" y="1076452"/>
                  </a:lnTo>
                  <a:lnTo>
                    <a:pt x="651891" y="1012952"/>
                  </a:lnTo>
                  <a:lnTo>
                    <a:pt x="599186" y="1025652"/>
                  </a:lnTo>
                  <a:lnTo>
                    <a:pt x="614934" y="1038352"/>
                  </a:lnTo>
                  <a:lnTo>
                    <a:pt x="483108" y="1127252"/>
                  </a:lnTo>
                  <a:lnTo>
                    <a:pt x="473329" y="1101852"/>
                  </a:lnTo>
                  <a:lnTo>
                    <a:pt x="394970" y="885952"/>
                  </a:lnTo>
                  <a:lnTo>
                    <a:pt x="610743" y="987552"/>
                  </a:lnTo>
                  <a:lnTo>
                    <a:pt x="598678" y="1012952"/>
                  </a:lnTo>
                  <a:lnTo>
                    <a:pt x="651891" y="1012952"/>
                  </a:lnTo>
                  <a:lnTo>
                    <a:pt x="651891" y="977925"/>
                  </a:lnTo>
                  <a:lnTo>
                    <a:pt x="649262" y="974852"/>
                  </a:lnTo>
                  <a:lnTo>
                    <a:pt x="627507" y="949452"/>
                  </a:lnTo>
                  <a:lnTo>
                    <a:pt x="615569" y="974852"/>
                  </a:lnTo>
                  <a:lnTo>
                    <a:pt x="417868" y="885952"/>
                  </a:lnTo>
                  <a:lnTo>
                    <a:pt x="389636" y="873252"/>
                  </a:lnTo>
                  <a:lnTo>
                    <a:pt x="385699" y="860552"/>
                  </a:lnTo>
                  <a:lnTo>
                    <a:pt x="392684" y="847852"/>
                  </a:lnTo>
                  <a:lnTo>
                    <a:pt x="525526" y="606552"/>
                  </a:lnTo>
                  <a:lnTo>
                    <a:pt x="690880" y="809752"/>
                  </a:lnTo>
                  <a:lnTo>
                    <a:pt x="668528" y="835152"/>
                  </a:lnTo>
                  <a:lnTo>
                    <a:pt x="738124" y="860552"/>
                  </a:lnTo>
                  <a:lnTo>
                    <a:pt x="727456" y="809752"/>
                  </a:lnTo>
                  <a:lnTo>
                    <a:pt x="722122" y="784352"/>
                  </a:lnTo>
                  <a:lnTo>
                    <a:pt x="699770" y="809752"/>
                  </a:lnTo>
                  <a:lnTo>
                    <a:pt x="541388" y="606552"/>
                  </a:lnTo>
                  <a:lnTo>
                    <a:pt x="531495" y="593852"/>
                  </a:lnTo>
                  <a:lnTo>
                    <a:pt x="611632" y="441452"/>
                  </a:lnTo>
                  <a:lnTo>
                    <a:pt x="636524" y="466852"/>
                  </a:lnTo>
                  <a:lnTo>
                    <a:pt x="637286" y="441452"/>
                  </a:lnTo>
                  <a:lnTo>
                    <a:pt x="637667" y="428752"/>
                  </a:lnTo>
                  <a:lnTo>
                    <a:pt x="639445" y="390652"/>
                  </a:lnTo>
                  <a:lnTo>
                    <a:pt x="576580" y="428752"/>
                  </a:lnTo>
                  <a:lnTo>
                    <a:pt x="601472" y="441452"/>
                  </a:lnTo>
                  <a:lnTo>
                    <a:pt x="523748" y="581152"/>
                  </a:lnTo>
                  <a:lnTo>
                    <a:pt x="517779" y="581152"/>
                  </a:lnTo>
                  <a:lnTo>
                    <a:pt x="517779" y="593852"/>
                  </a:lnTo>
                  <a:lnTo>
                    <a:pt x="380492" y="847852"/>
                  </a:lnTo>
                  <a:lnTo>
                    <a:pt x="373253" y="822452"/>
                  </a:lnTo>
                  <a:lnTo>
                    <a:pt x="373253" y="860552"/>
                  </a:lnTo>
                  <a:lnTo>
                    <a:pt x="365887" y="860552"/>
                  </a:lnTo>
                  <a:lnTo>
                    <a:pt x="365887" y="873252"/>
                  </a:lnTo>
                  <a:lnTo>
                    <a:pt x="282067" y="1025652"/>
                  </a:lnTo>
                  <a:lnTo>
                    <a:pt x="270764" y="987552"/>
                  </a:lnTo>
                  <a:lnTo>
                    <a:pt x="270764" y="1025652"/>
                  </a:lnTo>
                  <a:lnTo>
                    <a:pt x="94488" y="746252"/>
                  </a:lnTo>
                  <a:lnTo>
                    <a:pt x="197866" y="797052"/>
                  </a:lnTo>
                  <a:lnTo>
                    <a:pt x="270764" y="1025652"/>
                  </a:lnTo>
                  <a:lnTo>
                    <a:pt x="270764" y="987552"/>
                  </a:lnTo>
                  <a:lnTo>
                    <a:pt x="211836" y="797052"/>
                  </a:lnTo>
                  <a:lnTo>
                    <a:pt x="365887" y="873252"/>
                  </a:lnTo>
                  <a:lnTo>
                    <a:pt x="365887" y="860552"/>
                  </a:lnTo>
                  <a:lnTo>
                    <a:pt x="233692" y="797052"/>
                  </a:lnTo>
                  <a:lnTo>
                    <a:pt x="207264" y="784352"/>
                  </a:lnTo>
                  <a:lnTo>
                    <a:pt x="193294" y="746252"/>
                  </a:lnTo>
                  <a:lnTo>
                    <a:pt x="193294" y="784352"/>
                  </a:lnTo>
                  <a:lnTo>
                    <a:pt x="116332" y="746252"/>
                  </a:lnTo>
                  <a:lnTo>
                    <a:pt x="90678" y="733552"/>
                  </a:lnTo>
                  <a:lnTo>
                    <a:pt x="161417" y="682752"/>
                  </a:lnTo>
                  <a:lnTo>
                    <a:pt x="193294" y="784352"/>
                  </a:lnTo>
                  <a:lnTo>
                    <a:pt x="193294" y="746252"/>
                  </a:lnTo>
                  <a:lnTo>
                    <a:pt x="174879" y="682752"/>
                  </a:lnTo>
                  <a:lnTo>
                    <a:pt x="171196" y="670052"/>
                  </a:lnTo>
                  <a:lnTo>
                    <a:pt x="188772" y="657352"/>
                  </a:lnTo>
                  <a:lnTo>
                    <a:pt x="276733" y="593852"/>
                  </a:lnTo>
                  <a:lnTo>
                    <a:pt x="373253" y="860552"/>
                  </a:lnTo>
                  <a:lnTo>
                    <a:pt x="373253" y="822452"/>
                  </a:lnTo>
                  <a:lnTo>
                    <a:pt x="290715" y="593852"/>
                  </a:lnTo>
                  <a:lnTo>
                    <a:pt x="286131" y="581152"/>
                  </a:lnTo>
                  <a:lnTo>
                    <a:pt x="303415" y="568452"/>
                  </a:lnTo>
                  <a:lnTo>
                    <a:pt x="424434" y="479552"/>
                  </a:lnTo>
                  <a:lnTo>
                    <a:pt x="517779" y="593852"/>
                  </a:lnTo>
                  <a:lnTo>
                    <a:pt x="517779" y="581152"/>
                  </a:lnTo>
                  <a:lnTo>
                    <a:pt x="442925" y="479552"/>
                  </a:lnTo>
                  <a:lnTo>
                    <a:pt x="433578" y="466852"/>
                  </a:lnTo>
                  <a:lnTo>
                    <a:pt x="426466" y="466852"/>
                  </a:lnTo>
                  <a:lnTo>
                    <a:pt x="417449" y="466852"/>
                  </a:lnTo>
                  <a:lnTo>
                    <a:pt x="282194" y="568452"/>
                  </a:lnTo>
                  <a:lnTo>
                    <a:pt x="103378" y="73152"/>
                  </a:lnTo>
                  <a:lnTo>
                    <a:pt x="417449" y="466852"/>
                  </a:lnTo>
                  <a:lnTo>
                    <a:pt x="417449" y="454152"/>
                  </a:lnTo>
                  <a:lnTo>
                    <a:pt x="114261" y="73152"/>
                  </a:lnTo>
                  <a:lnTo>
                    <a:pt x="83947" y="35052"/>
                  </a:lnTo>
                  <a:lnTo>
                    <a:pt x="75057" y="35052"/>
                  </a:lnTo>
                  <a:lnTo>
                    <a:pt x="83312" y="47752"/>
                  </a:lnTo>
                  <a:lnTo>
                    <a:pt x="82296" y="47752"/>
                  </a:lnTo>
                  <a:lnTo>
                    <a:pt x="272669" y="581152"/>
                  </a:lnTo>
                  <a:lnTo>
                    <a:pt x="167513" y="657352"/>
                  </a:lnTo>
                  <a:lnTo>
                    <a:pt x="10922" y="162052"/>
                  </a:lnTo>
                  <a:lnTo>
                    <a:pt x="0" y="162052"/>
                  </a:lnTo>
                  <a:lnTo>
                    <a:pt x="157861" y="670052"/>
                  </a:lnTo>
                  <a:lnTo>
                    <a:pt x="76073" y="733552"/>
                  </a:lnTo>
                  <a:lnTo>
                    <a:pt x="74676" y="733552"/>
                  </a:lnTo>
                  <a:lnTo>
                    <a:pt x="270002" y="1051052"/>
                  </a:lnTo>
                  <a:lnTo>
                    <a:pt x="74422" y="1406652"/>
                  </a:lnTo>
                  <a:lnTo>
                    <a:pt x="79502" y="1406652"/>
                  </a:lnTo>
                  <a:lnTo>
                    <a:pt x="77089" y="1419352"/>
                  </a:lnTo>
                  <a:lnTo>
                    <a:pt x="340233" y="1533652"/>
                  </a:lnTo>
                  <a:lnTo>
                    <a:pt x="74422" y="2028952"/>
                  </a:lnTo>
                  <a:lnTo>
                    <a:pt x="79248" y="2041652"/>
                  </a:lnTo>
                  <a:lnTo>
                    <a:pt x="75311" y="2041652"/>
                  </a:lnTo>
                  <a:lnTo>
                    <a:pt x="322326" y="2295652"/>
                  </a:lnTo>
                  <a:lnTo>
                    <a:pt x="79629" y="3197352"/>
                  </a:lnTo>
                  <a:lnTo>
                    <a:pt x="88773" y="3197352"/>
                  </a:lnTo>
                  <a:lnTo>
                    <a:pt x="116459" y="3171952"/>
                  </a:lnTo>
                  <a:lnTo>
                    <a:pt x="628777" y="2702052"/>
                  </a:lnTo>
                  <a:lnTo>
                    <a:pt x="648081" y="2727452"/>
                  </a:lnTo>
                  <a:lnTo>
                    <a:pt x="657390" y="2702052"/>
                  </a:lnTo>
                  <a:lnTo>
                    <a:pt x="662051" y="2689352"/>
                  </a:lnTo>
                  <a:lnTo>
                    <a:pt x="675132" y="2651252"/>
                  </a:lnTo>
                  <a:lnTo>
                    <a:pt x="674751" y="2651252"/>
                  </a:lnTo>
                  <a:lnTo>
                    <a:pt x="601599" y="2676652"/>
                  </a:lnTo>
                  <a:lnTo>
                    <a:pt x="621030" y="2702052"/>
                  </a:lnTo>
                  <a:lnTo>
                    <a:pt x="99695" y="3171952"/>
                  </a:lnTo>
                  <a:lnTo>
                    <a:pt x="129552" y="3095752"/>
                  </a:lnTo>
                  <a:lnTo>
                    <a:pt x="408305" y="2384552"/>
                  </a:lnTo>
                  <a:lnTo>
                    <a:pt x="623443" y="2613152"/>
                  </a:lnTo>
                  <a:lnTo>
                    <a:pt x="602996" y="2625852"/>
                  </a:lnTo>
                  <a:lnTo>
                    <a:pt x="674751" y="2651252"/>
                  </a:lnTo>
                  <a:lnTo>
                    <a:pt x="663575" y="2613152"/>
                  </a:lnTo>
                  <a:lnTo>
                    <a:pt x="659803" y="2600452"/>
                  </a:lnTo>
                  <a:lnTo>
                    <a:pt x="652272" y="2575052"/>
                  </a:lnTo>
                  <a:lnTo>
                    <a:pt x="631698" y="2600452"/>
                  </a:lnTo>
                  <a:lnTo>
                    <a:pt x="425030" y="2384552"/>
                  </a:lnTo>
                  <a:lnTo>
                    <a:pt x="412877" y="2371852"/>
                  </a:lnTo>
                  <a:lnTo>
                    <a:pt x="567563" y="1978152"/>
                  </a:lnTo>
                  <a:lnTo>
                    <a:pt x="712851" y="2448052"/>
                  </a:lnTo>
                  <a:lnTo>
                    <a:pt x="685673" y="2448052"/>
                  </a:lnTo>
                  <a:lnTo>
                    <a:pt x="738759" y="2511552"/>
                  </a:lnTo>
                  <a:lnTo>
                    <a:pt x="750951" y="2435352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654033" y="2099309"/>
              <a:ext cx="624840" cy="1380490"/>
            </a:xfrm>
            <a:custGeom>
              <a:avLst/>
              <a:gdLst/>
              <a:ahLst/>
              <a:cxnLst/>
              <a:rect l="l" t="t" r="r" b="b"/>
              <a:pathLst>
                <a:path w="624840" h="1380489">
                  <a:moveTo>
                    <a:pt x="0" y="1380363"/>
                  </a:moveTo>
                  <a:lnTo>
                    <a:pt x="624497" y="1380363"/>
                  </a:lnTo>
                  <a:lnTo>
                    <a:pt x="624497" y="0"/>
                  </a:lnTo>
                  <a:lnTo>
                    <a:pt x="0" y="0"/>
                  </a:lnTo>
                  <a:lnTo>
                    <a:pt x="0" y="1380363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839711" y="2591053"/>
              <a:ext cx="1753870" cy="1197610"/>
            </a:xfrm>
            <a:custGeom>
              <a:avLst/>
              <a:gdLst/>
              <a:ahLst/>
              <a:cxnLst/>
              <a:rect l="l" t="t" r="r" b="b"/>
              <a:pathLst>
                <a:path w="1753870" h="1197610">
                  <a:moveTo>
                    <a:pt x="1747266" y="0"/>
                  </a:moveTo>
                  <a:lnTo>
                    <a:pt x="0" y="1187831"/>
                  </a:lnTo>
                  <a:lnTo>
                    <a:pt x="6350" y="1197102"/>
                  </a:lnTo>
                  <a:lnTo>
                    <a:pt x="1753616" y="9525"/>
                  </a:lnTo>
                  <a:lnTo>
                    <a:pt x="1747266" y="0"/>
                  </a:lnTo>
                  <a:close/>
                </a:path>
              </a:pathLst>
            </a:custGeom>
            <a:solidFill>
              <a:srgbClr val="F4A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570975" y="2557272"/>
              <a:ext cx="75819" cy="6692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04431" y="1280159"/>
              <a:ext cx="163068" cy="25603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83095" y="2098547"/>
              <a:ext cx="266700" cy="1981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533387" y="2688336"/>
              <a:ext cx="230124" cy="23012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81571" y="3784091"/>
              <a:ext cx="358140" cy="16154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37019" y="3166871"/>
              <a:ext cx="28954" cy="36575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650723" y="3419855"/>
              <a:ext cx="27305" cy="30480"/>
            </a:xfrm>
            <a:custGeom>
              <a:avLst/>
              <a:gdLst/>
              <a:ahLst/>
              <a:cxnLst/>
              <a:rect l="l" t="t" r="r" b="b"/>
              <a:pathLst>
                <a:path w="27304" h="30479">
                  <a:moveTo>
                    <a:pt x="27063" y="5842"/>
                  </a:moveTo>
                  <a:lnTo>
                    <a:pt x="25539" y="3429"/>
                  </a:lnTo>
                  <a:lnTo>
                    <a:pt x="25285" y="3048"/>
                  </a:lnTo>
                  <a:lnTo>
                    <a:pt x="23888" y="2286"/>
                  </a:lnTo>
                  <a:lnTo>
                    <a:pt x="22618" y="1524"/>
                  </a:lnTo>
                  <a:lnTo>
                    <a:pt x="20713" y="495"/>
                  </a:lnTo>
                  <a:lnTo>
                    <a:pt x="20713" y="13208"/>
                  </a:lnTo>
                  <a:lnTo>
                    <a:pt x="20459" y="13843"/>
                  </a:lnTo>
                  <a:lnTo>
                    <a:pt x="20332" y="14224"/>
                  </a:lnTo>
                  <a:lnTo>
                    <a:pt x="20332" y="13970"/>
                  </a:lnTo>
                  <a:lnTo>
                    <a:pt x="20713" y="13208"/>
                  </a:lnTo>
                  <a:lnTo>
                    <a:pt x="20713" y="495"/>
                  </a:lnTo>
                  <a:lnTo>
                    <a:pt x="19824" y="0"/>
                  </a:lnTo>
                  <a:lnTo>
                    <a:pt x="19189" y="25"/>
                  </a:lnTo>
                  <a:lnTo>
                    <a:pt x="19189" y="18542"/>
                  </a:lnTo>
                  <a:lnTo>
                    <a:pt x="18554" y="19431"/>
                  </a:lnTo>
                  <a:lnTo>
                    <a:pt x="18935" y="18796"/>
                  </a:lnTo>
                  <a:lnTo>
                    <a:pt x="19189" y="18542"/>
                  </a:lnTo>
                  <a:lnTo>
                    <a:pt x="19189" y="25"/>
                  </a:lnTo>
                  <a:lnTo>
                    <a:pt x="16649" y="127"/>
                  </a:lnTo>
                  <a:lnTo>
                    <a:pt x="16598" y="19558"/>
                  </a:lnTo>
                  <a:lnTo>
                    <a:pt x="16522" y="19685"/>
                  </a:lnTo>
                  <a:lnTo>
                    <a:pt x="15709" y="19570"/>
                  </a:lnTo>
                  <a:lnTo>
                    <a:pt x="15709" y="20955"/>
                  </a:lnTo>
                  <a:lnTo>
                    <a:pt x="15633" y="21082"/>
                  </a:lnTo>
                  <a:lnTo>
                    <a:pt x="13728" y="20955"/>
                  </a:lnTo>
                  <a:lnTo>
                    <a:pt x="15709" y="20955"/>
                  </a:lnTo>
                  <a:lnTo>
                    <a:pt x="15709" y="19570"/>
                  </a:lnTo>
                  <a:lnTo>
                    <a:pt x="16598" y="19558"/>
                  </a:lnTo>
                  <a:lnTo>
                    <a:pt x="16598" y="165"/>
                  </a:lnTo>
                  <a:lnTo>
                    <a:pt x="13855" y="1778"/>
                  </a:lnTo>
                  <a:lnTo>
                    <a:pt x="12687" y="2527"/>
                  </a:lnTo>
                  <a:lnTo>
                    <a:pt x="12331" y="2667"/>
                  </a:lnTo>
                  <a:lnTo>
                    <a:pt x="12204" y="2667"/>
                  </a:lnTo>
                  <a:lnTo>
                    <a:pt x="10172" y="3048"/>
                  </a:lnTo>
                  <a:lnTo>
                    <a:pt x="10045" y="3136"/>
                  </a:lnTo>
                  <a:lnTo>
                    <a:pt x="10045" y="6096"/>
                  </a:lnTo>
                  <a:lnTo>
                    <a:pt x="7632" y="6604"/>
                  </a:lnTo>
                  <a:lnTo>
                    <a:pt x="7632" y="6477"/>
                  </a:lnTo>
                  <a:lnTo>
                    <a:pt x="10045" y="6096"/>
                  </a:lnTo>
                  <a:lnTo>
                    <a:pt x="10045" y="3136"/>
                  </a:lnTo>
                  <a:lnTo>
                    <a:pt x="8394" y="4191"/>
                  </a:lnTo>
                  <a:lnTo>
                    <a:pt x="7632" y="5207"/>
                  </a:lnTo>
                  <a:lnTo>
                    <a:pt x="6616" y="6223"/>
                  </a:lnTo>
                  <a:lnTo>
                    <a:pt x="5092" y="6985"/>
                  </a:lnTo>
                  <a:lnTo>
                    <a:pt x="4965" y="7112"/>
                  </a:lnTo>
                  <a:lnTo>
                    <a:pt x="4572" y="7239"/>
                  </a:lnTo>
                  <a:lnTo>
                    <a:pt x="1028" y="11176"/>
                  </a:lnTo>
                  <a:lnTo>
                    <a:pt x="520" y="16002"/>
                  </a:lnTo>
                  <a:lnTo>
                    <a:pt x="393" y="16383"/>
                  </a:lnTo>
                  <a:lnTo>
                    <a:pt x="139" y="18796"/>
                  </a:lnTo>
                  <a:lnTo>
                    <a:pt x="0" y="21082"/>
                  </a:lnTo>
                  <a:lnTo>
                    <a:pt x="1917" y="25146"/>
                  </a:lnTo>
                  <a:lnTo>
                    <a:pt x="5600" y="27559"/>
                  </a:lnTo>
                  <a:lnTo>
                    <a:pt x="9410" y="29972"/>
                  </a:lnTo>
                  <a:lnTo>
                    <a:pt x="14109" y="29972"/>
                  </a:lnTo>
                  <a:lnTo>
                    <a:pt x="17919" y="27559"/>
                  </a:lnTo>
                  <a:lnTo>
                    <a:pt x="21602" y="25146"/>
                  </a:lnTo>
                  <a:lnTo>
                    <a:pt x="23634" y="21082"/>
                  </a:lnTo>
                  <a:lnTo>
                    <a:pt x="23761" y="20701"/>
                  </a:lnTo>
                  <a:lnTo>
                    <a:pt x="23253" y="16383"/>
                  </a:lnTo>
                  <a:lnTo>
                    <a:pt x="23126" y="16459"/>
                  </a:lnTo>
                  <a:lnTo>
                    <a:pt x="23126" y="16002"/>
                  </a:lnTo>
                  <a:lnTo>
                    <a:pt x="23253" y="16383"/>
                  </a:lnTo>
                  <a:lnTo>
                    <a:pt x="25412" y="15113"/>
                  </a:lnTo>
                  <a:lnTo>
                    <a:pt x="27063" y="12319"/>
                  </a:lnTo>
                  <a:lnTo>
                    <a:pt x="27063" y="6096"/>
                  </a:lnTo>
                  <a:lnTo>
                    <a:pt x="27063" y="58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7" name="object 5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611367" y="3543300"/>
            <a:ext cx="27432" cy="48768"/>
          </a:xfrm>
          <a:prstGeom prst="rect">
            <a:avLst/>
          </a:prstGeom>
        </p:spPr>
      </p:pic>
      <p:sp>
        <p:nvSpPr>
          <p:cNvPr id="58" name="object 58"/>
          <p:cNvSpPr/>
          <p:nvPr/>
        </p:nvSpPr>
        <p:spPr>
          <a:xfrm>
            <a:off x="3927348" y="3157727"/>
            <a:ext cx="26670" cy="48260"/>
          </a:xfrm>
          <a:custGeom>
            <a:avLst/>
            <a:gdLst/>
            <a:ahLst/>
            <a:cxnLst/>
            <a:rect l="l" t="t" r="r" b="b"/>
            <a:pathLst>
              <a:path w="26670" h="48260">
                <a:moveTo>
                  <a:pt x="2324" y="24130"/>
                </a:moveTo>
                <a:lnTo>
                  <a:pt x="2171" y="24130"/>
                </a:lnTo>
                <a:lnTo>
                  <a:pt x="2146" y="24269"/>
                </a:lnTo>
                <a:lnTo>
                  <a:pt x="2324" y="24130"/>
                </a:lnTo>
                <a:close/>
              </a:path>
              <a:path w="26670" h="48260">
                <a:moveTo>
                  <a:pt x="3619" y="23241"/>
                </a:moveTo>
                <a:lnTo>
                  <a:pt x="2832" y="23749"/>
                </a:lnTo>
                <a:lnTo>
                  <a:pt x="2324" y="24130"/>
                </a:lnTo>
                <a:lnTo>
                  <a:pt x="3568" y="24130"/>
                </a:lnTo>
                <a:lnTo>
                  <a:pt x="3619" y="23241"/>
                </a:lnTo>
                <a:close/>
              </a:path>
              <a:path w="26670" h="48260">
                <a:moveTo>
                  <a:pt x="7099" y="22479"/>
                </a:moveTo>
                <a:lnTo>
                  <a:pt x="6934" y="22225"/>
                </a:lnTo>
                <a:lnTo>
                  <a:pt x="6858" y="22479"/>
                </a:lnTo>
                <a:lnTo>
                  <a:pt x="7099" y="22479"/>
                </a:lnTo>
                <a:close/>
              </a:path>
              <a:path w="26670" h="48260">
                <a:moveTo>
                  <a:pt x="8255" y="24130"/>
                </a:moveTo>
                <a:lnTo>
                  <a:pt x="8039" y="24130"/>
                </a:lnTo>
                <a:lnTo>
                  <a:pt x="7950" y="24384"/>
                </a:lnTo>
                <a:lnTo>
                  <a:pt x="8153" y="24384"/>
                </a:lnTo>
                <a:lnTo>
                  <a:pt x="8255" y="24130"/>
                </a:lnTo>
                <a:close/>
              </a:path>
              <a:path w="26670" h="48260">
                <a:moveTo>
                  <a:pt x="8255" y="762"/>
                </a:moveTo>
                <a:lnTo>
                  <a:pt x="7429" y="1016"/>
                </a:lnTo>
                <a:lnTo>
                  <a:pt x="7429" y="21336"/>
                </a:lnTo>
                <a:lnTo>
                  <a:pt x="7366" y="21209"/>
                </a:lnTo>
                <a:lnTo>
                  <a:pt x="7429" y="21336"/>
                </a:lnTo>
                <a:lnTo>
                  <a:pt x="7429" y="1016"/>
                </a:lnTo>
                <a:lnTo>
                  <a:pt x="6972" y="1143"/>
                </a:lnTo>
                <a:lnTo>
                  <a:pt x="7112" y="1143"/>
                </a:lnTo>
                <a:lnTo>
                  <a:pt x="7086" y="21666"/>
                </a:lnTo>
                <a:lnTo>
                  <a:pt x="7010" y="21882"/>
                </a:lnTo>
                <a:lnTo>
                  <a:pt x="6934" y="22085"/>
                </a:lnTo>
                <a:lnTo>
                  <a:pt x="6870" y="21755"/>
                </a:lnTo>
                <a:lnTo>
                  <a:pt x="7086" y="21666"/>
                </a:lnTo>
                <a:lnTo>
                  <a:pt x="7086" y="1155"/>
                </a:lnTo>
                <a:lnTo>
                  <a:pt x="6985" y="20574"/>
                </a:lnTo>
                <a:lnTo>
                  <a:pt x="6985" y="20701"/>
                </a:lnTo>
                <a:lnTo>
                  <a:pt x="6858" y="20701"/>
                </a:lnTo>
                <a:lnTo>
                  <a:pt x="6604" y="20955"/>
                </a:lnTo>
                <a:lnTo>
                  <a:pt x="6388" y="20955"/>
                </a:lnTo>
                <a:lnTo>
                  <a:pt x="6731" y="20701"/>
                </a:lnTo>
                <a:lnTo>
                  <a:pt x="6858" y="20574"/>
                </a:lnTo>
                <a:lnTo>
                  <a:pt x="6985" y="20574"/>
                </a:lnTo>
                <a:lnTo>
                  <a:pt x="6985" y="1181"/>
                </a:lnTo>
                <a:lnTo>
                  <a:pt x="6604" y="1270"/>
                </a:lnTo>
                <a:lnTo>
                  <a:pt x="6096" y="1905"/>
                </a:lnTo>
                <a:lnTo>
                  <a:pt x="5461" y="2032"/>
                </a:lnTo>
                <a:lnTo>
                  <a:pt x="5080" y="2413"/>
                </a:lnTo>
                <a:lnTo>
                  <a:pt x="5080" y="21336"/>
                </a:lnTo>
                <a:lnTo>
                  <a:pt x="4953" y="21615"/>
                </a:lnTo>
                <a:lnTo>
                  <a:pt x="5029" y="21336"/>
                </a:lnTo>
                <a:lnTo>
                  <a:pt x="5080" y="2413"/>
                </a:lnTo>
                <a:lnTo>
                  <a:pt x="4318" y="3175"/>
                </a:lnTo>
                <a:lnTo>
                  <a:pt x="4318" y="3302"/>
                </a:lnTo>
                <a:lnTo>
                  <a:pt x="3937" y="3556"/>
                </a:lnTo>
                <a:lnTo>
                  <a:pt x="2286" y="5207"/>
                </a:lnTo>
                <a:lnTo>
                  <a:pt x="1955" y="6731"/>
                </a:lnTo>
                <a:lnTo>
                  <a:pt x="1905" y="6985"/>
                </a:lnTo>
                <a:lnTo>
                  <a:pt x="1270" y="8255"/>
                </a:lnTo>
                <a:lnTo>
                  <a:pt x="1041" y="10160"/>
                </a:lnTo>
                <a:lnTo>
                  <a:pt x="1016" y="10414"/>
                </a:lnTo>
                <a:lnTo>
                  <a:pt x="863" y="11049"/>
                </a:lnTo>
                <a:lnTo>
                  <a:pt x="736" y="11684"/>
                </a:lnTo>
                <a:lnTo>
                  <a:pt x="508" y="13462"/>
                </a:lnTo>
                <a:lnTo>
                  <a:pt x="584" y="14097"/>
                </a:lnTo>
                <a:lnTo>
                  <a:pt x="1778" y="17780"/>
                </a:lnTo>
                <a:lnTo>
                  <a:pt x="508" y="14097"/>
                </a:lnTo>
                <a:lnTo>
                  <a:pt x="292" y="14986"/>
                </a:lnTo>
                <a:lnTo>
                  <a:pt x="0" y="16637"/>
                </a:lnTo>
                <a:lnTo>
                  <a:pt x="3378" y="22225"/>
                </a:lnTo>
                <a:lnTo>
                  <a:pt x="3860" y="22225"/>
                </a:lnTo>
                <a:lnTo>
                  <a:pt x="4445" y="22364"/>
                </a:lnTo>
                <a:lnTo>
                  <a:pt x="4572" y="22225"/>
                </a:lnTo>
                <a:lnTo>
                  <a:pt x="4648" y="22402"/>
                </a:lnTo>
                <a:lnTo>
                  <a:pt x="5003" y="22479"/>
                </a:lnTo>
                <a:lnTo>
                  <a:pt x="5461" y="22479"/>
                </a:lnTo>
                <a:lnTo>
                  <a:pt x="6299" y="22479"/>
                </a:lnTo>
                <a:lnTo>
                  <a:pt x="6223" y="21336"/>
                </a:lnTo>
                <a:lnTo>
                  <a:pt x="5969" y="20955"/>
                </a:lnTo>
                <a:lnTo>
                  <a:pt x="5715" y="20955"/>
                </a:lnTo>
                <a:lnTo>
                  <a:pt x="5842" y="20701"/>
                </a:lnTo>
                <a:lnTo>
                  <a:pt x="5969" y="20955"/>
                </a:lnTo>
                <a:lnTo>
                  <a:pt x="6350" y="21336"/>
                </a:lnTo>
                <a:lnTo>
                  <a:pt x="6096" y="20955"/>
                </a:lnTo>
                <a:lnTo>
                  <a:pt x="6350" y="20955"/>
                </a:lnTo>
                <a:lnTo>
                  <a:pt x="6350" y="21336"/>
                </a:lnTo>
                <a:lnTo>
                  <a:pt x="6350" y="22479"/>
                </a:lnTo>
                <a:lnTo>
                  <a:pt x="6667" y="22479"/>
                </a:lnTo>
                <a:lnTo>
                  <a:pt x="6794" y="22225"/>
                </a:lnTo>
                <a:lnTo>
                  <a:pt x="6642" y="21907"/>
                </a:lnTo>
                <a:lnTo>
                  <a:pt x="6908" y="22174"/>
                </a:lnTo>
                <a:lnTo>
                  <a:pt x="7061" y="22225"/>
                </a:lnTo>
                <a:lnTo>
                  <a:pt x="7099" y="22479"/>
                </a:lnTo>
                <a:lnTo>
                  <a:pt x="7366" y="22872"/>
                </a:lnTo>
                <a:lnTo>
                  <a:pt x="7620" y="23241"/>
                </a:lnTo>
                <a:lnTo>
                  <a:pt x="7747" y="23241"/>
                </a:lnTo>
                <a:lnTo>
                  <a:pt x="7747" y="23495"/>
                </a:lnTo>
                <a:lnTo>
                  <a:pt x="7594" y="23241"/>
                </a:lnTo>
                <a:lnTo>
                  <a:pt x="7366" y="23241"/>
                </a:lnTo>
                <a:lnTo>
                  <a:pt x="5461" y="23241"/>
                </a:lnTo>
                <a:lnTo>
                  <a:pt x="4699" y="23241"/>
                </a:lnTo>
                <a:lnTo>
                  <a:pt x="4445" y="22479"/>
                </a:lnTo>
                <a:lnTo>
                  <a:pt x="3352" y="23241"/>
                </a:lnTo>
                <a:lnTo>
                  <a:pt x="3619" y="23241"/>
                </a:lnTo>
                <a:lnTo>
                  <a:pt x="3606" y="24130"/>
                </a:lnTo>
                <a:lnTo>
                  <a:pt x="5461" y="24130"/>
                </a:lnTo>
                <a:lnTo>
                  <a:pt x="7366" y="24130"/>
                </a:lnTo>
                <a:lnTo>
                  <a:pt x="8039" y="24130"/>
                </a:lnTo>
                <a:lnTo>
                  <a:pt x="8166" y="23749"/>
                </a:lnTo>
                <a:lnTo>
                  <a:pt x="8255" y="762"/>
                </a:lnTo>
                <a:close/>
              </a:path>
              <a:path w="26670" h="48260">
                <a:moveTo>
                  <a:pt x="22491" y="23749"/>
                </a:moveTo>
                <a:lnTo>
                  <a:pt x="20320" y="23749"/>
                </a:lnTo>
                <a:lnTo>
                  <a:pt x="16256" y="23749"/>
                </a:lnTo>
                <a:lnTo>
                  <a:pt x="8255" y="23749"/>
                </a:lnTo>
                <a:lnTo>
                  <a:pt x="8255" y="24130"/>
                </a:lnTo>
                <a:lnTo>
                  <a:pt x="16256" y="24130"/>
                </a:lnTo>
                <a:lnTo>
                  <a:pt x="20320" y="24130"/>
                </a:lnTo>
                <a:lnTo>
                  <a:pt x="22491" y="24130"/>
                </a:lnTo>
                <a:lnTo>
                  <a:pt x="22491" y="23749"/>
                </a:lnTo>
                <a:close/>
              </a:path>
              <a:path w="26670" h="48260">
                <a:moveTo>
                  <a:pt x="22606" y="4953"/>
                </a:moveTo>
                <a:lnTo>
                  <a:pt x="21971" y="3937"/>
                </a:lnTo>
                <a:lnTo>
                  <a:pt x="20574" y="3556"/>
                </a:lnTo>
                <a:lnTo>
                  <a:pt x="20320" y="3302"/>
                </a:lnTo>
                <a:lnTo>
                  <a:pt x="20320" y="21336"/>
                </a:lnTo>
                <a:lnTo>
                  <a:pt x="20193" y="3175"/>
                </a:lnTo>
                <a:lnTo>
                  <a:pt x="19050" y="2032"/>
                </a:lnTo>
                <a:lnTo>
                  <a:pt x="18796" y="2032"/>
                </a:lnTo>
                <a:lnTo>
                  <a:pt x="18796" y="20955"/>
                </a:lnTo>
                <a:lnTo>
                  <a:pt x="18669" y="21336"/>
                </a:lnTo>
                <a:lnTo>
                  <a:pt x="18415" y="20955"/>
                </a:lnTo>
                <a:lnTo>
                  <a:pt x="18796" y="20955"/>
                </a:lnTo>
                <a:lnTo>
                  <a:pt x="18796" y="2032"/>
                </a:lnTo>
                <a:lnTo>
                  <a:pt x="18415" y="1905"/>
                </a:lnTo>
                <a:lnTo>
                  <a:pt x="17780" y="1270"/>
                </a:lnTo>
                <a:lnTo>
                  <a:pt x="16256" y="762"/>
                </a:lnTo>
                <a:lnTo>
                  <a:pt x="14909" y="381"/>
                </a:lnTo>
                <a:lnTo>
                  <a:pt x="13589" y="0"/>
                </a:lnTo>
                <a:lnTo>
                  <a:pt x="12319" y="381"/>
                </a:lnTo>
                <a:lnTo>
                  <a:pt x="10922" y="0"/>
                </a:lnTo>
                <a:lnTo>
                  <a:pt x="8026" y="762"/>
                </a:lnTo>
                <a:lnTo>
                  <a:pt x="8255" y="762"/>
                </a:lnTo>
                <a:lnTo>
                  <a:pt x="8255" y="22225"/>
                </a:lnTo>
                <a:lnTo>
                  <a:pt x="8509" y="21818"/>
                </a:lnTo>
                <a:lnTo>
                  <a:pt x="8509" y="22479"/>
                </a:lnTo>
                <a:lnTo>
                  <a:pt x="8255" y="22479"/>
                </a:lnTo>
                <a:lnTo>
                  <a:pt x="8255" y="23241"/>
                </a:lnTo>
                <a:lnTo>
                  <a:pt x="16256" y="23241"/>
                </a:lnTo>
                <a:lnTo>
                  <a:pt x="20320" y="23241"/>
                </a:lnTo>
                <a:lnTo>
                  <a:pt x="22504" y="23241"/>
                </a:lnTo>
                <a:lnTo>
                  <a:pt x="22606" y="4953"/>
                </a:lnTo>
                <a:close/>
              </a:path>
              <a:path w="26670" h="48260">
                <a:moveTo>
                  <a:pt x="25590" y="24384"/>
                </a:moveTo>
                <a:lnTo>
                  <a:pt x="22606" y="24384"/>
                </a:lnTo>
                <a:lnTo>
                  <a:pt x="22606" y="28702"/>
                </a:lnTo>
                <a:lnTo>
                  <a:pt x="22479" y="27762"/>
                </a:lnTo>
                <a:lnTo>
                  <a:pt x="22225" y="27178"/>
                </a:lnTo>
                <a:lnTo>
                  <a:pt x="22479" y="27762"/>
                </a:lnTo>
                <a:lnTo>
                  <a:pt x="22479" y="27178"/>
                </a:lnTo>
                <a:lnTo>
                  <a:pt x="22491" y="24384"/>
                </a:lnTo>
                <a:lnTo>
                  <a:pt x="20320" y="24384"/>
                </a:lnTo>
                <a:lnTo>
                  <a:pt x="20320" y="41529"/>
                </a:lnTo>
                <a:lnTo>
                  <a:pt x="19812" y="42291"/>
                </a:lnTo>
                <a:lnTo>
                  <a:pt x="19939" y="42037"/>
                </a:lnTo>
                <a:lnTo>
                  <a:pt x="20320" y="41529"/>
                </a:lnTo>
                <a:lnTo>
                  <a:pt x="20320" y="24384"/>
                </a:lnTo>
                <a:lnTo>
                  <a:pt x="16078" y="24384"/>
                </a:lnTo>
                <a:lnTo>
                  <a:pt x="8153" y="24384"/>
                </a:lnTo>
                <a:lnTo>
                  <a:pt x="7912" y="24714"/>
                </a:lnTo>
                <a:lnTo>
                  <a:pt x="7950" y="24384"/>
                </a:lnTo>
                <a:lnTo>
                  <a:pt x="5461" y="24384"/>
                </a:lnTo>
                <a:lnTo>
                  <a:pt x="5511" y="28321"/>
                </a:lnTo>
                <a:lnTo>
                  <a:pt x="5461" y="28067"/>
                </a:lnTo>
                <a:lnTo>
                  <a:pt x="5461" y="27178"/>
                </a:lnTo>
                <a:lnTo>
                  <a:pt x="5461" y="24384"/>
                </a:lnTo>
                <a:lnTo>
                  <a:pt x="3606" y="24384"/>
                </a:lnTo>
                <a:lnTo>
                  <a:pt x="3175" y="24765"/>
                </a:lnTo>
                <a:lnTo>
                  <a:pt x="3556" y="24384"/>
                </a:lnTo>
                <a:lnTo>
                  <a:pt x="2120" y="24384"/>
                </a:lnTo>
                <a:lnTo>
                  <a:pt x="2070" y="24765"/>
                </a:lnTo>
                <a:lnTo>
                  <a:pt x="2006" y="25146"/>
                </a:lnTo>
                <a:lnTo>
                  <a:pt x="1905" y="28321"/>
                </a:lnTo>
                <a:lnTo>
                  <a:pt x="1905" y="26035"/>
                </a:lnTo>
                <a:lnTo>
                  <a:pt x="1701" y="27178"/>
                </a:lnTo>
                <a:lnTo>
                  <a:pt x="1638" y="27762"/>
                </a:lnTo>
                <a:lnTo>
                  <a:pt x="1524" y="30353"/>
                </a:lnTo>
                <a:lnTo>
                  <a:pt x="4737" y="34747"/>
                </a:lnTo>
                <a:lnTo>
                  <a:pt x="6858" y="37719"/>
                </a:lnTo>
                <a:lnTo>
                  <a:pt x="4699" y="34747"/>
                </a:lnTo>
                <a:lnTo>
                  <a:pt x="2806" y="32131"/>
                </a:lnTo>
                <a:lnTo>
                  <a:pt x="2806" y="38608"/>
                </a:lnTo>
                <a:lnTo>
                  <a:pt x="2730" y="38354"/>
                </a:lnTo>
                <a:lnTo>
                  <a:pt x="2667" y="37973"/>
                </a:lnTo>
                <a:lnTo>
                  <a:pt x="2794" y="38354"/>
                </a:lnTo>
                <a:lnTo>
                  <a:pt x="2806" y="38608"/>
                </a:lnTo>
                <a:lnTo>
                  <a:pt x="2806" y="32131"/>
                </a:lnTo>
                <a:lnTo>
                  <a:pt x="1524" y="30353"/>
                </a:lnTo>
                <a:lnTo>
                  <a:pt x="1524" y="36195"/>
                </a:lnTo>
                <a:lnTo>
                  <a:pt x="1803" y="37719"/>
                </a:lnTo>
                <a:lnTo>
                  <a:pt x="1930" y="38354"/>
                </a:lnTo>
                <a:lnTo>
                  <a:pt x="2032" y="38862"/>
                </a:lnTo>
                <a:lnTo>
                  <a:pt x="2921" y="40386"/>
                </a:lnTo>
                <a:lnTo>
                  <a:pt x="2819" y="38925"/>
                </a:lnTo>
                <a:lnTo>
                  <a:pt x="2921" y="39624"/>
                </a:lnTo>
                <a:lnTo>
                  <a:pt x="2984" y="41148"/>
                </a:lnTo>
                <a:lnTo>
                  <a:pt x="3302" y="44831"/>
                </a:lnTo>
                <a:lnTo>
                  <a:pt x="7239" y="48260"/>
                </a:lnTo>
                <a:lnTo>
                  <a:pt x="16510" y="48260"/>
                </a:lnTo>
                <a:lnTo>
                  <a:pt x="20447" y="44831"/>
                </a:lnTo>
                <a:lnTo>
                  <a:pt x="20701" y="42291"/>
                </a:lnTo>
                <a:lnTo>
                  <a:pt x="20828" y="41148"/>
                </a:lnTo>
                <a:lnTo>
                  <a:pt x="21336" y="40513"/>
                </a:lnTo>
                <a:lnTo>
                  <a:pt x="22352" y="38862"/>
                </a:lnTo>
                <a:lnTo>
                  <a:pt x="22415" y="38608"/>
                </a:lnTo>
                <a:lnTo>
                  <a:pt x="22491" y="38354"/>
                </a:lnTo>
                <a:lnTo>
                  <a:pt x="22606" y="37973"/>
                </a:lnTo>
                <a:lnTo>
                  <a:pt x="22987" y="36195"/>
                </a:lnTo>
                <a:lnTo>
                  <a:pt x="23114" y="35179"/>
                </a:lnTo>
                <a:lnTo>
                  <a:pt x="23126" y="31242"/>
                </a:lnTo>
                <a:lnTo>
                  <a:pt x="23050" y="30861"/>
                </a:lnTo>
                <a:lnTo>
                  <a:pt x="22885" y="30099"/>
                </a:lnTo>
                <a:lnTo>
                  <a:pt x="22758" y="29629"/>
                </a:lnTo>
                <a:lnTo>
                  <a:pt x="22783" y="28702"/>
                </a:lnTo>
                <a:lnTo>
                  <a:pt x="22834" y="27762"/>
                </a:lnTo>
                <a:lnTo>
                  <a:pt x="22961" y="30099"/>
                </a:lnTo>
                <a:lnTo>
                  <a:pt x="23012" y="30353"/>
                </a:lnTo>
                <a:lnTo>
                  <a:pt x="23114" y="30861"/>
                </a:lnTo>
                <a:lnTo>
                  <a:pt x="23241" y="31750"/>
                </a:lnTo>
                <a:lnTo>
                  <a:pt x="23545" y="31242"/>
                </a:lnTo>
                <a:lnTo>
                  <a:pt x="24828" y="28321"/>
                </a:lnTo>
                <a:lnTo>
                  <a:pt x="24942" y="28067"/>
                </a:lnTo>
                <a:lnTo>
                  <a:pt x="24968" y="27762"/>
                </a:lnTo>
                <a:lnTo>
                  <a:pt x="25146" y="27178"/>
                </a:lnTo>
                <a:lnTo>
                  <a:pt x="25349" y="26035"/>
                </a:lnTo>
                <a:lnTo>
                  <a:pt x="25400" y="25781"/>
                </a:lnTo>
                <a:lnTo>
                  <a:pt x="25527" y="25146"/>
                </a:lnTo>
                <a:lnTo>
                  <a:pt x="25590" y="24384"/>
                </a:lnTo>
                <a:close/>
              </a:path>
              <a:path w="26670" h="48260">
                <a:moveTo>
                  <a:pt x="25654" y="23749"/>
                </a:moveTo>
                <a:lnTo>
                  <a:pt x="22606" y="23749"/>
                </a:lnTo>
                <a:lnTo>
                  <a:pt x="22606" y="24130"/>
                </a:lnTo>
                <a:lnTo>
                  <a:pt x="25615" y="24130"/>
                </a:lnTo>
                <a:lnTo>
                  <a:pt x="25654" y="23749"/>
                </a:lnTo>
                <a:close/>
              </a:path>
              <a:path w="26670" h="48260">
                <a:moveTo>
                  <a:pt x="26441" y="13843"/>
                </a:moveTo>
                <a:lnTo>
                  <a:pt x="26416" y="13462"/>
                </a:lnTo>
                <a:lnTo>
                  <a:pt x="25844" y="11684"/>
                </a:lnTo>
                <a:lnTo>
                  <a:pt x="25654" y="11049"/>
                </a:lnTo>
                <a:lnTo>
                  <a:pt x="24892" y="10160"/>
                </a:lnTo>
                <a:lnTo>
                  <a:pt x="25019" y="8763"/>
                </a:lnTo>
                <a:lnTo>
                  <a:pt x="24130" y="7493"/>
                </a:lnTo>
                <a:lnTo>
                  <a:pt x="24130" y="11684"/>
                </a:lnTo>
                <a:lnTo>
                  <a:pt x="24130" y="13843"/>
                </a:lnTo>
                <a:lnTo>
                  <a:pt x="24003" y="13843"/>
                </a:lnTo>
                <a:lnTo>
                  <a:pt x="24130" y="11684"/>
                </a:lnTo>
                <a:lnTo>
                  <a:pt x="24130" y="7493"/>
                </a:lnTo>
                <a:lnTo>
                  <a:pt x="23876" y="6985"/>
                </a:lnTo>
                <a:lnTo>
                  <a:pt x="23749" y="11684"/>
                </a:lnTo>
                <a:lnTo>
                  <a:pt x="23558" y="11049"/>
                </a:lnTo>
                <a:lnTo>
                  <a:pt x="23749" y="11049"/>
                </a:lnTo>
                <a:lnTo>
                  <a:pt x="23749" y="6731"/>
                </a:lnTo>
                <a:lnTo>
                  <a:pt x="22606" y="4953"/>
                </a:lnTo>
                <a:lnTo>
                  <a:pt x="22606" y="23241"/>
                </a:lnTo>
                <a:lnTo>
                  <a:pt x="25692" y="23241"/>
                </a:lnTo>
                <a:lnTo>
                  <a:pt x="25781" y="22225"/>
                </a:lnTo>
                <a:lnTo>
                  <a:pt x="25882" y="21336"/>
                </a:lnTo>
                <a:lnTo>
                  <a:pt x="26162" y="19558"/>
                </a:lnTo>
                <a:lnTo>
                  <a:pt x="26301" y="17780"/>
                </a:lnTo>
                <a:lnTo>
                  <a:pt x="26403" y="16637"/>
                </a:lnTo>
                <a:lnTo>
                  <a:pt x="26441" y="138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944746" y="3331971"/>
            <a:ext cx="33655" cy="29845"/>
          </a:xfrm>
          <a:custGeom>
            <a:avLst/>
            <a:gdLst/>
            <a:ahLst/>
            <a:cxnLst/>
            <a:rect l="l" t="t" r="r" b="b"/>
            <a:pathLst>
              <a:path w="33654" h="29845">
                <a:moveTo>
                  <a:pt x="1147" y="19059"/>
                </a:moveTo>
                <a:lnTo>
                  <a:pt x="1015" y="19303"/>
                </a:lnTo>
                <a:lnTo>
                  <a:pt x="1015" y="21843"/>
                </a:lnTo>
                <a:lnTo>
                  <a:pt x="6857" y="27685"/>
                </a:lnTo>
                <a:lnTo>
                  <a:pt x="9016" y="27685"/>
                </a:lnTo>
                <a:lnTo>
                  <a:pt x="9778" y="27812"/>
                </a:lnTo>
                <a:lnTo>
                  <a:pt x="10413" y="28447"/>
                </a:lnTo>
                <a:lnTo>
                  <a:pt x="14858" y="29844"/>
                </a:lnTo>
                <a:lnTo>
                  <a:pt x="19050" y="28955"/>
                </a:lnTo>
                <a:lnTo>
                  <a:pt x="19558" y="28955"/>
                </a:lnTo>
                <a:lnTo>
                  <a:pt x="21081" y="28447"/>
                </a:lnTo>
                <a:lnTo>
                  <a:pt x="21843" y="28447"/>
                </a:lnTo>
                <a:lnTo>
                  <a:pt x="22860" y="28193"/>
                </a:lnTo>
                <a:lnTo>
                  <a:pt x="23622" y="27812"/>
                </a:lnTo>
                <a:lnTo>
                  <a:pt x="25653" y="26923"/>
                </a:lnTo>
                <a:lnTo>
                  <a:pt x="24320" y="26923"/>
                </a:lnTo>
                <a:lnTo>
                  <a:pt x="26098" y="26415"/>
                </a:lnTo>
                <a:lnTo>
                  <a:pt x="26542" y="26415"/>
                </a:lnTo>
                <a:lnTo>
                  <a:pt x="26542" y="24637"/>
                </a:lnTo>
                <a:lnTo>
                  <a:pt x="6730" y="24637"/>
                </a:lnTo>
                <a:lnTo>
                  <a:pt x="6730" y="21208"/>
                </a:lnTo>
                <a:lnTo>
                  <a:pt x="2158" y="21208"/>
                </a:lnTo>
                <a:lnTo>
                  <a:pt x="2158" y="20573"/>
                </a:lnTo>
                <a:lnTo>
                  <a:pt x="1904" y="20573"/>
                </a:lnTo>
                <a:lnTo>
                  <a:pt x="1269" y="19303"/>
                </a:lnTo>
                <a:lnTo>
                  <a:pt x="1147" y="19059"/>
                </a:lnTo>
                <a:close/>
              </a:path>
              <a:path w="33654" h="29845">
                <a:moveTo>
                  <a:pt x="26416" y="26923"/>
                </a:moveTo>
                <a:lnTo>
                  <a:pt x="25733" y="26923"/>
                </a:lnTo>
                <a:lnTo>
                  <a:pt x="23622" y="27812"/>
                </a:lnTo>
                <a:lnTo>
                  <a:pt x="24129" y="27685"/>
                </a:lnTo>
                <a:lnTo>
                  <a:pt x="26416" y="26923"/>
                </a:lnTo>
                <a:close/>
              </a:path>
              <a:path w="33654" h="29845">
                <a:moveTo>
                  <a:pt x="26669" y="4952"/>
                </a:moveTo>
                <a:lnTo>
                  <a:pt x="26691" y="6984"/>
                </a:lnTo>
                <a:lnTo>
                  <a:pt x="26542" y="6984"/>
                </a:lnTo>
                <a:lnTo>
                  <a:pt x="26543" y="26415"/>
                </a:lnTo>
                <a:lnTo>
                  <a:pt x="26098" y="26415"/>
                </a:lnTo>
                <a:lnTo>
                  <a:pt x="24320" y="26923"/>
                </a:lnTo>
                <a:lnTo>
                  <a:pt x="27036" y="26923"/>
                </a:lnTo>
                <a:lnTo>
                  <a:pt x="26909" y="19059"/>
                </a:lnTo>
                <a:lnTo>
                  <a:pt x="26797" y="7238"/>
                </a:lnTo>
                <a:lnTo>
                  <a:pt x="27050" y="7238"/>
                </a:lnTo>
                <a:lnTo>
                  <a:pt x="27050" y="5460"/>
                </a:lnTo>
                <a:lnTo>
                  <a:pt x="27431" y="5460"/>
                </a:lnTo>
                <a:lnTo>
                  <a:pt x="26669" y="4952"/>
                </a:lnTo>
                <a:close/>
              </a:path>
              <a:path w="33654" h="29845">
                <a:moveTo>
                  <a:pt x="27508" y="5460"/>
                </a:moveTo>
                <a:lnTo>
                  <a:pt x="27050" y="5460"/>
                </a:lnTo>
                <a:lnTo>
                  <a:pt x="27050" y="26923"/>
                </a:lnTo>
                <a:lnTo>
                  <a:pt x="26035" y="26923"/>
                </a:lnTo>
                <a:lnTo>
                  <a:pt x="28320" y="26415"/>
                </a:lnTo>
                <a:lnTo>
                  <a:pt x="31495" y="23113"/>
                </a:lnTo>
                <a:lnTo>
                  <a:pt x="31623" y="22097"/>
                </a:lnTo>
                <a:lnTo>
                  <a:pt x="32130" y="21716"/>
                </a:lnTo>
                <a:lnTo>
                  <a:pt x="32981" y="19938"/>
                </a:lnTo>
                <a:lnTo>
                  <a:pt x="33042" y="19811"/>
                </a:lnTo>
                <a:lnTo>
                  <a:pt x="33163" y="19557"/>
                </a:lnTo>
                <a:lnTo>
                  <a:pt x="33285" y="19303"/>
                </a:lnTo>
                <a:lnTo>
                  <a:pt x="33401" y="19059"/>
                </a:lnTo>
                <a:lnTo>
                  <a:pt x="33527" y="12445"/>
                </a:lnTo>
                <a:lnTo>
                  <a:pt x="32130" y="9651"/>
                </a:lnTo>
                <a:lnTo>
                  <a:pt x="28193" y="5841"/>
                </a:lnTo>
                <a:lnTo>
                  <a:pt x="27508" y="5460"/>
                </a:lnTo>
                <a:close/>
              </a:path>
              <a:path w="33654" h="29845">
                <a:moveTo>
                  <a:pt x="19430" y="0"/>
                </a:moveTo>
                <a:lnTo>
                  <a:pt x="6730" y="0"/>
                </a:lnTo>
                <a:lnTo>
                  <a:pt x="6730" y="24637"/>
                </a:lnTo>
                <a:lnTo>
                  <a:pt x="26530" y="24637"/>
                </a:lnTo>
                <a:lnTo>
                  <a:pt x="26413" y="9367"/>
                </a:lnTo>
                <a:lnTo>
                  <a:pt x="25907" y="8508"/>
                </a:lnTo>
                <a:lnTo>
                  <a:pt x="25844" y="6984"/>
                </a:lnTo>
                <a:lnTo>
                  <a:pt x="25273" y="6984"/>
                </a:lnTo>
                <a:lnTo>
                  <a:pt x="25273" y="6713"/>
                </a:lnTo>
                <a:lnTo>
                  <a:pt x="25111" y="6713"/>
                </a:lnTo>
                <a:lnTo>
                  <a:pt x="24384" y="6350"/>
                </a:lnTo>
                <a:lnTo>
                  <a:pt x="18923" y="6350"/>
                </a:lnTo>
                <a:lnTo>
                  <a:pt x="18923" y="6222"/>
                </a:lnTo>
                <a:lnTo>
                  <a:pt x="18414" y="5841"/>
                </a:lnTo>
                <a:lnTo>
                  <a:pt x="16637" y="4063"/>
                </a:lnTo>
                <a:lnTo>
                  <a:pt x="18923" y="4063"/>
                </a:lnTo>
                <a:lnTo>
                  <a:pt x="18923" y="3555"/>
                </a:lnTo>
                <a:lnTo>
                  <a:pt x="19308" y="3555"/>
                </a:lnTo>
                <a:lnTo>
                  <a:pt x="19430" y="0"/>
                </a:lnTo>
                <a:close/>
              </a:path>
              <a:path w="33654" h="29845">
                <a:moveTo>
                  <a:pt x="2158" y="3682"/>
                </a:moveTo>
                <a:lnTo>
                  <a:pt x="380" y="5460"/>
                </a:lnTo>
                <a:lnTo>
                  <a:pt x="125" y="5841"/>
                </a:lnTo>
                <a:lnTo>
                  <a:pt x="0" y="20573"/>
                </a:lnTo>
                <a:lnTo>
                  <a:pt x="1142" y="21716"/>
                </a:lnTo>
                <a:lnTo>
                  <a:pt x="1015" y="12064"/>
                </a:lnTo>
                <a:lnTo>
                  <a:pt x="1884" y="10001"/>
                </a:lnTo>
                <a:lnTo>
                  <a:pt x="2158" y="9651"/>
                </a:lnTo>
                <a:lnTo>
                  <a:pt x="2158" y="3682"/>
                </a:lnTo>
                <a:close/>
              </a:path>
              <a:path w="33654" h="29845">
                <a:moveTo>
                  <a:pt x="6730" y="0"/>
                </a:moveTo>
                <a:lnTo>
                  <a:pt x="5841" y="0"/>
                </a:lnTo>
                <a:lnTo>
                  <a:pt x="2158" y="3682"/>
                </a:lnTo>
                <a:lnTo>
                  <a:pt x="2158" y="21208"/>
                </a:lnTo>
                <a:lnTo>
                  <a:pt x="6730" y="21208"/>
                </a:lnTo>
                <a:lnTo>
                  <a:pt x="6730" y="0"/>
                </a:lnTo>
                <a:close/>
              </a:path>
              <a:path w="33654" h="29845">
                <a:moveTo>
                  <a:pt x="2158" y="9651"/>
                </a:moveTo>
                <a:lnTo>
                  <a:pt x="1865" y="10001"/>
                </a:lnTo>
                <a:lnTo>
                  <a:pt x="1015" y="12064"/>
                </a:lnTo>
                <a:lnTo>
                  <a:pt x="1087" y="15875"/>
                </a:lnTo>
                <a:lnTo>
                  <a:pt x="1198" y="19059"/>
                </a:lnTo>
                <a:lnTo>
                  <a:pt x="1904" y="20573"/>
                </a:lnTo>
                <a:lnTo>
                  <a:pt x="2158" y="20573"/>
                </a:lnTo>
                <a:lnTo>
                  <a:pt x="2158" y="9651"/>
                </a:lnTo>
                <a:close/>
              </a:path>
              <a:path w="33654" h="29845">
                <a:moveTo>
                  <a:pt x="27050" y="7238"/>
                </a:moveTo>
                <a:lnTo>
                  <a:pt x="26797" y="7238"/>
                </a:lnTo>
                <a:lnTo>
                  <a:pt x="26877" y="9367"/>
                </a:lnTo>
                <a:lnTo>
                  <a:pt x="26979" y="12064"/>
                </a:lnTo>
                <a:lnTo>
                  <a:pt x="27050" y="7238"/>
                </a:lnTo>
                <a:close/>
              </a:path>
              <a:path w="33654" h="29845">
                <a:moveTo>
                  <a:pt x="26610" y="5841"/>
                </a:moveTo>
                <a:lnTo>
                  <a:pt x="25812" y="5841"/>
                </a:lnTo>
                <a:lnTo>
                  <a:pt x="25907" y="6222"/>
                </a:lnTo>
                <a:lnTo>
                  <a:pt x="26023" y="8508"/>
                </a:lnTo>
                <a:lnTo>
                  <a:pt x="26542" y="9651"/>
                </a:lnTo>
                <a:lnTo>
                  <a:pt x="26610" y="5841"/>
                </a:lnTo>
                <a:close/>
              </a:path>
              <a:path w="33654" h="29845">
                <a:moveTo>
                  <a:pt x="25653" y="4698"/>
                </a:moveTo>
                <a:lnTo>
                  <a:pt x="25653" y="5460"/>
                </a:lnTo>
                <a:lnTo>
                  <a:pt x="25273" y="5460"/>
                </a:lnTo>
                <a:lnTo>
                  <a:pt x="25273" y="6984"/>
                </a:lnTo>
                <a:lnTo>
                  <a:pt x="25844" y="6984"/>
                </a:lnTo>
                <a:lnTo>
                  <a:pt x="25787" y="5841"/>
                </a:lnTo>
                <a:lnTo>
                  <a:pt x="26610" y="5841"/>
                </a:lnTo>
                <a:lnTo>
                  <a:pt x="26669" y="4952"/>
                </a:lnTo>
                <a:lnTo>
                  <a:pt x="25653" y="4698"/>
                </a:lnTo>
                <a:close/>
              </a:path>
              <a:path w="33654" h="29845">
                <a:moveTo>
                  <a:pt x="24891" y="5460"/>
                </a:moveTo>
                <a:lnTo>
                  <a:pt x="22605" y="5460"/>
                </a:lnTo>
                <a:lnTo>
                  <a:pt x="25111" y="6713"/>
                </a:lnTo>
                <a:lnTo>
                  <a:pt x="24891" y="6713"/>
                </a:lnTo>
                <a:lnTo>
                  <a:pt x="24891" y="5460"/>
                </a:lnTo>
                <a:close/>
              </a:path>
              <a:path w="33654" h="29845">
                <a:moveTo>
                  <a:pt x="25273" y="5460"/>
                </a:moveTo>
                <a:lnTo>
                  <a:pt x="24891" y="5460"/>
                </a:lnTo>
                <a:lnTo>
                  <a:pt x="24891" y="6713"/>
                </a:lnTo>
                <a:lnTo>
                  <a:pt x="25273" y="6713"/>
                </a:lnTo>
                <a:lnTo>
                  <a:pt x="25273" y="5460"/>
                </a:lnTo>
                <a:close/>
              </a:path>
              <a:path w="33654" h="29845">
                <a:moveTo>
                  <a:pt x="18923" y="3555"/>
                </a:moveTo>
                <a:lnTo>
                  <a:pt x="18923" y="6350"/>
                </a:lnTo>
                <a:lnTo>
                  <a:pt x="24384" y="6350"/>
                </a:lnTo>
                <a:lnTo>
                  <a:pt x="22605" y="5460"/>
                </a:lnTo>
                <a:lnTo>
                  <a:pt x="25003" y="5460"/>
                </a:lnTo>
                <a:lnTo>
                  <a:pt x="24558" y="4952"/>
                </a:lnTo>
                <a:lnTo>
                  <a:pt x="23622" y="4952"/>
                </a:lnTo>
                <a:lnTo>
                  <a:pt x="23113" y="4444"/>
                </a:lnTo>
                <a:lnTo>
                  <a:pt x="24002" y="4444"/>
                </a:lnTo>
                <a:lnTo>
                  <a:pt x="24002" y="4317"/>
                </a:lnTo>
                <a:lnTo>
                  <a:pt x="24761" y="4317"/>
                </a:lnTo>
                <a:lnTo>
                  <a:pt x="24106" y="3682"/>
                </a:lnTo>
                <a:lnTo>
                  <a:pt x="19176" y="3682"/>
                </a:lnTo>
                <a:lnTo>
                  <a:pt x="18923" y="3555"/>
                </a:lnTo>
                <a:close/>
              </a:path>
              <a:path w="33654" h="29845">
                <a:moveTo>
                  <a:pt x="18923" y="4063"/>
                </a:moveTo>
                <a:lnTo>
                  <a:pt x="16637" y="4063"/>
                </a:lnTo>
                <a:lnTo>
                  <a:pt x="18796" y="6222"/>
                </a:lnTo>
                <a:lnTo>
                  <a:pt x="18923" y="4063"/>
                </a:lnTo>
                <a:close/>
              </a:path>
              <a:path w="33654" h="29845">
                <a:moveTo>
                  <a:pt x="24761" y="4317"/>
                </a:moveTo>
                <a:lnTo>
                  <a:pt x="24002" y="4317"/>
                </a:lnTo>
                <a:lnTo>
                  <a:pt x="25145" y="5460"/>
                </a:lnTo>
                <a:lnTo>
                  <a:pt x="25907" y="5460"/>
                </a:lnTo>
                <a:lnTo>
                  <a:pt x="24761" y="4317"/>
                </a:lnTo>
                <a:close/>
              </a:path>
              <a:path w="33654" h="29845">
                <a:moveTo>
                  <a:pt x="24891" y="4444"/>
                </a:moveTo>
                <a:lnTo>
                  <a:pt x="25907" y="5460"/>
                </a:lnTo>
                <a:lnTo>
                  <a:pt x="25653" y="5460"/>
                </a:lnTo>
                <a:lnTo>
                  <a:pt x="25653" y="4698"/>
                </a:lnTo>
                <a:lnTo>
                  <a:pt x="24891" y="4444"/>
                </a:lnTo>
                <a:close/>
              </a:path>
              <a:path w="33654" h="29845">
                <a:moveTo>
                  <a:pt x="23113" y="4444"/>
                </a:moveTo>
                <a:lnTo>
                  <a:pt x="23622" y="4952"/>
                </a:lnTo>
                <a:lnTo>
                  <a:pt x="24299" y="4952"/>
                </a:lnTo>
                <a:lnTo>
                  <a:pt x="23113" y="4444"/>
                </a:lnTo>
                <a:close/>
              </a:path>
              <a:path w="33654" h="29845">
                <a:moveTo>
                  <a:pt x="24002" y="4444"/>
                </a:moveTo>
                <a:lnTo>
                  <a:pt x="23113" y="4444"/>
                </a:lnTo>
                <a:lnTo>
                  <a:pt x="23622" y="4698"/>
                </a:lnTo>
                <a:lnTo>
                  <a:pt x="24383" y="4952"/>
                </a:lnTo>
                <a:lnTo>
                  <a:pt x="24002" y="4952"/>
                </a:lnTo>
                <a:lnTo>
                  <a:pt x="24002" y="4444"/>
                </a:lnTo>
                <a:close/>
              </a:path>
              <a:path w="33654" h="29845">
                <a:moveTo>
                  <a:pt x="24114" y="4444"/>
                </a:moveTo>
                <a:lnTo>
                  <a:pt x="24002" y="4952"/>
                </a:lnTo>
                <a:lnTo>
                  <a:pt x="24558" y="4952"/>
                </a:lnTo>
                <a:lnTo>
                  <a:pt x="24114" y="4444"/>
                </a:lnTo>
                <a:close/>
              </a:path>
              <a:path w="33654" h="29845">
                <a:moveTo>
                  <a:pt x="20192" y="0"/>
                </a:moveTo>
                <a:lnTo>
                  <a:pt x="19430" y="0"/>
                </a:lnTo>
                <a:lnTo>
                  <a:pt x="19430" y="3682"/>
                </a:lnTo>
                <a:lnTo>
                  <a:pt x="24106" y="3682"/>
                </a:lnTo>
                <a:lnTo>
                  <a:pt x="20700" y="380"/>
                </a:lnTo>
                <a:lnTo>
                  <a:pt x="201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948429" y="3564763"/>
            <a:ext cx="30480" cy="35560"/>
          </a:xfrm>
          <a:custGeom>
            <a:avLst/>
            <a:gdLst/>
            <a:ahLst/>
            <a:cxnLst/>
            <a:rect l="l" t="t" r="r" b="b"/>
            <a:pathLst>
              <a:path w="30479" h="35560">
                <a:moveTo>
                  <a:pt x="20828" y="0"/>
                </a:moveTo>
                <a:lnTo>
                  <a:pt x="6731" y="0"/>
                </a:lnTo>
                <a:lnTo>
                  <a:pt x="4953" y="1650"/>
                </a:lnTo>
                <a:lnTo>
                  <a:pt x="5007" y="29085"/>
                </a:lnTo>
                <a:lnTo>
                  <a:pt x="5704" y="29844"/>
                </a:lnTo>
                <a:lnTo>
                  <a:pt x="6223" y="29844"/>
                </a:lnTo>
                <a:lnTo>
                  <a:pt x="7493" y="30734"/>
                </a:lnTo>
                <a:lnTo>
                  <a:pt x="8636" y="32766"/>
                </a:lnTo>
                <a:lnTo>
                  <a:pt x="14732" y="35051"/>
                </a:lnTo>
                <a:lnTo>
                  <a:pt x="20320" y="33274"/>
                </a:lnTo>
                <a:lnTo>
                  <a:pt x="25781" y="31368"/>
                </a:lnTo>
                <a:lnTo>
                  <a:pt x="28173" y="27559"/>
                </a:lnTo>
                <a:lnTo>
                  <a:pt x="25019" y="27559"/>
                </a:lnTo>
                <a:lnTo>
                  <a:pt x="25145" y="27369"/>
                </a:lnTo>
                <a:lnTo>
                  <a:pt x="25271" y="4191"/>
                </a:lnTo>
                <a:lnTo>
                  <a:pt x="25273" y="3937"/>
                </a:lnTo>
                <a:lnTo>
                  <a:pt x="20828" y="0"/>
                </a:lnTo>
                <a:close/>
              </a:path>
              <a:path w="30479" h="35560">
                <a:moveTo>
                  <a:pt x="635" y="7619"/>
                </a:moveTo>
                <a:lnTo>
                  <a:pt x="455" y="9144"/>
                </a:lnTo>
                <a:lnTo>
                  <a:pt x="336" y="10160"/>
                </a:lnTo>
                <a:lnTo>
                  <a:pt x="216" y="11175"/>
                </a:lnTo>
                <a:lnTo>
                  <a:pt x="127" y="11937"/>
                </a:lnTo>
                <a:lnTo>
                  <a:pt x="42" y="12445"/>
                </a:lnTo>
                <a:lnTo>
                  <a:pt x="0" y="20066"/>
                </a:lnTo>
                <a:lnTo>
                  <a:pt x="889" y="21717"/>
                </a:lnTo>
                <a:lnTo>
                  <a:pt x="1138" y="23877"/>
                </a:lnTo>
                <a:lnTo>
                  <a:pt x="1182" y="24256"/>
                </a:lnTo>
                <a:lnTo>
                  <a:pt x="1270" y="25018"/>
                </a:lnTo>
                <a:lnTo>
                  <a:pt x="5007" y="29085"/>
                </a:lnTo>
                <a:lnTo>
                  <a:pt x="4344" y="27559"/>
                </a:lnTo>
                <a:lnTo>
                  <a:pt x="3683" y="25907"/>
                </a:lnTo>
                <a:lnTo>
                  <a:pt x="4921" y="25907"/>
                </a:lnTo>
                <a:lnTo>
                  <a:pt x="4926" y="22098"/>
                </a:lnTo>
                <a:lnTo>
                  <a:pt x="2159" y="22098"/>
                </a:lnTo>
                <a:lnTo>
                  <a:pt x="2159" y="19938"/>
                </a:lnTo>
                <a:lnTo>
                  <a:pt x="635" y="19938"/>
                </a:lnTo>
                <a:lnTo>
                  <a:pt x="635" y="7619"/>
                </a:lnTo>
                <a:close/>
              </a:path>
              <a:path w="30479" h="35560">
                <a:moveTo>
                  <a:pt x="4921" y="25907"/>
                </a:moveTo>
                <a:lnTo>
                  <a:pt x="3683" y="25907"/>
                </a:lnTo>
                <a:lnTo>
                  <a:pt x="4956" y="29085"/>
                </a:lnTo>
                <a:lnTo>
                  <a:pt x="4921" y="25907"/>
                </a:lnTo>
                <a:close/>
              </a:path>
              <a:path w="30479" h="35560">
                <a:moveTo>
                  <a:pt x="25273" y="3937"/>
                </a:moveTo>
                <a:lnTo>
                  <a:pt x="25273" y="27369"/>
                </a:lnTo>
                <a:lnTo>
                  <a:pt x="25113" y="27369"/>
                </a:lnTo>
                <a:lnTo>
                  <a:pt x="25019" y="27559"/>
                </a:lnTo>
                <a:lnTo>
                  <a:pt x="28173" y="27559"/>
                </a:lnTo>
                <a:lnTo>
                  <a:pt x="29210" y="25907"/>
                </a:lnTo>
                <a:lnTo>
                  <a:pt x="29091" y="25018"/>
                </a:lnTo>
                <a:lnTo>
                  <a:pt x="29023" y="24511"/>
                </a:lnTo>
                <a:lnTo>
                  <a:pt x="26860" y="24511"/>
                </a:lnTo>
                <a:lnTo>
                  <a:pt x="26924" y="23877"/>
                </a:lnTo>
                <a:lnTo>
                  <a:pt x="27178" y="23877"/>
                </a:lnTo>
                <a:lnTo>
                  <a:pt x="27178" y="9144"/>
                </a:lnTo>
                <a:lnTo>
                  <a:pt x="27017" y="7619"/>
                </a:lnTo>
                <a:lnTo>
                  <a:pt x="26924" y="6731"/>
                </a:lnTo>
                <a:lnTo>
                  <a:pt x="26797" y="5334"/>
                </a:lnTo>
                <a:lnTo>
                  <a:pt x="26543" y="5080"/>
                </a:lnTo>
                <a:lnTo>
                  <a:pt x="25273" y="3937"/>
                </a:lnTo>
                <a:close/>
              </a:path>
              <a:path w="30479" h="35560">
                <a:moveTo>
                  <a:pt x="27305" y="9398"/>
                </a:moveTo>
                <a:lnTo>
                  <a:pt x="27305" y="24511"/>
                </a:lnTo>
                <a:lnTo>
                  <a:pt x="29023" y="24511"/>
                </a:lnTo>
                <a:lnTo>
                  <a:pt x="28702" y="22098"/>
                </a:lnTo>
                <a:lnTo>
                  <a:pt x="29726" y="19304"/>
                </a:lnTo>
                <a:lnTo>
                  <a:pt x="27686" y="19304"/>
                </a:lnTo>
                <a:lnTo>
                  <a:pt x="27559" y="9906"/>
                </a:lnTo>
                <a:lnTo>
                  <a:pt x="27305" y="9398"/>
                </a:lnTo>
                <a:close/>
              </a:path>
              <a:path w="30479" h="35560">
                <a:moveTo>
                  <a:pt x="27304" y="23877"/>
                </a:moveTo>
                <a:lnTo>
                  <a:pt x="26966" y="23877"/>
                </a:lnTo>
                <a:lnTo>
                  <a:pt x="27093" y="24256"/>
                </a:lnTo>
                <a:lnTo>
                  <a:pt x="27304" y="23877"/>
                </a:lnTo>
                <a:close/>
              </a:path>
              <a:path w="30479" h="35560">
                <a:moveTo>
                  <a:pt x="4953" y="1650"/>
                </a:moveTo>
                <a:lnTo>
                  <a:pt x="2159" y="4191"/>
                </a:lnTo>
                <a:lnTo>
                  <a:pt x="2159" y="22098"/>
                </a:lnTo>
                <a:lnTo>
                  <a:pt x="4926" y="22098"/>
                </a:lnTo>
                <a:lnTo>
                  <a:pt x="4953" y="1650"/>
                </a:lnTo>
                <a:close/>
              </a:path>
              <a:path w="30479" h="35560">
                <a:moveTo>
                  <a:pt x="2159" y="4191"/>
                </a:moveTo>
                <a:lnTo>
                  <a:pt x="889" y="5334"/>
                </a:lnTo>
                <a:lnTo>
                  <a:pt x="733" y="6731"/>
                </a:lnTo>
                <a:lnTo>
                  <a:pt x="635" y="19938"/>
                </a:lnTo>
                <a:lnTo>
                  <a:pt x="2159" y="19938"/>
                </a:lnTo>
                <a:lnTo>
                  <a:pt x="2159" y="4191"/>
                </a:lnTo>
                <a:close/>
              </a:path>
              <a:path w="30479" h="35560">
                <a:moveTo>
                  <a:pt x="27815" y="10544"/>
                </a:moveTo>
                <a:lnTo>
                  <a:pt x="27686" y="10544"/>
                </a:lnTo>
                <a:lnTo>
                  <a:pt x="27686" y="19304"/>
                </a:lnTo>
                <a:lnTo>
                  <a:pt x="29726" y="19304"/>
                </a:lnTo>
                <a:lnTo>
                  <a:pt x="30099" y="18287"/>
                </a:lnTo>
                <a:lnTo>
                  <a:pt x="29708" y="17272"/>
                </a:lnTo>
                <a:lnTo>
                  <a:pt x="28067" y="17272"/>
                </a:lnTo>
                <a:lnTo>
                  <a:pt x="28194" y="11175"/>
                </a:lnTo>
                <a:lnTo>
                  <a:pt x="27815" y="10544"/>
                </a:lnTo>
                <a:close/>
              </a:path>
              <a:path w="30479" h="35560">
                <a:moveTo>
                  <a:pt x="28194" y="11175"/>
                </a:moveTo>
                <a:lnTo>
                  <a:pt x="28067" y="17272"/>
                </a:lnTo>
                <a:lnTo>
                  <a:pt x="29708" y="17272"/>
                </a:lnTo>
                <a:lnTo>
                  <a:pt x="29464" y="16637"/>
                </a:lnTo>
                <a:lnTo>
                  <a:pt x="29972" y="14859"/>
                </a:lnTo>
                <a:lnTo>
                  <a:pt x="28194" y="11175"/>
                </a:lnTo>
                <a:close/>
              </a:path>
              <a:path w="30479" h="35560">
                <a:moveTo>
                  <a:pt x="27767" y="10160"/>
                </a:moveTo>
                <a:lnTo>
                  <a:pt x="27584" y="10160"/>
                </a:lnTo>
                <a:lnTo>
                  <a:pt x="27815" y="10544"/>
                </a:lnTo>
                <a:lnTo>
                  <a:pt x="27582" y="10544"/>
                </a:lnTo>
                <a:lnTo>
                  <a:pt x="27767" y="10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646039" y="3919473"/>
            <a:ext cx="23495" cy="26034"/>
          </a:xfrm>
          <a:custGeom>
            <a:avLst/>
            <a:gdLst/>
            <a:ahLst/>
            <a:cxnLst/>
            <a:rect l="l" t="t" r="r" b="b"/>
            <a:pathLst>
              <a:path w="23495" h="26035">
                <a:moveTo>
                  <a:pt x="127" y="10668"/>
                </a:moveTo>
                <a:lnTo>
                  <a:pt x="0" y="11811"/>
                </a:lnTo>
                <a:lnTo>
                  <a:pt x="127" y="11176"/>
                </a:lnTo>
                <a:lnTo>
                  <a:pt x="127" y="10668"/>
                </a:lnTo>
                <a:close/>
              </a:path>
              <a:path w="23495" h="26035">
                <a:moveTo>
                  <a:pt x="23241" y="12319"/>
                </a:moveTo>
                <a:lnTo>
                  <a:pt x="22987" y="11811"/>
                </a:lnTo>
                <a:lnTo>
                  <a:pt x="22860" y="10414"/>
                </a:lnTo>
                <a:lnTo>
                  <a:pt x="22987" y="11303"/>
                </a:lnTo>
                <a:lnTo>
                  <a:pt x="23050" y="11811"/>
                </a:lnTo>
                <a:lnTo>
                  <a:pt x="23152" y="10414"/>
                </a:lnTo>
                <a:lnTo>
                  <a:pt x="23228" y="7696"/>
                </a:lnTo>
                <a:lnTo>
                  <a:pt x="20701" y="3683"/>
                </a:lnTo>
                <a:lnTo>
                  <a:pt x="13081" y="0"/>
                </a:lnTo>
                <a:lnTo>
                  <a:pt x="431" y="10414"/>
                </a:lnTo>
                <a:lnTo>
                  <a:pt x="254" y="10668"/>
                </a:lnTo>
                <a:lnTo>
                  <a:pt x="254" y="17018"/>
                </a:lnTo>
                <a:lnTo>
                  <a:pt x="1549" y="22352"/>
                </a:lnTo>
                <a:lnTo>
                  <a:pt x="1676" y="22352"/>
                </a:lnTo>
                <a:lnTo>
                  <a:pt x="6223" y="25908"/>
                </a:lnTo>
                <a:lnTo>
                  <a:pt x="17018" y="25908"/>
                </a:lnTo>
                <a:lnTo>
                  <a:pt x="21463" y="22352"/>
                </a:lnTo>
                <a:lnTo>
                  <a:pt x="22860" y="17018"/>
                </a:lnTo>
                <a:lnTo>
                  <a:pt x="23241" y="16510"/>
                </a:lnTo>
                <a:lnTo>
                  <a:pt x="23241" y="123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633847" y="3720083"/>
            <a:ext cx="22860" cy="26670"/>
          </a:xfrm>
          <a:custGeom>
            <a:avLst/>
            <a:gdLst/>
            <a:ahLst/>
            <a:cxnLst/>
            <a:rect l="l" t="t" r="r" b="b"/>
            <a:pathLst>
              <a:path w="22860" h="26670">
                <a:moveTo>
                  <a:pt x="18923" y="21844"/>
                </a:moveTo>
                <a:lnTo>
                  <a:pt x="18796" y="22098"/>
                </a:lnTo>
                <a:lnTo>
                  <a:pt x="18923" y="21971"/>
                </a:lnTo>
                <a:lnTo>
                  <a:pt x="18923" y="21844"/>
                </a:lnTo>
                <a:close/>
              </a:path>
              <a:path w="22860" h="26670">
                <a:moveTo>
                  <a:pt x="22860" y="12065"/>
                </a:moveTo>
                <a:lnTo>
                  <a:pt x="22783" y="11010"/>
                </a:lnTo>
                <a:lnTo>
                  <a:pt x="22733" y="10033"/>
                </a:lnTo>
                <a:lnTo>
                  <a:pt x="22606" y="4953"/>
                </a:lnTo>
                <a:lnTo>
                  <a:pt x="21717" y="4064"/>
                </a:lnTo>
                <a:lnTo>
                  <a:pt x="17653" y="0"/>
                </a:lnTo>
                <a:lnTo>
                  <a:pt x="10541" y="0"/>
                </a:lnTo>
                <a:lnTo>
                  <a:pt x="6985" y="0"/>
                </a:lnTo>
                <a:lnTo>
                  <a:pt x="5334" y="0"/>
                </a:lnTo>
                <a:lnTo>
                  <a:pt x="3048" y="2286"/>
                </a:lnTo>
                <a:lnTo>
                  <a:pt x="1524" y="3683"/>
                </a:lnTo>
                <a:lnTo>
                  <a:pt x="1524" y="11010"/>
                </a:lnTo>
                <a:lnTo>
                  <a:pt x="1524" y="13589"/>
                </a:lnTo>
                <a:lnTo>
                  <a:pt x="1524" y="17018"/>
                </a:lnTo>
                <a:lnTo>
                  <a:pt x="762" y="14097"/>
                </a:lnTo>
                <a:lnTo>
                  <a:pt x="762" y="13589"/>
                </a:lnTo>
                <a:lnTo>
                  <a:pt x="889" y="13589"/>
                </a:lnTo>
                <a:lnTo>
                  <a:pt x="914" y="14605"/>
                </a:lnTo>
                <a:lnTo>
                  <a:pt x="1397" y="16510"/>
                </a:lnTo>
                <a:lnTo>
                  <a:pt x="1524" y="13589"/>
                </a:lnTo>
                <a:lnTo>
                  <a:pt x="1524" y="11010"/>
                </a:lnTo>
                <a:lnTo>
                  <a:pt x="1511" y="4064"/>
                </a:lnTo>
                <a:lnTo>
                  <a:pt x="1358" y="4064"/>
                </a:lnTo>
                <a:lnTo>
                  <a:pt x="254" y="4953"/>
                </a:lnTo>
                <a:lnTo>
                  <a:pt x="127" y="10033"/>
                </a:lnTo>
                <a:lnTo>
                  <a:pt x="0" y="12065"/>
                </a:lnTo>
                <a:lnTo>
                  <a:pt x="228" y="13589"/>
                </a:lnTo>
                <a:lnTo>
                  <a:pt x="266" y="13843"/>
                </a:lnTo>
                <a:lnTo>
                  <a:pt x="381" y="14605"/>
                </a:lnTo>
                <a:lnTo>
                  <a:pt x="508" y="15494"/>
                </a:lnTo>
                <a:lnTo>
                  <a:pt x="635" y="15748"/>
                </a:lnTo>
                <a:lnTo>
                  <a:pt x="508" y="16510"/>
                </a:lnTo>
                <a:lnTo>
                  <a:pt x="381" y="18542"/>
                </a:lnTo>
                <a:lnTo>
                  <a:pt x="1181" y="20955"/>
                </a:lnTo>
                <a:lnTo>
                  <a:pt x="1270" y="21209"/>
                </a:lnTo>
                <a:lnTo>
                  <a:pt x="3556" y="23495"/>
                </a:lnTo>
                <a:lnTo>
                  <a:pt x="5308" y="25400"/>
                </a:lnTo>
                <a:lnTo>
                  <a:pt x="5664" y="25400"/>
                </a:lnTo>
                <a:lnTo>
                  <a:pt x="7747" y="26289"/>
                </a:lnTo>
                <a:lnTo>
                  <a:pt x="10541" y="26162"/>
                </a:lnTo>
                <a:lnTo>
                  <a:pt x="11938" y="26162"/>
                </a:lnTo>
                <a:lnTo>
                  <a:pt x="13081" y="26289"/>
                </a:lnTo>
                <a:lnTo>
                  <a:pt x="13208" y="26162"/>
                </a:lnTo>
                <a:lnTo>
                  <a:pt x="13589" y="25781"/>
                </a:lnTo>
                <a:lnTo>
                  <a:pt x="14351" y="25527"/>
                </a:lnTo>
                <a:lnTo>
                  <a:pt x="15240" y="25400"/>
                </a:lnTo>
                <a:lnTo>
                  <a:pt x="16027" y="25400"/>
                </a:lnTo>
                <a:lnTo>
                  <a:pt x="18288" y="22479"/>
                </a:lnTo>
                <a:lnTo>
                  <a:pt x="18923" y="21844"/>
                </a:lnTo>
                <a:lnTo>
                  <a:pt x="19253" y="21209"/>
                </a:lnTo>
                <a:lnTo>
                  <a:pt x="19431" y="20955"/>
                </a:lnTo>
                <a:lnTo>
                  <a:pt x="18923" y="21844"/>
                </a:lnTo>
                <a:lnTo>
                  <a:pt x="19431" y="21209"/>
                </a:lnTo>
                <a:lnTo>
                  <a:pt x="19685" y="20955"/>
                </a:lnTo>
                <a:lnTo>
                  <a:pt x="18923" y="21844"/>
                </a:lnTo>
                <a:lnTo>
                  <a:pt x="20142" y="20955"/>
                </a:lnTo>
                <a:lnTo>
                  <a:pt x="21717" y="19812"/>
                </a:lnTo>
                <a:lnTo>
                  <a:pt x="22415" y="15748"/>
                </a:lnTo>
                <a:lnTo>
                  <a:pt x="22529" y="15113"/>
                </a:lnTo>
                <a:lnTo>
                  <a:pt x="22606" y="13589"/>
                </a:lnTo>
                <a:lnTo>
                  <a:pt x="22860" y="120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6138417" y="4877815"/>
            <a:ext cx="172466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Higher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level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features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4890" y="301828"/>
            <a:ext cx="25857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80" dirty="0">
                <a:latin typeface="Calibri Light"/>
                <a:cs typeface="Calibri Light"/>
              </a:rPr>
              <a:t>Forward</a:t>
            </a:r>
            <a:r>
              <a:rPr sz="3950" spc="-260" dirty="0">
                <a:latin typeface="Calibri Light"/>
                <a:cs typeface="Calibri Light"/>
              </a:rPr>
              <a:t> </a:t>
            </a:r>
            <a:r>
              <a:rPr sz="3950" spc="-20" dirty="0">
                <a:latin typeface="Calibri Light"/>
                <a:cs typeface="Calibri Light"/>
              </a:rPr>
              <a:t>Pass</a:t>
            </a:r>
            <a:endParaRPr sz="39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67000" y="1486153"/>
            <a:ext cx="4638675" cy="2468245"/>
            <a:chOff x="2667000" y="1486153"/>
            <a:chExt cx="4638675" cy="2468245"/>
          </a:xfrm>
        </p:grpSpPr>
        <p:sp>
          <p:nvSpPr>
            <p:cNvPr id="4" name="object 4"/>
            <p:cNvSpPr/>
            <p:nvPr/>
          </p:nvSpPr>
          <p:spPr>
            <a:xfrm>
              <a:off x="3109722" y="1498853"/>
              <a:ext cx="2106295" cy="769620"/>
            </a:xfrm>
            <a:custGeom>
              <a:avLst/>
              <a:gdLst/>
              <a:ahLst/>
              <a:cxnLst/>
              <a:rect l="l" t="t" r="r" b="b"/>
              <a:pathLst>
                <a:path w="2106295" h="769619">
                  <a:moveTo>
                    <a:pt x="0" y="560832"/>
                  </a:moveTo>
                  <a:lnTo>
                    <a:pt x="4317" y="518795"/>
                  </a:lnTo>
                  <a:lnTo>
                    <a:pt x="16890" y="479679"/>
                  </a:lnTo>
                  <a:lnTo>
                    <a:pt x="36702" y="444373"/>
                  </a:lnTo>
                  <a:lnTo>
                    <a:pt x="62864" y="413512"/>
                  </a:lnTo>
                  <a:lnTo>
                    <a:pt x="94741" y="387985"/>
                  </a:lnTo>
                  <a:lnTo>
                    <a:pt x="131190" y="368808"/>
                  </a:lnTo>
                  <a:lnTo>
                    <a:pt x="171450" y="356616"/>
                  </a:lnTo>
                  <a:lnTo>
                    <a:pt x="214756" y="352425"/>
                  </a:lnTo>
                  <a:lnTo>
                    <a:pt x="258063" y="356616"/>
                  </a:lnTo>
                  <a:lnTo>
                    <a:pt x="298323" y="368808"/>
                  </a:lnTo>
                  <a:lnTo>
                    <a:pt x="334772" y="387985"/>
                  </a:lnTo>
                  <a:lnTo>
                    <a:pt x="366522" y="413512"/>
                  </a:lnTo>
                  <a:lnTo>
                    <a:pt x="392811" y="444373"/>
                  </a:lnTo>
                  <a:lnTo>
                    <a:pt x="412623" y="479679"/>
                  </a:lnTo>
                  <a:lnTo>
                    <a:pt x="425068" y="518795"/>
                  </a:lnTo>
                  <a:lnTo>
                    <a:pt x="429513" y="560832"/>
                  </a:lnTo>
                  <a:lnTo>
                    <a:pt x="425068" y="602869"/>
                  </a:lnTo>
                  <a:lnTo>
                    <a:pt x="412623" y="641985"/>
                  </a:lnTo>
                  <a:lnTo>
                    <a:pt x="392811" y="677418"/>
                  </a:lnTo>
                  <a:lnTo>
                    <a:pt x="366522" y="708151"/>
                  </a:lnTo>
                  <a:lnTo>
                    <a:pt x="334772" y="733679"/>
                  </a:lnTo>
                  <a:lnTo>
                    <a:pt x="298323" y="752856"/>
                  </a:lnTo>
                  <a:lnTo>
                    <a:pt x="258063" y="765048"/>
                  </a:lnTo>
                  <a:lnTo>
                    <a:pt x="214756" y="769238"/>
                  </a:lnTo>
                  <a:lnTo>
                    <a:pt x="171450" y="765048"/>
                  </a:lnTo>
                  <a:lnTo>
                    <a:pt x="131190" y="752856"/>
                  </a:lnTo>
                  <a:lnTo>
                    <a:pt x="94741" y="733679"/>
                  </a:lnTo>
                  <a:lnTo>
                    <a:pt x="62864" y="708151"/>
                  </a:lnTo>
                  <a:lnTo>
                    <a:pt x="36702" y="677418"/>
                  </a:lnTo>
                  <a:lnTo>
                    <a:pt x="16890" y="641985"/>
                  </a:lnTo>
                  <a:lnTo>
                    <a:pt x="4317" y="602869"/>
                  </a:lnTo>
                  <a:lnTo>
                    <a:pt x="0" y="560832"/>
                  </a:lnTo>
                  <a:close/>
                </a:path>
                <a:path w="2106295" h="769619">
                  <a:moveTo>
                    <a:pt x="1675383" y="208407"/>
                  </a:moveTo>
                  <a:lnTo>
                    <a:pt x="1679702" y="166497"/>
                  </a:lnTo>
                  <a:lnTo>
                    <a:pt x="1692275" y="127381"/>
                  </a:lnTo>
                  <a:lnTo>
                    <a:pt x="1712087" y="91948"/>
                  </a:lnTo>
                  <a:lnTo>
                    <a:pt x="1738376" y="61087"/>
                  </a:lnTo>
                  <a:lnTo>
                    <a:pt x="1770252" y="35560"/>
                  </a:lnTo>
                  <a:lnTo>
                    <a:pt x="1806828" y="16383"/>
                  </a:lnTo>
                  <a:lnTo>
                    <a:pt x="1847341" y="4191"/>
                  </a:lnTo>
                  <a:lnTo>
                    <a:pt x="1890776" y="0"/>
                  </a:lnTo>
                  <a:lnTo>
                    <a:pt x="1934210" y="4191"/>
                  </a:lnTo>
                  <a:lnTo>
                    <a:pt x="1974595" y="16383"/>
                  </a:lnTo>
                  <a:lnTo>
                    <a:pt x="2011172" y="35560"/>
                  </a:lnTo>
                  <a:lnTo>
                    <a:pt x="2043049" y="61087"/>
                  </a:lnTo>
                  <a:lnTo>
                    <a:pt x="2069338" y="91948"/>
                  </a:lnTo>
                  <a:lnTo>
                    <a:pt x="2089277" y="127381"/>
                  </a:lnTo>
                  <a:lnTo>
                    <a:pt x="2101850" y="166497"/>
                  </a:lnTo>
                  <a:lnTo>
                    <a:pt x="2106167" y="208407"/>
                  </a:lnTo>
                  <a:lnTo>
                    <a:pt x="2101850" y="250444"/>
                  </a:lnTo>
                  <a:lnTo>
                    <a:pt x="2089277" y="289560"/>
                  </a:lnTo>
                  <a:lnTo>
                    <a:pt x="2069338" y="324993"/>
                  </a:lnTo>
                  <a:lnTo>
                    <a:pt x="2043049" y="355854"/>
                  </a:lnTo>
                  <a:lnTo>
                    <a:pt x="2011172" y="381254"/>
                  </a:lnTo>
                  <a:lnTo>
                    <a:pt x="1974595" y="400431"/>
                  </a:lnTo>
                  <a:lnTo>
                    <a:pt x="1934210" y="412623"/>
                  </a:lnTo>
                  <a:lnTo>
                    <a:pt x="1890776" y="416813"/>
                  </a:lnTo>
                  <a:lnTo>
                    <a:pt x="1847341" y="412623"/>
                  </a:lnTo>
                  <a:lnTo>
                    <a:pt x="1806828" y="400431"/>
                  </a:lnTo>
                  <a:lnTo>
                    <a:pt x="1770252" y="381254"/>
                  </a:lnTo>
                  <a:lnTo>
                    <a:pt x="1738376" y="355854"/>
                  </a:lnTo>
                  <a:lnTo>
                    <a:pt x="1712087" y="324993"/>
                  </a:lnTo>
                  <a:lnTo>
                    <a:pt x="1692275" y="289560"/>
                  </a:lnTo>
                  <a:lnTo>
                    <a:pt x="1679702" y="250444"/>
                  </a:lnTo>
                  <a:lnTo>
                    <a:pt x="1675383" y="20840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35680" y="1717801"/>
              <a:ext cx="1183640" cy="345440"/>
            </a:xfrm>
            <a:custGeom>
              <a:avLst/>
              <a:gdLst/>
              <a:ahLst/>
              <a:cxnLst/>
              <a:rect l="l" t="t" r="r" b="b"/>
              <a:pathLst>
                <a:path w="1183639" h="345439">
                  <a:moveTo>
                    <a:pt x="1180338" y="0"/>
                  </a:moveTo>
                  <a:lnTo>
                    <a:pt x="0" y="334390"/>
                  </a:lnTo>
                  <a:lnTo>
                    <a:pt x="3175" y="345313"/>
                  </a:lnTo>
                  <a:lnTo>
                    <a:pt x="1183513" y="11049"/>
                  </a:lnTo>
                  <a:lnTo>
                    <a:pt x="118033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270" y="1690115"/>
              <a:ext cx="75311" cy="6629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796789" y="2219705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1"/>
                  </a:moveTo>
                  <a:lnTo>
                    <a:pt x="4318" y="166624"/>
                  </a:lnTo>
                  <a:lnTo>
                    <a:pt x="16890" y="127508"/>
                  </a:lnTo>
                  <a:lnTo>
                    <a:pt x="36702" y="92075"/>
                  </a:lnTo>
                  <a:lnTo>
                    <a:pt x="62864" y="61087"/>
                  </a:lnTo>
                  <a:lnTo>
                    <a:pt x="94614" y="35687"/>
                  </a:lnTo>
                  <a:lnTo>
                    <a:pt x="131063" y="16383"/>
                  </a:lnTo>
                  <a:lnTo>
                    <a:pt x="171450" y="4191"/>
                  </a:lnTo>
                  <a:lnTo>
                    <a:pt x="214630" y="0"/>
                  </a:lnTo>
                  <a:lnTo>
                    <a:pt x="257937" y="4191"/>
                  </a:lnTo>
                  <a:lnTo>
                    <a:pt x="298196" y="16383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4" y="92075"/>
                  </a:lnTo>
                  <a:lnTo>
                    <a:pt x="412496" y="127508"/>
                  </a:lnTo>
                  <a:lnTo>
                    <a:pt x="424942" y="166624"/>
                  </a:lnTo>
                  <a:lnTo>
                    <a:pt x="429260" y="208661"/>
                  </a:lnTo>
                  <a:lnTo>
                    <a:pt x="424942" y="250698"/>
                  </a:lnTo>
                  <a:lnTo>
                    <a:pt x="412496" y="289941"/>
                  </a:lnTo>
                  <a:lnTo>
                    <a:pt x="392684" y="325374"/>
                  </a:lnTo>
                  <a:lnTo>
                    <a:pt x="366395" y="356235"/>
                  </a:lnTo>
                  <a:lnTo>
                    <a:pt x="334645" y="381635"/>
                  </a:lnTo>
                  <a:lnTo>
                    <a:pt x="298196" y="400939"/>
                  </a:lnTo>
                  <a:lnTo>
                    <a:pt x="257937" y="413131"/>
                  </a:lnTo>
                  <a:lnTo>
                    <a:pt x="214630" y="417322"/>
                  </a:lnTo>
                  <a:lnTo>
                    <a:pt x="171450" y="413131"/>
                  </a:lnTo>
                  <a:lnTo>
                    <a:pt x="131063" y="400939"/>
                  </a:lnTo>
                  <a:lnTo>
                    <a:pt x="94614" y="381635"/>
                  </a:lnTo>
                  <a:lnTo>
                    <a:pt x="62864" y="356235"/>
                  </a:lnTo>
                  <a:lnTo>
                    <a:pt x="36702" y="325374"/>
                  </a:lnTo>
                  <a:lnTo>
                    <a:pt x="16890" y="289941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0208" y="2375407"/>
              <a:ext cx="75564" cy="655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35680" y="2052827"/>
              <a:ext cx="1196340" cy="361315"/>
            </a:xfrm>
            <a:custGeom>
              <a:avLst/>
              <a:gdLst/>
              <a:ahLst/>
              <a:cxnLst/>
              <a:rect l="l" t="t" r="r" b="b"/>
              <a:pathLst>
                <a:path w="1196339" h="361314">
                  <a:moveTo>
                    <a:pt x="3175" y="0"/>
                  </a:moveTo>
                  <a:lnTo>
                    <a:pt x="0" y="10922"/>
                  </a:lnTo>
                  <a:lnTo>
                    <a:pt x="1192657" y="360807"/>
                  </a:lnTo>
                  <a:lnTo>
                    <a:pt x="1195832" y="349885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09722" y="2536697"/>
              <a:ext cx="2116455" cy="774700"/>
            </a:xfrm>
            <a:custGeom>
              <a:avLst/>
              <a:gdLst/>
              <a:ahLst/>
              <a:cxnLst/>
              <a:rect l="l" t="t" r="r" b="b"/>
              <a:pathLst>
                <a:path w="2116454" h="774700">
                  <a:moveTo>
                    <a:pt x="0" y="208279"/>
                  </a:moveTo>
                  <a:lnTo>
                    <a:pt x="4317" y="166369"/>
                  </a:lnTo>
                  <a:lnTo>
                    <a:pt x="16890" y="127253"/>
                  </a:lnTo>
                  <a:lnTo>
                    <a:pt x="36702" y="91821"/>
                  </a:lnTo>
                  <a:lnTo>
                    <a:pt x="62864" y="60960"/>
                  </a:lnTo>
                  <a:lnTo>
                    <a:pt x="94614" y="35560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560"/>
                  </a:lnTo>
                  <a:lnTo>
                    <a:pt x="366394" y="60960"/>
                  </a:lnTo>
                  <a:lnTo>
                    <a:pt x="392683" y="91821"/>
                  </a:lnTo>
                  <a:lnTo>
                    <a:pt x="412495" y="127253"/>
                  </a:lnTo>
                  <a:lnTo>
                    <a:pt x="424941" y="166369"/>
                  </a:lnTo>
                  <a:lnTo>
                    <a:pt x="429260" y="208279"/>
                  </a:lnTo>
                  <a:lnTo>
                    <a:pt x="424941" y="250189"/>
                  </a:lnTo>
                  <a:lnTo>
                    <a:pt x="412495" y="289305"/>
                  </a:lnTo>
                  <a:lnTo>
                    <a:pt x="392683" y="324738"/>
                  </a:lnTo>
                  <a:lnTo>
                    <a:pt x="366394" y="355600"/>
                  </a:lnTo>
                  <a:lnTo>
                    <a:pt x="334644" y="381000"/>
                  </a:lnTo>
                  <a:lnTo>
                    <a:pt x="298195" y="400176"/>
                  </a:lnTo>
                  <a:lnTo>
                    <a:pt x="257937" y="412369"/>
                  </a:lnTo>
                  <a:lnTo>
                    <a:pt x="214629" y="416559"/>
                  </a:lnTo>
                  <a:lnTo>
                    <a:pt x="171450" y="412369"/>
                  </a:lnTo>
                  <a:lnTo>
                    <a:pt x="131063" y="400176"/>
                  </a:lnTo>
                  <a:lnTo>
                    <a:pt x="94614" y="381000"/>
                  </a:lnTo>
                  <a:lnTo>
                    <a:pt x="62864" y="355600"/>
                  </a:lnTo>
                  <a:lnTo>
                    <a:pt x="36702" y="324738"/>
                  </a:lnTo>
                  <a:lnTo>
                    <a:pt x="16890" y="289305"/>
                  </a:lnTo>
                  <a:lnTo>
                    <a:pt x="4317" y="250189"/>
                  </a:lnTo>
                  <a:lnTo>
                    <a:pt x="0" y="208279"/>
                  </a:lnTo>
                  <a:close/>
                </a:path>
                <a:path w="2116454" h="774700">
                  <a:moveTo>
                    <a:pt x="1687067" y="565276"/>
                  </a:moveTo>
                  <a:lnTo>
                    <a:pt x="1691386" y="523113"/>
                  </a:lnTo>
                  <a:lnTo>
                    <a:pt x="1703958" y="483869"/>
                  </a:lnTo>
                  <a:lnTo>
                    <a:pt x="1723770" y="448437"/>
                  </a:lnTo>
                  <a:lnTo>
                    <a:pt x="1749932" y="417449"/>
                  </a:lnTo>
                  <a:lnTo>
                    <a:pt x="1781682" y="391921"/>
                  </a:lnTo>
                  <a:lnTo>
                    <a:pt x="1818131" y="372617"/>
                  </a:lnTo>
                  <a:lnTo>
                    <a:pt x="1858517" y="360552"/>
                  </a:lnTo>
                  <a:lnTo>
                    <a:pt x="1901698" y="356235"/>
                  </a:lnTo>
                  <a:lnTo>
                    <a:pt x="1945004" y="360552"/>
                  </a:lnTo>
                  <a:lnTo>
                    <a:pt x="1985264" y="372617"/>
                  </a:lnTo>
                  <a:lnTo>
                    <a:pt x="2021713" y="391921"/>
                  </a:lnTo>
                  <a:lnTo>
                    <a:pt x="2053463" y="417449"/>
                  </a:lnTo>
                  <a:lnTo>
                    <a:pt x="2079752" y="448437"/>
                  </a:lnTo>
                  <a:lnTo>
                    <a:pt x="2099564" y="483869"/>
                  </a:lnTo>
                  <a:lnTo>
                    <a:pt x="2112010" y="523113"/>
                  </a:lnTo>
                  <a:lnTo>
                    <a:pt x="2116328" y="565276"/>
                  </a:lnTo>
                  <a:lnTo>
                    <a:pt x="2112010" y="607313"/>
                  </a:lnTo>
                  <a:lnTo>
                    <a:pt x="2099564" y="646557"/>
                  </a:lnTo>
                  <a:lnTo>
                    <a:pt x="2079752" y="682116"/>
                  </a:lnTo>
                  <a:lnTo>
                    <a:pt x="2053463" y="712977"/>
                  </a:lnTo>
                  <a:lnTo>
                    <a:pt x="2021713" y="738504"/>
                  </a:lnTo>
                  <a:lnTo>
                    <a:pt x="1985264" y="757808"/>
                  </a:lnTo>
                  <a:lnTo>
                    <a:pt x="1945004" y="770001"/>
                  </a:lnTo>
                  <a:lnTo>
                    <a:pt x="1901698" y="774191"/>
                  </a:lnTo>
                  <a:lnTo>
                    <a:pt x="1858517" y="770001"/>
                  </a:lnTo>
                  <a:lnTo>
                    <a:pt x="1818131" y="757808"/>
                  </a:lnTo>
                  <a:lnTo>
                    <a:pt x="1781682" y="738504"/>
                  </a:lnTo>
                  <a:lnTo>
                    <a:pt x="1749932" y="712977"/>
                  </a:lnTo>
                  <a:lnTo>
                    <a:pt x="1723770" y="682116"/>
                  </a:lnTo>
                  <a:lnTo>
                    <a:pt x="1703958" y="646557"/>
                  </a:lnTo>
                  <a:lnTo>
                    <a:pt x="1691386" y="607313"/>
                  </a:lnTo>
                  <a:lnTo>
                    <a:pt x="1687067" y="56527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0844" y="3030854"/>
              <a:ext cx="74675" cy="7023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534155" y="2052827"/>
              <a:ext cx="1212215" cy="1009015"/>
            </a:xfrm>
            <a:custGeom>
              <a:avLst/>
              <a:gdLst/>
              <a:ahLst/>
              <a:cxnLst/>
              <a:rect l="l" t="t" r="r" b="b"/>
              <a:pathLst>
                <a:path w="1212214" h="1009014">
                  <a:moveTo>
                    <a:pt x="7366" y="0"/>
                  </a:moveTo>
                  <a:lnTo>
                    <a:pt x="0" y="8636"/>
                  </a:lnTo>
                  <a:lnTo>
                    <a:pt x="1204976" y="1008888"/>
                  </a:lnTo>
                  <a:lnTo>
                    <a:pt x="1212215" y="1000125"/>
                  </a:lnTo>
                  <a:lnTo>
                    <a:pt x="736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15818" y="3167633"/>
              <a:ext cx="2110740" cy="774065"/>
            </a:xfrm>
            <a:custGeom>
              <a:avLst/>
              <a:gdLst/>
              <a:ahLst/>
              <a:cxnLst/>
              <a:rect l="l" t="t" r="r" b="b"/>
              <a:pathLst>
                <a:path w="2110740" h="774064">
                  <a:moveTo>
                    <a:pt x="0" y="209296"/>
                  </a:moveTo>
                  <a:lnTo>
                    <a:pt x="4318" y="167132"/>
                  </a:lnTo>
                  <a:lnTo>
                    <a:pt x="16890" y="127762"/>
                  </a:lnTo>
                  <a:lnTo>
                    <a:pt x="36702" y="92202"/>
                  </a:lnTo>
                  <a:lnTo>
                    <a:pt x="62864" y="61341"/>
                  </a:lnTo>
                  <a:lnTo>
                    <a:pt x="94614" y="35687"/>
                  </a:lnTo>
                  <a:lnTo>
                    <a:pt x="131063" y="16383"/>
                  </a:lnTo>
                  <a:lnTo>
                    <a:pt x="171322" y="4191"/>
                  </a:lnTo>
                  <a:lnTo>
                    <a:pt x="214630" y="0"/>
                  </a:lnTo>
                  <a:lnTo>
                    <a:pt x="257809" y="4191"/>
                  </a:lnTo>
                  <a:lnTo>
                    <a:pt x="298195" y="16383"/>
                  </a:lnTo>
                  <a:lnTo>
                    <a:pt x="334644" y="35687"/>
                  </a:lnTo>
                  <a:lnTo>
                    <a:pt x="366394" y="61341"/>
                  </a:lnTo>
                  <a:lnTo>
                    <a:pt x="392556" y="92202"/>
                  </a:lnTo>
                  <a:lnTo>
                    <a:pt x="412369" y="127762"/>
                  </a:lnTo>
                  <a:lnTo>
                    <a:pt x="424815" y="167132"/>
                  </a:lnTo>
                  <a:lnTo>
                    <a:pt x="429259" y="209296"/>
                  </a:lnTo>
                  <a:lnTo>
                    <a:pt x="424815" y="251460"/>
                  </a:lnTo>
                  <a:lnTo>
                    <a:pt x="412369" y="290703"/>
                  </a:lnTo>
                  <a:lnTo>
                    <a:pt x="392556" y="326263"/>
                  </a:lnTo>
                  <a:lnTo>
                    <a:pt x="366394" y="357251"/>
                  </a:lnTo>
                  <a:lnTo>
                    <a:pt x="334644" y="382778"/>
                  </a:lnTo>
                  <a:lnTo>
                    <a:pt x="298195" y="402082"/>
                  </a:lnTo>
                  <a:lnTo>
                    <a:pt x="257809" y="414274"/>
                  </a:lnTo>
                  <a:lnTo>
                    <a:pt x="214630" y="418592"/>
                  </a:lnTo>
                  <a:lnTo>
                    <a:pt x="171322" y="414274"/>
                  </a:lnTo>
                  <a:lnTo>
                    <a:pt x="131063" y="402082"/>
                  </a:lnTo>
                  <a:lnTo>
                    <a:pt x="94614" y="382778"/>
                  </a:lnTo>
                  <a:lnTo>
                    <a:pt x="62864" y="357251"/>
                  </a:lnTo>
                  <a:lnTo>
                    <a:pt x="36702" y="326263"/>
                  </a:lnTo>
                  <a:lnTo>
                    <a:pt x="16890" y="290703"/>
                  </a:lnTo>
                  <a:lnTo>
                    <a:pt x="4318" y="251460"/>
                  </a:lnTo>
                  <a:lnTo>
                    <a:pt x="0" y="209296"/>
                  </a:lnTo>
                  <a:close/>
                </a:path>
                <a:path w="2110740" h="774064">
                  <a:moveTo>
                    <a:pt x="1681226" y="564642"/>
                  </a:moveTo>
                  <a:lnTo>
                    <a:pt x="1685670" y="522478"/>
                  </a:lnTo>
                  <a:lnTo>
                    <a:pt x="1698117" y="483235"/>
                  </a:lnTo>
                  <a:lnTo>
                    <a:pt x="1717929" y="447675"/>
                  </a:lnTo>
                  <a:lnTo>
                    <a:pt x="1744091" y="416687"/>
                  </a:lnTo>
                  <a:lnTo>
                    <a:pt x="1775968" y="391160"/>
                  </a:lnTo>
                  <a:lnTo>
                    <a:pt x="1812417" y="371856"/>
                  </a:lnTo>
                  <a:lnTo>
                    <a:pt x="1852676" y="359664"/>
                  </a:lnTo>
                  <a:lnTo>
                    <a:pt x="1895856" y="355473"/>
                  </a:lnTo>
                  <a:lnTo>
                    <a:pt x="1939162" y="359664"/>
                  </a:lnTo>
                  <a:lnTo>
                    <a:pt x="1979421" y="371856"/>
                  </a:lnTo>
                  <a:lnTo>
                    <a:pt x="2015870" y="391160"/>
                  </a:lnTo>
                  <a:lnTo>
                    <a:pt x="2047620" y="416687"/>
                  </a:lnTo>
                  <a:lnTo>
                    <a:pt x="2073909" y="447675"/>
                  </a:lnTo>
                  <a:lnTo>
                    <a:pt x="2093595" y="483235"/>
                  </a:lnTo>
                  <a:lnTo>
                    <a:pt x="2106168" y="522478"/>
                  </a:lnTo>
                  <a:lnTo>
                    <a:pt x="2110485" y="564642"/>
                  </a:lnTo>
                  <a:lnTo>
                    <a:pt x="2106168" y="606933"/>
                  </a:lnTo>
                  <a:lnTo>
                    <a:pt x="2093595" y="646176"/>
                  </a:lnTo>
                  <a:lnTo>
                    <a:pt x="2073909" y="681736"/>
                  </a:lnTo>
                  <a:lnTo>
                    <a:pt x="2047620" y="712724"/>
                  </a:lnTo>
                  <a:lnTo>
                    <a:pt x="2015870" y="738251"/>
                  </a:lnTo>
                  <a:lnTo>
                    <a:pt x="1979421" y="757555"/>
                  </a:lnTo>
                  <a:lnTo>
                    <a:pt x="1939162" y="769747"/>
                  </a:lnTo>
                  <a:lnTo>
                    <a:pt x="1895856" y="773938"/>
                  </a:lnTo>
                  <a:lnTo>
                    <a:pt x="1852676" y="769747"/>
                  </a:lnTo>
                  <a:lnTo>
                    <a:pt x="1812417" y="757555"/>
                  </a:lnTo>
                  <a:lnTo>
                    <a:pt x="1775968" y="738251"/>
                  </a:lnTo>
                  <a:lnTo>
                    <a:pt x="1744091" y="712724"/>
                  </a:lnTo>
                  <a:lnTo>
                    <a:pt x="1717929" y="681736"/>
                  </a:lnTo>
                  <a:lnTo>
                    <a:pt x="1698117" y="646176"/>
                  </a:lnTo>
                  <a:lnTo>
                    <a:pt x="1685670" y="606933"/>
                  </a:lnTo>
                  <a:lnTo>
                    <a:pt x="1681226" y="56464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34155" y="1705355"/>
              <a:ext cx="1325880" cy="2040889"/>
            </a:xfrm>
            <a:custGeom>
              <a:avLst/>
              <a:gdLst/>
              <a:ahLst/>
              <a:cxnLst/>
              <a:rect l="l" t="t" r="r" b="b"/>
              <a:pathLst>
                <a:path w="1325879" h="2040889">
                  <a:moveTo>
                    <a:pt x="8636" y="348742"/>
                  </a:moveTo>
                  <a:lnTo>
                    <a:pt x="0" y="356362"/>
                  </a:lnTo>
                  <a:lnTo>
                    <a:pt x="340995" y="750062"/>
                  </a:lnTo>
                  <a:lnTo>
                    <a:pt x="635" y="1033526"/>
                  </a:lnTo>
                  <a:lnTo>
                    <a:pt x="4318" y="1037971"/>
                  </a:lnTo>
                  <a:lnTo>
                    <a:pt x="4318" y="1038479"/>
                  </a:lnTo>
                  <a:lnTo>
                    <a:pt x="1270" y="1043305"/>
                  </a:lnTo>
                  <a:lnTo>
                    <a:pt x="332994" y="1254252"/>
                  </a:lnTo>
                  <a:lnTo>
                    <a:pt x="5334" y="1666240"/>
                  </a:lnTo>
                  <a:lnTo>
                    <a:pt x="8128" y="1668399"/>
                  </a:lnTo>
                  <a:lnTo>
                    <a:pt x="9779" y="1670939"/>
                  </a:lnTo>
                  <a:lnTo>
                    <a:pt x="8255" y="1676400"/>
                  </a:lnTo>
                  <a:lnTo>
                    <a:pt x="1194562" y="2013077"/>
                  </a:lnTo>
                  <a:lnTo>
                    <a:pt x="1186815" y="2040509"/>
                  </a:lnTo>
                  <a:lnTo>
                    <a:pt x="1262253" y="2026285"/>
                  </a:lnTo>
                  <a:lnTo>
                    <a:pt x="1235612" y="2002028"/>
                  </a:lnTo>
                  <a:lnTo>
                    <a:pt x="1197737" y="2002028"/>
                  </a:lnTo>
                  <a:lnTo>
                    <a:pt x="33274" y="1671701"/>
                  </a:lnTo>
                  <a:lnTo>
                    <a:pt x="91816" y="1658874"/>
                  </a:lnTo>
                  <a:lnTo>
                    <a:pt x="37846" y="1658874"/>
                  </a:lnTo>
                  <a:lnTo>
                    <a:pt x="55827" y="1646682"/>
                  </a:lnTo>
                  <a:lnTo>
                    <a:pt x="35433" y="1646682"/>
                  </a:lnTo>
                  <a:lnTo>
                    <a:pt x="342646" y="1260348"/>
                  </a:lnTo>
                  <a:lnTo>
                    <a:pt x="363935" y="1260348"/>
                  </a:lnTo>
                  <a:lnTo>
                    <a:pt x="349758" y="1251331"/>
                  </a:lnTo>
                  <a:lnTo>
                    <a:pt x="354612" y="1245235"/>
                  </a:lnTo>
                  <a:lnTo>
                    <a:pt x="340106" y="1245235"/>
                  </a:lnTo>
                  <a:lnTo>
                    <a:pt x="40513" y="1054735"/>
                  </a:lnTo>
                  <a:lnTo>
                    <a:pt x="82151" y="1054735"/>
                  </a:lnTo>
                  <a:lnTo>
                    <a:pt x="25019" y="1038479"/>
                  </a:lnTo>
                  <a:lnTo>
                    <a:pt x="74545" y="1026033"/>
                  </a:lnTo>
                  <a:lnTo>
                    <a:pt x="27432" y="1026033"/>
                  </a:lnTo>
                  <a:lnTo>
                    <a:pt x="348488" y="758825"/>
                  </a:lnTo>
                  <a:lnTo>
                    <a:pt x="363630" y="758825"/>
                  </a:lnTo>
                  <a:lnTo>
                    <a:pt x="357251" y="751459"/>
                  </a:lnTo>
                  <a:lnTo>
                    <a:pt x="367621" y="742823"/>
                  </a:lnTo>
                  <a:lnTo>
                    <a:pt x="349758" y="742823"/>
                  </a:lnTo>
                  <a:lnTo>
                    <a:pt x="8636" y="348742"/>
                  </a:lnTo>
                  <a:close/>
                </a:path>
                <a:path w="1325879" h="2040889">
                  <a:moveTo>
                    <a:pt x="1205484" y="1974596"/>
                  </a:moveTo>
                  <a:lnTo>
                    <a:pt x="1197737" y="2002028"/>
                  </a:lnTo>
                  <a:lnTo>
                    <a:pt x="1235612" y="2002028"/>
                  </a:lnTo>
                  <a:lnTo>
                    <a:pt x="1205484" y="1974596"/>
                  </a:lnTo>
                  <a:close/>
                </a:path>
                <a:path w="1325879" h="2040889">
                  <a:moveTo>
                    <a:pt x="765940" y="1515872"/>
                  </a:moveTo>
                  <a:lnTo>
                    <a:pt x="744474" y="1515872"/>
                  </a:lnTo>
                  <a:lnTo>
                    <a:pt x="1260602" y="1844040"/>
                  </a:lnTo>
                  <a:lnTo>
                    <a:pt x="1254633" y="1849120"/>
                  </a:lnTo>
                  <a:lnTo>
                    <a:pt x="1261237" y="1851914"/>
                  </a:lnTo>
                  <a:lnTo>
                    <a:pt x="1249299" y="1870583"/>
                  </a:lnTo>
                  <a:lnTo>
                    <a:pt x="1325499" y="1878584"/>
                  </a:lnTo>
                  <a:lnTo>
                    <a:pt x="1314713" y="1836166"/>
                  </a:lnTo>
                  <a:lnTo>
                    <a:pt x="1269619" y="1836166"/>
                  </a:lnTo>
                  <a:lnTo>
                    <a:pt x="765940" y="1515872"/>
                  </a:lnTo>
                  <a:close/>
                </a:path>
                <a:path w="1325879" h="2040889">
                  <a:moveTo>
                    <a:pt x="1275461" y="1812036"/>
                  </a:moveTo>
                  <a:lnTo>
                    <a:pt x="1275461" y="1829435"/>
                  </a:lnTo>
                  <a:lnTo>
                    <a:pt x="1272921" y="1833372"/>
                  </a:lnTo>
                  <a:lnTo>
                    <a:pt x="1269619" y="1836166"/>
                  </a:lnTo>
                  <a:lnTo>
                    <a:pt x="1314713" y="1836166"/>
                  </a:lnTo>
                  <a:lnTo>
                    <a:pt x="1310451" y="1819402"/>
                  </a:lnTo>
                  <a:lnTo>
                    <a:pt x="1281811" y="1819402"/>
                  </a:lnTo>
                  <a:lnTo>
                    <a:pt x="1275461" y="1812036"/>
                  </a:lnTo>
                  <a:close/>
                </a:path>
                <a:path w="1325879" h="2040889">
                  <a:moveTo>
                    <a:pt x="977652" y="1468120"/>
                  </a:moveTo>
                  <a:lnTo>
                    <a:pt x="962533" y="1468120"/>
                  </a:lnTo>
                  <a:lnTo>
                    <a:pt x="1275461" y="1829435"/>
                  </a:lnTo>
                  <a:lnTo>
                    <a:pt x="1275461" y="1812036"/>
                  </a:lnTo>
                  <a:lnTo>
                    <a:pt x="977652" y="1468120"/>
                  </a:lnTo>
                  <a:close/>
                </a:path>
                <a:path w="1325879" h="2040889">
                  <a:moveTo>
                    <a:pt x="1286002" y="1812798"/>
                  </a:moveTo>
                  <a:lnTo>
                    <a:pt x="1281811" y="1819402"/>
                  </a:lnTo>
                  <a:lnTo>
                    <a:pt x="1310451" y="1819402"/>
                  </a:lnTo>
                  <a:lnTo>
                    <a:pt x="1310321" y="1818894"/>
                  </a:lnTo>
                  <a:lnTo>
                    <a:pt x="1289685" y="1818894"/>
                  </a:lnTo>
                  <a:lnTo>
                    <a:pt x="1286002" y="1812798"/>
                  </a:lnTo>
                  <a:close/>
                </a:path>
                <a:path w="1325879" h="2040889">
                  <a:moveTo>
                    <a:pt x="1306576" y="1804162"/>
                  </a:moveTo>
                  <a:lnTo>
                    <a:pt x="1289685" y="1818894"/>
                  </a:lnTo>
                  <a:lnTo>
                    <a:pt x="1310321" y="1818894"/>
                  </a:lnTo>
                  <a:lnTo>
                    <a:pt x="1306576" y="1804162"/>
                  </a:lnTo>
                  <a:close/>
                </a:path>
                <a:path w="1325879" h="2040889">
                  <a:moveTo>
                    <a:pt x="730631" y="1493520"/>
                  </a:moveTo>
                  <a:lnTo>
                    <a:pt x="730631" y="1507109"/>
                  </a:lnTo>
                  <a:lnTo>
                    <a:pt x="37846" y="1658874"/>
                  </a:lnTo>
                  <a:lnTo>
                    <a:pt x="91816" y="1658874"/>
                  </a:lnTo>
                  <a:lnTo>
                    <a:pt x="744474" y="1515872"/>
                  </a:lnTo>
                  <a:lnTo>
                    <a:pt x="765940" y="1515872"/>
                  </a:lnTo>
                  <a:lnTo>
                    <a:pt x="760349" y="1512316"/>
                  </a:lnTo>
                  <a:lnTo>
                    <a:pt x="799856" y="1503680"/>
                  </a:lnTo>
                  <a:lnTo>
                    <a:pt x="746633" y="1503680"/>
                  </a:lnTo>
                  <a:lnTo>
                    <a:pt x="730631" y="1493520"/>
                  </a:lnTo>
                  <a:close/>
                </a:path>
                <a:path w="1325879" h="2040889">
                  <a:moveTo>
                    <a:pt x="478155" y="1332992"/>
                  </a:moveTo>
                  <a:lnTo>
                    <a:pt x="478155" y="1346581"/>
                  </a:lnTo>
                  <a:lnTo>
                    <a:pt x="35433" y="1646682"/>
                  </a:lnTo>
                  <a:lnTo>
                    <a:pt x="55827" y="1646682"/>
                  </a:lnTo>
                  <a:lnTo>
                    <a:pt x="488696" y="1353185"/>
                  </a:lnTo>
                  <a:lnTo>
                    <a:pt x="509966" y="1353185"/>
                  </a:lnTo>
                  <a:lnTo>
                    <a:pt x="498983" y="1346200"/>
                  </a:lnTo>
                  <a:lnTo>
                    <a:pt x="508730" y="1339596"/>
                  </a:lnTo>
                  <a:lnTo>
                    <a:pt x="488442" y="1339596"/>
                  </a:lnTo>
                  <a:lnTo>
                    <a:pt x="478155" y="1332992"/>
                  </a:lnTo>
                  <a:close/>
                </a:path>
                <a:path w="1325879" h="2040889">
                  <a:moveTo>
                    <a:pt x="509966" y="1353185"/>
                  </a:moveTo>
                  <a:lnTo>
                    <a:pt x="488696" y="1353185"/>
                  </a:lnTo>
                  <a:lnTo>
                    <a:pt x="730631" y="1507109"/>
                  </a:lnTo>
                  <a:lnTo>
                    <a:pt x="730631" y="1493520"/>
                  </a:lnTo>
                  <a:lnTo>
                    <a:pt x="509966" y="1353185"/>
                  </a:lnTo>
                  <a:close/>
                </a:path>
                <a:path w="1325879" h="2040889">
                  <a:moveTo>
                    <a:pt x="954024" y="1440688"/>
                  </a:moveTo>
                  <a:lnTo>
                    <a:pt x="954024" y="1458214"/>
                  </a:lnTo>
                  <a:lnTo>
                    <a:pt x="746633" y="1503680"/>
                  </a:lnTo>
                  <a:lnTo>
                    <a:pt x="799856" y="1503680"/>
                  </a:lnTo>
                  <a:lnTo>
                    <a:pt x="962533" y="1468120"/>
                  </a:lnTo>
                  <a:lnTo>
                    <a:pt x="977652" y="1468120"/>
                  </a:lnTo>
                  <a:lnTo>
                    <a:pt x="975233" y="1465326"/>
                  </a:lnTo>
                  <a:lnTo>
                    <a:pt x="1020406" y="1455420"/>
                  </a:lnTo>
                  <a:lnTo>
                    <a:pt x="966724" y="1455420"/>
                  </a:lnTo>
                  <a:lnTo>
                    <a:pt x="954024" y="1440688"/>
                  </a:lnTo>
                  <a:close/>
                </a:path>
                <a:path w="1325879" h="2040889">
                  <a:moveTo>
                    <a:pt x="708219" y="1232789"/>
                  </a:moveTo>
                  <a:lnTo>
                    <a:pt x="666369" y="1232789"/>
                  </a:lnTo>
                  <a:lnTo>
                    <a:pt x="789051" y="1267587"/>
                  </a:lnTo>
                  <a:lnTo>
                    <a:pt x="954024" y="1458214"/>
                  </a:lnTo>
                  <a:lnTo>
                    <a:pt x="954024" y="1440688"/>
                  </a:lnTo>
                  <a:lnTo>
                    <a:pt x="809117" y="1273302"/>
                  </a:lnTo>
                  <a:lnTo>
                    <a:pt x="850841" y="1273302"/>
                  </a:lnTo>
                  <a:lnTo>
                    <a:pt x="795528" y="1257554"/>
                  </a:lnTo>
                  <a:lnTo>
                    <a:pt x="790535" y="1251839"/>
                  </a:lnTo>
                  <a:lnTo>
                    <a:pt x="775335" y="1251839"/>
                  </a:lnTo>
                  <a:lnTo>
                    <a:pt x="708219" y="1232789"/>
                  </a:lnTo>
                  <a:close/>
                </a:path>
                <a:path w="1325879" h="2040889">
                  <a:moveTo>
                    <a:pt x="1191641" y="1370330"/>
                  </a:moveTo>
                  <a:lnTo>
                    <a:pt x="1191641" y="1395349"/>
                  </a:lnTo>
                  <a:lnTo>
                    <a:pt x="1188466" y="1406779"/>
                  </a:lnTo>
                  <a:lnTo>
                    <a:pt x="966724" y="1455420"/>
                  </a:lnTo>
                  <a:lnTo>
                    <a:pt x="1020406" y="1455420"/>
                  </a:lnTo>
                  <a:lnTo>
                    <a:pt x="1196467" y="1416812"/>
                  </a:lnTo>
                  <a:lnTo>
                    <a:pt x="1237115" y="1416812"/>
                  </a:lnTo>
                  <a:lnTo>
                    <a:pt x="1253998" y="1403223"/>
                  </a:lnTo>
                  <a:lnTo>
                    <a:pt x="1262253" y="1396492"/>
                  </a:lnTo>
                  <a:lnTo>
                    <a:pt x="1262770" y="1396492"/>
                  </a:lnTo>
                  <a:lnTo>
                    <a:pt x="1251712" y="1386205"/>
                  </a:lnTo>
                  <a:lnTo>
                    <a:pt x="1236374" y="1372235"/>
                  </a:lnTo>
                  <a:lnTo>
                    <a:pt x="1198245" y="1372235"/>
                  </a:lnTo>
                  <a:lnTo>
                    <a:pt x="1191641" y="1370330"/>
                  </a:lnTo>
                  <a:close/>
                </a:path>
                <a:path w="1325879" h="2040889">
                  <a:moveTo>
                    <a:pt x="1237115" y="1416812"/>
                  </a:moveTo>
                  <a:lnTo>
                    <a:pt x="1196467" y="1416812"/>
                  </a:lnTo>
                  <a:lnTo>
                    <a:pt x="1202563" y="1444625"/>
                  </a:lnTo>
                  <a:lnTo>
                    <a:pt x="1237115" y="1416812"/>
                  </a:lnTo>
                  <a:close/>
                </a:path>
                <a:path w="1325879" h="2040889">
                  <a:moveTo>
                    <a:pt x="850841" y="1273302"/>
                  </a:moveTo>
                  <a:lnTo>
                    <a:pt x="809117" y="1273302"/>
                  </a:lnTo>
                  <a:lnTo>
                    <a:pt x="1188593" y="1381252"/>
                  </a:lnTo>
                  <a:lnTo>
                    <a:pt x="1191641" y="1395349"/>
                  </a:lnTo>
                  <a:lnTo>
                    <a:pt x="1191641" y="1370330"/>
                  </a:lnTo>
                  <a:lnTo>
                    <a:pt x="850841" y="1273302"/>
                  </a:lnTo>
                  <a:close/>
                </a:path>
                <a:path w="1325879" h="2040889">
                  <a:moveTo>
                    <a:pt x="1206119" y="1344676"/>
                  </a:moveTo>
                  <a:lnTo>
                    <a:pt x="1198245" y="1372235"/>
                  </a:lnTo>
                  <a:lnTo>
                    <a:pt x="1236374" y="1372235"/>
                  </a:lnTo>
                  <a:lnTo>
                    <a:pt x="1206119" y="1344676"/>
                  </a:lnTo>
                  <a:close/>
                </a:path>
                <a:path w="1325879" h="2040889">
                  <a:moveTo>
                    <a:pt x="363935" y="1260348"/>
                  </a:moveTo>
                  <a:lnTo>
                    <a:pt x="342646" y="1260348"/>
                  </a:lnTo>
                  <a:lnTo>
                    <a:pt x="478155" y="1346581"/>
                  </a:lnTo>
                  <a:lnTo>
                    <a:pt x="478155" y="1332992"/>
                  </a:lnTo>
                  <a:lnTo>
                    <a:pt x="363935" y="1260348"/>
                  </a:lnTo>
                  <a:close/>
                </a:path>
                <a:path w="1325879" h="2040889">
                  <a:moveTo>
                    <a:pt x="652018" y="1216787"/>
                  </a:moveTo>
                  <a:lnTo>
                    <a:pt x="652018" y="1228725"/>
                  </a:lnTo>
                  <a:lnTo>
                    <a:pt x="488442" y="1339596"/>
                  </a:lnTo>
                  <a:lnTo>
                    <a:pt x="508730" y="1339596"/>
                  </a:lnTo>
                  <a:lnTo>
                    <a:pt x="666369" y="1232789"/>
                  </a:lnTo>
                  <a:lnTo>
                    <a:pt x="708219" y="1232789"/>
                  </a:lnTo>
                  <a:lnTo>
                    <a:pt x="678688" y="1224407"/>
                  </a:lnTo>
                  <a:lnTo>
                    <a:pt x="684676" y="1220343"/>
                  </a:lnTo>
                  <a:lnTo>
                    <a:pt x="664337" y="1220343"/>
                  </a:lnTo>
                  <a:lnTo>
                    <a:pt x="652018" y="1216787"/>
                  </a:lnTo>
                  <a:close/>
                </a:path>
                <a:path w="1325879" h="2040889">
                  <a:moveTo>
                    <a:pt x="739783" y="1193292"/>
                  </a:moveTo>
                  <a:lnTo>
                    <a:pt x="724535" y="1193292"/>
                  </a:lnTo>
                  <a:lnTo>
                    <a:pt x="775335" y="1251839"/>
                  </a:lnTo>
                  <a:lnTo>
                    <a:pt x="775335" y="1234440"/>
                  </a:lnTo>
                  <a:lnTo>
                    <a:pt x="739783" y="1193292"/>
                  </a:lnTo>
                  <a:close/>
                </a:path>
                <a:path w="1325879" h="2040889">
                  <a:moveTo>
                    <a:pt x="775335" y="1234440"/>
                  </a:moveTo>
                  <a:lnTo>
                    <a:pt x="775335" y="1251839"/>
                  </a:lnTo>
                  <a:lnTo>
                    <a:pt x="790535" y="1251839"/>
                  </a:lnTo>
                  <a:lnTo>
                    <a:pt x="775335" y="1234440"/>
                  </a:lnTo>
                  <a:close/>
                </a:path>
                <a:path w="1325879" h="2040889">
                  <a:moveTo>
                    <a:pt x="408432" y="1147572"/>
                  </a:moveTo>
                  <a:lnTo>
                    <a:pt x="408432" y="1159383"/>
                  </a:lnTo>
                  <a:lnTo>
                    <a:pt x="340106" y="1245235"/>
                  </a:lnTo>
                  <a:lnTo>
                    <a:pt x="354612" y="1245235"/>
                  </a:lnTo>
                  <a:lnTo>
                    <a:pt x="420243" y="1162812"/>
                  </a:lnTo>
                  <a:lnTo>
                    <a:pt x="462352" y="1162812"/>
                  </a:lnTo>
                  <a:lnTo>
                    <a:pt x="427990" y="1153033"/>
                  </a:lnTo>
                  <a:lnTo>
                    <a:pt x="430616" y="1149731"/>
                  </a:lnTo>
                  <a:lnTo>
                    <a:pt x="416052" y="1149731"/>
                  </a:lnTo>
                  <a:lnTo>
                    <a:pt x="408432" y="1147572"/>
                  </a:lnTo>
                  <a:close/>
                </a:path>
                <a:path w="1325879" h="2040889">
                  <a:moveTo>
                    <a:pt x="462352" y="1162812"/>
                  </a:moveTo>
                  <a:lnTo>
                    <a:pt x="420243" y="1162812"/>
                  </a:lnTo>
                  <a:lnTo>
                    <a:pt x="652018" y="1228725"/>
                  </a:lnTo>
                  <a:lnTo>
                    <a:pt x="652018" y="1216787"/>
                  </a:lnTo>
                  <a:lnTo>
                    <a:pt x="462352" y="1162812"/>
                  </a:lnTo>
                  <a:close/>
                </a:path>
                <a:path w="1325879" h="2040889">
                  <a:moveTo>
                    <a:pt x="717042" y="1167003"/>
                  </a:moveTo>
                  <a:lnTo>
                    <a:pt x="717042" y="1184529"/>
                  </a:lnTo>
                  <a:lnTo>
                    <a:pt x="664337" y="1220343"/>
                  </a:lnTo>
                  <a:lnTo>
                    <a:pt x="684676" y="1220343"/>
                  </a:lnTo>
                  <a:lnTo>
                    <a:pt x="724535" y="1193292"/>
                  </a:lnTo>
                  <a:lnTo>
                    <a:pt x="739783" y="1193292"/>
                  </a:lnTo>
                  <a:lnTo>
                    <a:pt x="734187" y="1186815"/>
                  </a:lnTo>
                  <a:lnTo>
                    <a:pt x="747107" y="1178052"/>
                  </a:lnTo>
                  <a:lnTo>
                    <a:pt x="726567" y="1178052"/>
                  </a:lnTo>
                  <a:lnTo>
                    <a:pt x="717042" y="1167003"/>
                  </a:lnTo>
                  <a:close/>
                </a:path>
                <a:path w="1325879" h="2040889">
                  <a:moveTo>
                    <a:pt x="568494" y="995426"/>
                  </a:moveTo>
                  <a:lnTo>
                    <a:pt x="553339" y="995426"/>
                  </a:lnTo>
                  <a:lnTo>
                    <a:pt x="717042" y="1184529"/>
                  </a:lnTo>
                  <a:lnTo>
                    <a:pt x="717042" y="1167003"/>
                  </a:lnTo>
                  <a:lnTo>
                    <a:pt x="568494" y="995426"/>
                  </a:lnTo>
                  <a:close/>
                </a:path>
                <a:path w="1325879" h="2040889">
                  <a:moveTo>
                    <a:pt x="1250188" y="829945"/>
                  </a:moveTo>
                  <a:lnTo>
                    <a:pt x="1174242" y="839978"/>
                  </a:lnTo>
                  <a:lnTo>
                    <a:pt x="1190244" y="863727"/>
                  </a:lnTo>
                  <a:lnTo>
                    <a:pt x="726567" y="1178052"/>
                  </a:lnTo>
                  <a:lnTo>
                    <a:pt x="747107" y="1178052"/>
                  </a:lnTo>
                  <a:lnTo>
                    <a:pt x="1196721" y="873125"/>
                  </a:lnTo>
                  <a:lnTo>
                    <a:pt x="1226043" y="873125"/>
                  </a:lnTo>
                  <a:lnTo>
                    <a:pt x="1250188" y="829945"/>
                  </a:lnTo>
                  <a:close/>
                </a:path>
                <a:path w="1325879" h="2040889">
                  <a:moveTo>
                    <a:pt x="82151" y="1054735"/>
                  </a:moveTo>
                  <a:lnTo>
                    <a:pt x="40513" y="1054735"/>
                  </a:lnTo>
                  <a:lnTo>
                    <a:pt x="408432" y="1159383"/>
                  </a:lnTo>
                  <a:lnTo>
                    <a:pt x="408432" y="1147572"/>
                  </a:lnTo>
                  <a:lnTo>
                    <a:pt x="82151" y="1054735"/>
                  </a:lnTo>
                  <a:close/>
                </a:path>
                <a:path w="1325879" h="2040889">
                  <a:moveTo>
                    <a:pt x="545719" y="969137"/>
                  </a:moveTo>
                  <a:lnTo>
                    <a:pt x="545719" y="986663"/>
                  </a:lnTo>
                  <a:lnTo>
                    <a:pt x="416052" y="1149731"/>
                  </a:lnTo>
                  <a:lnTo>
                    <a:pt x="430616" y="1149731"/>
                  </a:lnTo>
                  <a:lnTo>
                    <a:pt x="553339" y="995426"/>
                  </a:lnTo>
                  <a:lnTo>
                    <a:pt x="568494" y="995426"/>
                  </a:lnTo>
                  <a:lnTo>
                    <a:pt x="560578" y="986282"/>
                  </a:lnTo>
                  <a:lnTo>
                    <a:pt x="567536" y="977519"/>
                  </a:lnTo>
                  <a:lnTo>
                    <a:pt x="552958" y="977519"/>
                  </a:lnTo>
                  <a:lnTo>
                    <a:pt x="545719" y="969137"/>
                  </a:lnTo>
                  <a:close/>
                </a:path>
                <a:path w="1325879" h="2040889">
                  <a:moveTo>
                    <a:pt x="481203" y="894588"/>
                  </a:moveTo>
                  <a:lnTo>
                    <a:pt x="481203" y="912114"/>
                  </a:lnTo>
                  <a:lnTo>
                    <a:pt x="27432" y="1026033"/>
                  </a:lnTo>
                  <a:lnTo>
                    <a:pt x="74545" y="1026033"/>
                  </a:lnTo>
                  <a:lnTo>
                    <a:pt x="489458" y="921766"/>
                  </a:lnTo>
                  <a:lnTo>
                    <a:pt x="504775" y="921766"/>
                  </a:lnTo>
                  <a:lnTo>
                    <a:pt x="502031" y="918591"/>
                  </a:lnTo>
                  <a:lnTo>
                    <a:pt x="540399" y="908939"/>
                  </a:lnTo>
                  <a:lnTo>
                    <a:pt x="493649" y="908939"/>
                  </a:lnTo>
                  <a:lnTo>
                    <a:pt x="481203" y="894588"/>
                  </a:lnTo>
                  <a:close/>
                </a:path>
                <a:path w="1325879" h="2040889">
                  <a:moveTo>
                    <a:pt x="504775" y="921766"/>
                  </a:moveTo>
                  <a:lnTo>
                    <a:pt x="489458" y="921766"/>
                  </a:lnTo>
                  <a:lnTo>
                    <a:pt x="545719" y="986663"/>
                  </a:lnTo>
                  <a:lnTo>
                    <a:pt x="545719" y="969137"/>
                  </a:lnTo>
                  <a:lnTo>
                    <a:pt x="504775" y="921766"/>
                  </a:lnTo>
                  <a:close/>
                </a:path>
                <a:path w="1325879" h="2040889">
                  <a:moveTo>
                    <a:pt x="1250188" y="109728"/>
                  </a:moveTo>
                  <a:lnTo>
                    <a:pt x="1180719" y="142113"/>
                  </a:lnTo>
                  <a:lnTo>
                    <a:pt x="1203071" y="159893"/>
                  </a:lnTo>
                  <a:lnTo>
                    <a:pt x="635889" y="873125"/>
                  </a:lnTo>
                  <a:lnTo>
                    <a:pt x="624205" y="876173"/>
                  </a:lnTo>
                  <a:lnTo>
                    <a:pt x="624205" y="887857"/>
                  </a:lnTo>
                  <a:lnTo>
                    <a:pt x="552958" y="977519"/>
                  </a:lnTo>
                  <a:lnTo>
                    <a:pt x="567536" y="977519"/>
                  </a:lnTo>
                  <a:lnTo>
                    <a:pt x="642366" y="883285"/>
                  </a:lnTo>
                  <a:lnTo>
                    <a:pt x="701012" y="868553"/>
                  </a:lnTo>
                  <a:lnTo>
                    <a:pt x="654177" y="868553"/>
                  </a:lnTo>
                  <a:lnTo>
                    <a:pt x="1211961" y="167005"/>
                  </a:lnTo>
                  <a:lnTo>
                    <a:pt x="1238108" y="167005"/>
                  </a:lnTo>
                  <a:lnTo>
                    <a:pt x="1241552" y="150876"/>
                  </a:lnTo>
                  <a:lnTo>
                    <a:pt x="1250188" y="109728"/>
                  </a:lnTo>
                  <a:close/>
                </a:path>
                <a:path w="1325879" h="2040889">
                  <a:moveTo>
                    <a:pt x="363630" y="758825"/>
                  </a:moveTo>
                  <a:lnTo>
                    <a:pt x="348488" y="758825"/>
                  </a:lnTo>
                  <a:lnTo>
                    <a:pt x="481203" y="912114"/>
                  </a:lnTo>
                  <a:lnTo>
                    <a:pt x="481203" y="894588"/>
                  </a:lnTo>
                  <a:lnTo>
                    <a:pt x="363630" y="758825"/>
                  </a:lnTo>
                  <a:close/>
                </a:path>
                <a:path w="1325879" h="2040889">
                  <a:moveTo>
                    <a:pt x="624205" y="876173"/>
                  </a:moveTo>
                  <a:lnTo>
                    <a:pt x="493649" y="908939"/>
                  </a:lnTo>
                  <a:lnTo>
                    <a:pt x="540399" y="908939"/>
                  </a:lnTo>
                  <a:lnTo>
                    <a:pt x="624205" y="887857"/>
                  </a:lnTo>
                  <a:lnTo>
                    <a:pt x="624205" y="876173"/>
                  </a:lnTo>
                  <a:close/>
                </a:path>
                <a:path w="1325879" h="2040889">
                  <a:moveTo>
                    <a:pt x="1226043" y="873125"/>
                  </a:moveTo>
                  <a:lnTo>
                    <a:pt x="1196721" y="873125"/>
                  </a:lnTo>
                  <a:lnTo>
                    <a:pt x="1212723" y="896874"/>
                  </a:lnTo>
                  <a:lnTo>
                    <a:pt x="1226043" y="873125"/>
                  </a:lnTo>
                  <a:close/>
                </a:path>
                <a:path w="1325879" h="2040889">
                  <a:moveTo>
                    <a:pt x="1187831" y="704977"/>
                  </a:moveTo>
                  <a:lnTo>
                    <a:pt x="1194816" y="732790"/>
                  </a:lnTo>
                  <a:lnTo>
                    <a:pt x="654177" y="868553"/>
                  </a:lnTo>
                  <a:lnTo>
                    <a:pt x="701012" y="868553"/>
                  </a:lnTo>
                  <a:lnTo>
                    <a:pt x="1197483" y="743839"/>
                  </a:lnTo>
                  <a:lnTo>
                    <a:pt x="1236810" y="743839"/>
                  </a:lnTo>
                  <a:lnTo>
                    <a:pt x="1252982" y="729996"/>
                  </a:lnTo>
                  <a:lnTo>
                    <a:pt x="1262634" y="721614"/>
                  </a:lnTo>
                  <a:lnTo>
                    <a:pt x="1187831" y="704977"/>
                  </a:lnTo>
                  <a:close/>
                </a:path>
                <a:path w="1325879" h="2040889">
                  <a:moveTo>
                    <a:pt x="1236810" y="743839"/>
                  </a:moveTo>
                  <a:lnTo>
                    <a:pt x="1197483" y="743839"/>
                  </a:lnTo>
                  <a:lnTo>
                    <a:pt x="1204468" y="771525"/>
                  </a:lnTo>
                  <a:lnTo>
                    <a:pt x="1236810" y="743839"/>
                  </a:lnTo>
                  <a:close/>
                </a:path>
                <a:path w="1325879" h="2040889">
                  <a:moveTo>
                    <a:pt x="1250696" y="0"/>
                  </a:moveTo>
                  <a:lnTo>
                    <a:pt x="1176020" y="17526"/>
                  </a:lnTo>
                  <a:lnTo>
                    <a:pt x="1194308" y="39497"/>
                  </a:lnTo>
                  <a:lnTo>
                    <a:pt x="349758" y="742823"/>
                  </a:lnTo>
                  <a:lnTo>
                    <a:pt x="367621" y="742823"/>
                  </a:lnTo>
                  <a:lnTo>
                    <a:pt x="1201674" y="48260"/>
                  </a:lnTo>
                  <a:lnTo>
                    <a:pt x="1229556" y="48260"/>
                  </a:lnTo>
                  <a:lnTo>
                    <a:pt x="1236599" y="32131"/>
                  </a:lnTo>
                  <a:lnTo>
                    <a:pt x="1250696" y="0"/>
                  </a:lnTo>
                  <a:close/>
                </a:path>
                <a:path w="1325879" h="2040889">
                  <a:moveTo>
                    <a:pt x="1238108" y="167005"/>
                  </a:moveTo>
                  <a:lnTo>
                    <a:pt x="1211961" y="167005"/>
                  </a:lnTo>
                  <a:lnTo>
                    <a:pt x="1234313" y="184785"/>
                  </a:lnTo>
                  <a:lnTo>
                    <a:pt x="1238108" y="167005"/>
                  </a:lnTo>
                  <a:close/>
                </a:path>
                <a:path w="1325879" h="2040889">
                  <a:moveTo>
                    <a:pt x="1229556" y="48260"/>
                  </a:moveTo>
                  <a:lnTo>
                    <a:pt x="1201674" y="48260"/>
                  </a:lnTo>
                  <a:lnTo>
                    <a:pt x="1219962" y="70231"/>
                  </a:lnTo>
                  <a:lnTo>
                    <a:pt x="1229556" y="4826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08241" y="2262377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59" h="417830">
                  <a:moveTo>
                    <a:pt x="0" y="208661"/>
                  </a:moveTo>
                  <a:lnTo>
                    <a:pt x="4317" y="166624"/>
                  </a:lnTo>
                  <a:lnTo>
                    <a:pt x="16890" y="127508"/>
                  </a:lnTo>
                  <a:lnTo>
                    <a:pt x="36702" y="92075"/>
                  </a:lnTo>
                  <a:lnTo>
                    <a:pt x="62864" y="61087"/>
                  </a:lnTo>
                  <a:lnTo>
                    <a:pt x="94614" y="35687"/>
                  </a:lnTo>
                  <a:lnTo>
                    <a:pt x="131063" y="16383"/>
                  </a:lnTo>
                  <a:lnTo>
                    <a:pt x="171450" y="4191"/>
                  </a:lnTo>
                  <a:lnTo>
                    <a:pt x="214629" y="0"/>
                  </a:lnTo>
                  <a:lnTo>
                    <a:pt x="257936" y="4191"/>
                  </a:lnTo>
                  <a:lnTo>
                    <a:pt x="298196" y="16383"/>
                  </a:lnTo>
                  <a:lnTo>
                    <a:pt x="334644" y="35687"/>
                  </a:lnTo>
                  <a:lnTo>
                    <a:pt x="366394" y="61087"/>
                  </a:lnTo>
                  <a:lnTo>
                    <a:pt x="392683" y="92075"/>
                  </a:lnTo>
                  <a:lnTo>
                    <a:pt x="412496" y="127508"/>
                  </a:lnTo>
                  <a:lnTo>
                    <a:pt x="424941" y="166624"/>
                  </a:lnTo>
                  <a:lnTo>
                    <a:pt x="429259" y="208661"/>
                  </a:lnTo>
                  <a:lnTo>
                    <a:pt x="424941" y="250698"/>
                  </a:lnTo>
                  <a:lnTo>
                    <a:pt x="412496" y="289941"/>
                  </a:lnTo>
                  <a:lnTo>
                    <a:pt x="392683" y="325374"/>
                  </a:lnTo>
                  <a:lnTo>
                    <a:pt x="366394" y="356235"/>
                  </a:lnTo>
                  <a:lnTo>
                    <a:pt x="334644" y="381635"/>
                  </a:lnTo>
                  <a:lnTo>
                    <a:pt x="298196" y="400938"/>
                  </a:lnTo>
                  <a:lnTo>
                    <a:pt x="257936" y="413131"/>
                  </a:lnTo>
                  <a:lnTo>
                    <a:pt x="214629" y="417322"/>
                  </a:lnTo>
                  <a:lnTo>
                    <a:pt x="171450" y="413131"/>
                  </a:lnTo>
                  <a:lnTo>
                    <a:pt x="131063" y="400938"/>
                  </a:lnTo>
                  <a:lnTo>
                    <a:pt x="94614" y="381635"/>
                  </a:lnTo>
                  <a:lnTo>
                    <a:pt x="62864" y="356235"/>
                  </a:lnTo>
                  <a:lnTo>
                    <a:pt x="36702" y="325374"/>
                  </a:lnTo>
                  <a:lnTo>
                    <a:pt x="16890" y="289941"/>
                  </a:lnTo>
                  <a:lnTo>
                    <a:pt x="4317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2041" y="2381122"/>
              <a:ext cx="76581" cy="643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10555" y="1676399"/>
              <a:ext cx="1242060" cy="739140"/>
            </a:xfrm>
            <a:custGeom>
              <a:avLst/>
              <a:gdLst/>
              <a:ahLst/>
              <a:cxnLst/>
              <a:rect l="l" t="t" r="r" b="b"/>
              <a:pathLst>
                <a:path w="1242060" h="739139">
                  <a:moveTo>
                    <a:pt x="5715" y="0"/>
                  </a:moveTo>
                  <a:lnTo>
                    <a:pt x="0" y="9778"/>
                  </a:lnTo>
                  <a:lnTo>
                    <a:pt x="1236091" y="739139"/>
                  </a:lnTo>
                  <a:lnTo>
                    <a:pt x="1241806" y="729361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14338" y="2893313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59" h="417829">
                  <a:moveTo>
                    <a:pt x="0" y="208787"/>
                  </a:moveTo>
                  <a:lnTo>
                    <a:pt x="4317" y="166750"/>
                  </a:lnTo>
                  <a:lnTo>
                    <a:pt x="16890" y="127508"/>
                  </a:lnTo>
                  <a:lnTo>
                    <a:pt x="36702" y="92075"/>
                  </a:lnTo>
                  <a:lnTo>
                    <a:pt x="62864" y="61087"/>
                  </a:lnTo>
                  <a:lnTo>
                    <a:pt x="94614" y="35687"/>
                  </a:lnTo>
                  <a:lnTo>
                    <a:pt x="131063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6" y="4190"/>
                  </a:lnTo>
                  <a:lnTo>
                    <a:pt x="298195" y="16383"/>
                  </a:lnTo>
                  <a:lnTo>
                    <a:pt x="334644" y="35687"/>
                  </a:lnTo>
                  <a:lnTo>
                    <a:pt x="366394" y="61087"/>
                  </a:lnTo>
                  <a:lnTo>
                    <a:pt x="392683" y="92075"/>
                  </a:lnTo>
                  <a:lnTo>
                    <a:pt x="412495" y="127508"/>
                  </a:lnTo>
                  <a:lnTo>
                    <a:pt x="424941" y="166750"/>
                  </a:lnTo>
                  <a:lnTo>
                    <a:pt x="429259" y="208787"/>
                  </a:lnTo>
                  <a:lnTo>
                    <a:pt x="424941" y="250825"/>
                  </a:lnTo>
                  <a:lnTo>
                    <a:pt x="412495" y="290068"/>
                  </a:lnTo>
                  <a:lnTo>
                    <a:pt x="392683" y="325500"/>
                  </a:lnTo>
                  <a:lnTo>
                    <a:pt x="366394" y="356488"/>
                  </a:lnTo>
                  <a:lnTo>
                    <a:pt x="334644" y="381888"/>
                  </a:lnTo>
                  <a:lnTo>
                    <a:pt x="298195" y="401193"/>
                  </a:lnTo>
                  <a:lnTo>
                    <a:pt x="257936" y="413385"/>
                  </a:lnTo>
                  <a:lnTo>
                    <a:pt x="214629" y="417575"/>
                  </a:lnTo>
                  <a:lnTo>
                    <a:pt x="171450" y="413385"/>
                  </a:lnTo>
                  <a:lnTo>
                    <a:pt x="131063" y="401193"/>
                  </a:lnTo>
                  <a:lnTo>
                    <a:pt x="94614" y="381888"/>
                  </a:lnTo>
                  <a:lnTo>
                    <a:pt x="62864" y="356488"/>
                  </a:lnTo>
                  <a:lnTo>
                    <a:pt x="36702" y="325500"/>
                  </a:lnTo>
                  <a:lnTo>
                    <a:pt x="16890" y="290068"/>
                  </a:lnTo>
                  <a:lnTo>
                    <a:pt x="4317" y="250825"/>
                  </a:lnTo>
                  <a:lnTo>
                    <a:pt x="0" y="208787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10555" y="1677923"/>
              <a:ext cx="1304290" cy="2034539"/>
            </a:xfrm>
            <a:custGeom>
              <a:avLst/>
              <a:gdLst/>
              <a:ahLst/>
              <a:cxnLst/>
              <a:rect l="l" t="t" r="r" b="b"/>
              <a:pathLst>
                <a:path w="1304290" h="2034539">
                  <a:moveTo>
                    <a:pt x="719074" y="1404874"/>
                  </a:moveTo>
                  <a:lnTo>
                    <a:pt x="702056" y="1404874"/>
                  </a:lnTo>
                  <a:lnTo>
                    <a:pt x="13589" y="2023490"/>
                  </a:lnTo>
                  <a:lnTo>
                    <a:pt x="12700" y="2023871"/>
                  </a:lnTo>
                  <a:lnTo>
                    <a:pt x="12827" y="2024126"/>
                  </a:lnTo>
                  <a:lnTo>
                    <a:pt x="11430" y="2025395"/>
                  </a:lnTo>
                  <a:lnTo>
                    <a:pt x="15875" y="2030349"/>
                  </a:lnTo>
                  <a:lnTo>
                    <a:pt x="17415" y="2033651"/>
                  </a:lnTo>
                  <a:lnTo>
                    <a:pt x="17534" y="2033905"/>
                  </a:lnTo>
                  <a:lnTo>
                    <a:pt x="17653" y="2034158"/>
                  </a:lnTo>
                  <a:lnTo>
                    <a:pt x="18796" y="2033651"/>
                  </a:lnTo>
                  <a:lnTo>
                    <a:pt x="19227" y="2033651"/>
                  </a:lnTo>
                  <a:lnTo>
                    <a:pt x="19685" y="2033270"/>
                  </a:lnTo>
                  <a:lnTo>
                    <a:pt x="76809" y="2005330"/>
                  </a:lnTo>
                  <a:lnTo>
                    <a:pt x="50800" y="2005330"/>
                  </a:lnTo>
                  <a:lnTo>
                    <a:pt x="719074" y="1404874"/>
                  </a:lnTo>
                  <a:close/>
                </a:path>
                <a:path w="1304290" h="2034539">
                  <a:moveTo>
                    <a:pt x="19227" y="2033651"/>
                  </a:moveTo>
                  <a:lnTo>
                    <a:pt x="18796" y="2033651"/>
                  </a:lnTo>
                  <a:lnTo>
                    <a:pt x="18923" y="2033905"/>
                  </a:lnTo>
                  <a:lnTo>
                    <a:pt x="19227" y="2033651"/>
                  </a:lnTo>
                  <a:close/>
                </a:path>
                <a:path w="1304290" h="2034539">
                  <a:moveTo>
                    <a:pt x="1234567" y="1357376"/>
                  </a:moveTo>
                  <a:lnTo>
                    <a:pt x="1234567" y="1370711"/>
                  </a:lnTo>
                  <a:lnTo>
                    <a:pt x="1232154" y="1372870"/>
                  </a:lnTo>
                  <a:lnTo>
                    <a:pt x="1234567" y="1373758"/>
                  </a:lnTo>
                  <a:lnTo>
                    <a:pt x="1234567" y="1426337"/>
                  </a:lnTo>
                  <a:lnTo>
                    <a:pt x="50800" y="2005330"/>
                  </a:lnTo>
                  <a:lnTo>
                    <a:pt x="76809" y="2005330"/>
                  </a:lnTo>
                  <a:lnTo>
                    <a:pt x="1243965" y="1434464"/>
                  </a:lnTo>
                  <a:lnTo>
                    <a:pt x="1276216" y="1434464"/>
                  </a:lnTo>
                  <a:lnTo>
                    <a:pt x="1287907" y="1419225"/>
                  </a:lnTo>
                  <a:lnTo>
                    <a:pt x="1302669" y="1399794"/>
                  </a:lnTo>
                  <a:lnTo>
                    <a:pt x="1303210" y="1399794"/>
                  </a:lnTo>
                  <a:lnTo>
                    <a:pt x="1303020" y="1399413"/>
                  </a:lnTo>
                  <a:lnTo>
                    <a:pt x="1303923" y="1399413"/>
                  </a:lnTo>
                  <a:lnTo>
                    <a:pt x="1292972" y="1362202"/>
                  </a:lnTo>
                  <a:lnTo>
                    <a:pt x="1243711" y="1362202"/>
                  </a:lnTo>
                  <a:lnTo>
                    <a:pt x="1234567" y="1357376"/>
                  </a:lnTo>
                  <a:close/>
                </a:path>
                <a:path w="1304290" h="2034539">
                  <a:moveTo>
                    <a:pt x="1276216" y="1434464"/>
                  </a:moveTo>
                  <a:lnTo>
                    <a:pt x="1243965" y="1434464"/>
                  </a:lnTo>
                  <a:lnTo>
                    <a:pt x="1256538" y="1460119"/>
                  </a:lnTo>
                  <a:lnTo>
                    <a:pt x="1276216" y="1434464"/>
                  </a:lnTo>
                  <a:close/>
                </a:path>
                <a:path w="1304290" h="2034539">
                  <a:moveTo>
                    <a:pt x="15367" y="719836"/>
                  </a:moveTo>
                  <a:lnTo>
                    <a:pt x="15240" y="725551"/>
                  </a:lnTo>
                  <a:lnTo>
                    <a:pt x="12573" y="730630"/>
                  </a:lnTo>
                  <a:lnTo>
                    <a:pt x="665099" y="1072134"/>
                  </a:lnTo>
                  <a:lnTo>
                    <a:pt x="12700" y="1393952"/>
                  </a:lnTo>
                  <a:lnTo>
                    <a:pt x="15240" y="1399032"/>
                  </a:lnTo>
                  <a:lnTo>
                    <a:pt x="15240" y="1404874"/>
                  </a:lnTo>
                  <a:lnTo>
                    <a:pt x="1229614" y="1404874"/>
                  </a:lnTo>
                  <a:lnTo>
                    <a:pt x="1234567" y="1415161"/>
                  </a:lnTo>
                  <a:lnTo>
                    <a:pt x="1234567" y="1393444"/>
                  </a:lnTo>
                  <a:lnTo>
                    <a:pt x="39243" y="1393444"/>
                  </a:lnTo>
                  <a:lnTo>
                    <a:pt x="677545" y="1078738"/>
                  </a:lnTo>
                  <a:lnTo>
                    <a:pt x="702361" y="1078738"/>
                  </a:lnTo>
                  <a:lnTo>
                    <a:pt x="690245" y="1072388"/>
                  </a:lnTo>
                  <a:lnTo>
                    <a:pt x="703384" y="1065911"/>
                  </a:lnTo>
                  <a:lnTo>
                    <a:pt x="677672" y="1065911"/>
                  </a:lnTo>
                  <a:lnTo>
                    <a:pt x="39878" y="732027"/>
                  </a:lnTo>
                  <a:lnTo>
                    <a:pt x="390395" y="732027"/>
                  </a:lnTo>
                  <a:lnTo>
                    <a:pt x="15367" y="719836"/>
                  </a:lnTo>
                  <a:close/>
                </a:path>
                <a:path w="1304290" h="2034539">
                  <a:moveTo>
                    <a:pt x="1303923" y="1399413"/>
                  </a:moveTo>
                  <a:lnTo>
                    <a:pt x="1303020" y="1399413"/>
                  </a:lnTo>
                  <a:lnTo>
                    <a:pt x="1304036" y="1399794"/>
                  </a:lnTo>
                  <a:lnTo>
                    <a:pt x="1303923" y="1399413"/>
                  </a:lnTo>
                  <a:close/>
                </a:path>
                <a:path w="1304290" h="2034539">
                  <a:moveTo>
                    <a:pt x="922401" y="1194053"/>
                  </a:moveTo>
                  <a:lnTo>
                    <a:pt x="922401" y="1206880"/>
                  </a:lnTo>
                  <a:lnTo>
                    <a:pt x="714756" y="1393444"/>
                  </a:lnTo>
                  <a:lnTo>
                    <a:pt x="731774" y="1393444"/>
                  </a:lnTo>
                  <a:lnTo>
                    <a:pt x="933196" y="1212468"/>
                  </a:lnTo>
                  <a:lnTo>
                    <a:pt x="957740" y="1212468"/>
                  </a:lnTo>
                  <a:lnTo>
                    <a:pt x="942213" y="1204340"/>
                  </a:lnTo>
                  <a:lnTo>
                    <a:pt x="948442" y="1198752"/>
                  </a:lnTo>
                  <a:lnTo>
                    <a:pt x="931545" y="1198752"/>
                  </a:lnTo>
                  <a:lnTo>
                    <a:pt x="922401" y="1194053"/>
                  </a:lnTo>
                  <a:close/>
                </a:path>
                <a:path w="1304290" h="2034539">
                  <a:moveTo>
                    <a:pt x="1234567" y="1382649"/>
                  </a:moveTo>
                  <a:lnTo>
                    <a:pt x="1228979" y="1393444"/>
                  </a:lnTo>
                  <a:lnTo>
                    <a:pt x="1234567" y="1393444"/>
                  </a:lnTo>
                  <a:lnTo>
                    <a:pt x="1234567" y="1382649"/>
                  </a:lnTo>
                  <a:close/>
                </a:path>
                <a:path w="1304290" h="2034539">
                  <a:moveTo>
                    <a:pt x="957740" y="1212468"/>
                  </a:moveTo>
                  <a:lnTo>
                    <a:pt x="933196" y="1212468"/>
                  </a:lnTo>
                  <a:lnTo>
                    <a:pt x="1234567" y="1370202"/>
                  </a:lnTo>
                  <a:lnTo>
                    <a:pt x="1234567" y="1357376"/>
                  </a:lnTo>
                  <a:lnTo>
                    <a:pt x="957740" y="1212468"/>
                  </a:lnTo>
                  <a:close/>
                </a:path>
                <a:path w="1304290" h="2034539">
                  <a:moveTo>
                    <a:pt x="1251077" y="1334389"/>
                  </a:moveTo>
                  <a:lnTo>
                    <a:pt x="1251077" y="1351280"/>
                  </a:lnTo>
                  <a:lnTo>
                    <a:pt x="1246886" y="1359281"/>
                  </a:lnTo>
                  <a:lnTo>
                    <a:pt x="1243711" y="1362202"/>
                  </a:lnTo>
                  <a:lnTo>
                    <a:pt x="1292972" y="1362202"/>
                  </a:lnTo>
                  <a:lnTo>
                    <a:pt x="1287645" y="1344168"/>
                  </a:lnTo>
                  <a:lnTo>
                    <a:pt x="1263015" y="1344168"/>
                  </a:lnTo>
                  <a:lnTo>
                    <a:pt x="1260443" y="1340484"/>
                  </a:lnTo>
                  <a:lnTo>
                    <a:pt x="1256665" y="1340484"/>
                  </a:lnTo>
                  <a:lnTo>
                    <a:pt x="1251077" y="1334389"/>
                  </a:lnTo>
                  <a:close/>
                </a:path>
                <a:path w="1304290" h="2034539">
                  <a:moveTo>
                    <a:pt x="1051662" y="1120266"/>
                  </a:moveTo>
                  <a:lnTo>
                    <a:pt x="1035939" y="1120266"/>
                  </a:lnTo>
                  <a:lnTo>
                    <a:pt x="1251077" y="1351280"/>
                  </a:lnTo>
                  <a:lnTo>
                    <a:pt x="1251077" y="1334389"/>
                  </a:lnTo>
                  <a:lnTo>
                    <a:pt x="1051662" y="1120266"/>
                  </a:lnTo>
                  <a:close/>
                </a:path>
                <a:path w="1304290" h="2034539">
                  <a:moveTo>
                    <a:pt x="1282319" y="1326133"/>
                  </a:moveTo>
                  <a:lnTo>
                    <a:pt x="1263015" y="1344168"/>
                  </a:lnTo>
                  <a:lnTo>
                    <a:pt x="1287645" y="1344168"/>
                  </a:lnTo>
                  <a:lnTo>
                    <a:pt x="1282319" y="1326133"/>
                  </a:lnTo>
                  <a:close/>
                </a:path>
                <a:path w="1304290" h="2034539">
                  <a:moveTo>
                    <a:pt x="1258316" y="1337437"/>
                  </a:moveTo>
                  <a:lnTo>
                    <a:pt x="1256665" y="1340484"/>
                  </a:lnTo>
                  <a:lnTo>
                    <a:pt x="1260443" y="1340484"/>
                  </a:lnTo>
                  <a:lnTo>
                    <a:pt x="1258316" y="1337437"/>
                  </a:lnTo>
                  <a:close/>
                </a:path>
                <a:path w="1304290" h="2034539">
                  <a:moveTo>
                    <a:pt x="702361" y="1078738"/>
                  </a:moveTo>
                  <a:lnTo>
                    <a:pt x="677545" y="1078738"/>
                  </a:lnTo>
                  <a:lnTo>
                    <a:pt x="922401" y="1206880"/>
                  </a:lnTo>
                  <a:lnTo>
                    <a:pt x="922401" y="1194053"/>
                  </a:lnTo>
                  <a:lnTo>
                    <a:pt x="702361" y="1078738"/>
                  </a:lnTo>
                  <a:close/>
                </a:path>
                <a:path w="1304290" h="2034539">
                  <a:moveTo>
                    <a:pt x="1028065" y="1094993"/>
                  </a:moveTo>
                  <a:lnTo>
                    <a:pt x="1028065" y="1111885"/>
                  </a:lnTo>
                  <a:lnTo>
                    <a:pt x="931545" y="1198752"/>
                  </a:lnTo>
                  <a:lnTo>
                    <a:pt x="948442" y="1198752"/>
                  </a:lnTo>
                  <a:lnTo>
                    <a:pt x="1035939" y="1120266"/>
                  </a:lnTo>
                  <a:lnTo>
                    <a:pt x="1051662" y="1120266"/>
                  </a:lnTo>
                  <a:lnTo>
                    <a:pt x="1044448" y="1112520"/>
                  </a:lnTo>
                  <a:lnTo>
                    <a:pt x="1053640" y="1104264"/>
                  </a:lnTo>
                  <a:lnTo>
                    <a:pt x="1036701" y="1104264"/>
                  </a:lnTo>
                  <a:lnTo>
                    <a:pt x="1028065" y="1094993"/>
                  </a:lnTo>
                  <a:close/>
                </a:path>
                <a:path w="1304290" h="2034539">
                  <a:moveTo>
                    <a:pt x="912378" y="970661"/>
                  </a:moveTo>
                  <a:lnTo>
                    <a:pt x="896620" y="970661"/>
                  </a:lnTo>
                  <a:lnTo>
                    <a:pt x="1028065" y="1111885"/>
                  </a:lnTo>
                  <a:lnTo>
                    <a:pt x="1028065" y="1094993"/>
                  </a:lnTo>
                  <a:lnTo>
                    <a:pt x="912378" y="970661"/>
                  </a:lnTo>
                  <a:close/>
                </a:path>
                <a:path w="1304290" h="2034539">
                  <a:moveTo>
                    <a:pt x="1297177" y="877824"/>
                  </a:moveTo>
                  <a:lnTo>
                    <a:pt x="1223137" y="898143"/>
                  </a:lnTo>
                  <a:lnTo>
                    <a:pt x="1242314" y="919479"/>
                  </a:lnTo>
                  <a:lnTo>
                    <a:pt x="1036701" y="1104264"/>
                  </a:lnTo>
                  <a:lnTo>
                    <a:pt x="1053640" y="1104264"/>
                  </a:lnTo>
                  <a:lnTo>
                    <a:pt x="1249934" y="927988"/>
                  </a:lnTo>
                  <a:lnTo>
                    <a:pt x="1277352" y="927988"/>
                  </a:lnTo>
                  <a:lnTo>
                    <a:pt x="1297177" y="877824"/>
                  </a:lnTo>
                  <a:close/>
                </a:path>
                <a:path w="1304290" h="2034539">
                  <a:moveTo>
                    <a:pt x="888492" y="945006"/>
                  </a:moveTo>
                  <a:lnTo>
                    <a:pt x="888492" y="961898"/>
                  </a:lnTo>
                  <a:lnTo>
                    <a:pt x="677672" y="1065911"/>
                  </a:lnTo>
                  <a:lnTo>
                    <a:pt x="703384" y="1065911"/>
                  </a:lnTo>
                  <a:lnTo>
                    <a:pt x="896620" y="970661"/>
                  </a:lnTo>
                  <a:lnTo>
                    <a:pt x="912378" y="970661"/>
                  </a:lnTo>
                  <a:lnTo>
                    <a:pt x="907415" y="965326"/>
                  </a:lnTo>
                  <a:lnTo>
                    <a:pt x="925179" y="956563"/>
                  </a:lnTo>
                  <a:lnTo>
                    <a:pt x="899287" y="956563"/>
                  </a:lnTo>
                  <a:lnTo>
                    <a:pt x="888492" y="945006"/>
                  </a:lnTo>
                  <a:close/>
                </a:path>
                <a:path w="1304290" h="2034539">
                  <a:moveTo>
                    <a:pt x="390395" y="732027"/>
                  </a:moveTo>
                  <a:lnTo>
                    <a:pt x="39878" y="732027"/>
                  </a:lnTo>
                  <a:lnTo>
                    <a:pt x="694309" y="753363"/>
                  </a:lnTo>
                  <a:lnTo>
                    <a:pt x="888492" y="961898"/>
                  </a:lnTo>
                  <a:lnTo>
                    <a:pt x="888492" y="945006"/>
                  </a:lnTo>
                  <a:lnTo>
                    <a:pt x="710565" y="753999"/>
                  </a:lnTo>
                  <a:lnTo>
                    <a:pt x="1063644" y="753999"/>
                  </a:lnTo>
                  <a:lnTo>
                    <a:pt x="699516" y="742188"/>
                  </a:lnTo>
                  <a:lnTo>
                    <a:pt x="698924" y="741552"/>
                  </a:lnTo>
                  <a:lnTo>
                    <a:pt x="683387" y="741552"/>
                  </a:lnTo>
                  <a:lnTo>
                    <a:pt x="390395" y="732027"/>
                  </a:lnTo>
                  <a:close/>
                </a:path>
                <a:path w="1304290" h="2034539">
                  <a:moveTo>
                    <a:pt x="1229741" y="730758"/>
                  </a:moveTo>
                  <a:lnTo>
                    <a:pt x="1228725" y="759333"/>
                  </a:lnTo>
                  <a:lnTo>
                    <a:pt x="1228090" y="759333"/>
                  </a:lnTo>
                  <a:lnTo>
                    <a:pt x="1228090" y="781558"/>
                  </a:lnTo>
                  <a:lnTo>
                    <a:pt x="1227709" y="794638"/>
                  </a:lnTo>
                  <a:lnTo>
                    <a:pt x="899287" y="956563"/>
                  </a:lnTo>
                  <a:lnTo>
                    <a:pt x="925179" y="956563"/>
                  </a:lnTo>
                  <a:lnTo>
                    <a:pt x="1238250" y="802131"/>
                  </a:lnTo>
                  <a:lnTo>
                    <a:pt x="1270252" y="802131"/>
                  </a:lnTo>
                  <a:lnTo>
                    <a:pt x="1296416" y="767588"/>
                  </a:lnTo>
                  <a:lnTo>
                    <a:pt x="1297177" y="767334"/>
                  </a:lnTo>
                  <a:lnTo>
                    <a:pt x="1296797" y="767079"/>
                  </a:lnTo>
                  <a:lnTo>
                    <a:pt x="1297177" y="766699"/>
                  </a:lnTo>
                  <a:lnTo>
                    <a:pt x="1296035" y="766699"/>
                  </a:lnTo>
                  <a:lnTo>
                    <a:pt x="1229741" y="730758"/>
                  </a:lnTo>
                  <a:close/>
                </a:path>
                <a:path w="1304290" h="2034539">
                  <a:moveTo>
                    <a:pt x="1277352" y="927988"/>
                  </a:moveTo>
                  <a:lnTo>
                    <a:pt x="1249934" y="927988"/>
                  </a:lnTo>
                  <a:lnTo>
                    <a:pt x="1268984" y="949198"/>
                  </a:lnTo>
                  <a:lnTo>
                    <a:pt x="1277352" y="927988"/>
                  </a:lnTo>
                  <a:close/>
                </a:path>
                <a:path w="1304290" h="2034539">
                  <a:moveTo>
                    <a:pt x="1270252" y="802131"/>
                  </a:moveTo>
                  <a:lnTo>
                    <a:pt x="1238250" y="802131"/>
                  </a:lnTo>
                  <a:lnTo>
                    <a:pt x="1250823" y="827786"/>
                  </a:lnTo>
                  <a:lnTo>
                    <a:pt x="1270252" y="802131"/>
                  </a:lnTo>
                  <a:close/>
                </a:path>
                <a:path w="1304290" h="2034539">
                  <a:moveTo>
                    <a:pt x="1063644" y="753999"/>
                  </a:moveTo>
                  <a:lnTo>
                    <a:pt x="710565" y="753999"/>
                  </a:lnTo>
                  <a:lnTo>
                    <a:pt x="1222629" y="770636"/>
                  </a:lnTo>
                  <a:lnTo>
                    <a:pt x="1228090" y="781558"/>
                  </a:lnTo>
                  <a:lnTo>
                    <a:pt x="1228090" y="759333"/>
                  </a:lnTo>
                  <a:lnTo>
                    <a:pt x="1063644" y="753999"/>
                  </a:lnTo>
                  <a:close/>
                </a:path>
                <a:path w="1304290" h="2034539">
                  <a:moveTo>
                    <a:pt x="8509" y="0"/>
                  </a:moveTo>
                  <a:lnTo>
                    <a:pt x="0" y="7747"/>
                  </a:lnTo>
                  <a:lnTo>
                    <a:pt x="683387" y="741552"/>
                  </a:lnTo>
                  <a:lnTo>
                    <a:pt x="698924" y="741552"/>
                  </a:lnTo>
                  <a:lnTo>
                    <a:pt x="8509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67000" y="2020823"/>
              <a:ext cx="446405" cy="1390015"/>
            </a:xfrm>
            <a:custGeom>
              <a:avLst/>
              <a:gdLst/>
              <a:ahLst/>
              <a:cxnLst/>
              <a:rect l="l" t="t" r="r" b="b"/>
              <a:pathLst>
                <a:path w="446405" h="1390014">
                  <a:moveTo>
                    <a:pt x="430149" y="40132"/>
                  </a:moveTo>
                  <a:lnTo>
                    <a:pt x="371729" y="40132"/>
                  </a:lnTo>
                  <a:lnTo>
                    <a:pt x="371348" y="68580"/>
                  </a:lnTo>
                  <a:lnTo>
                    <a:pt x="430149" y="40132"/>
                  </a:lnTo>
                  <a:close/>
                </a:path>
                <a:path w="446405" h="1390014">
                  <a:moveTo>
                    <a:pt x="440309" y="35179"/>
                  </a:moveTo>
                  <a:lnTo>
                    <a:pt x="372364" y="0"/>
                  </a:lnTo>
                  <a:lnTo>
                    <a:pt x="371856" y="28575"/>
                  </a:lnTo>
                  <a:lnTo>
                    <a:pt x="23368" y="23622"/>
                  </a:lnTo>
                  <a:lnTo>
                    <a:pt x="23241" y="35052"/>
                  </a:lnTo>
                  <a:lnTo>
                    <a:pt x="371729" y="40005"/>
                  </a:lnTo>
                  <a:lnTo>
                    <a:pt x="430530" y="40005"/>
                  </a:lnTo>
                  <a:lnTo>
                    <a:pt x="440309" y="35179"/>
                  </a:lnTo>
                  <a:close/>
                </a:path>
                <a:path w="446405" h="1390014">
                  <a:moveTo>
                    <a:pt x="440944" y="722503"/>
                  </a:moveTo>
                  <a:lnTo>
                    <a:pt x="372364" y="688213"/>
                  </a:lnTo>
                  <a:lnTo>
                    <a:pt x="372364" y="716788"/>
                  </a:lnTo>
                  <a:lnTo>
                    <a:pt x="0" y="716788"/>
                  </a:lnTo>
                  <a:lnTo>
                    <a:pt x="0" y="728218"/>
                  </a:lnTo>
                  <a:lnTo>
                    <a:pt x="372364" y="728218"/>
                  </a:lnTo>
                  <a:lnTo>
                    <a:pt x="372364" y="756793"/>
                  </a:lnTo>
                  <a:lnTo>
                    <a:pt x="440944" y="722503"/>
                  </a:lnTo>
                  <a:close/>
                </a:path>
                <a:path w="446405" h="1390014">
                  <a:moveTo>
                    <a:pt x="446278" y="1355344"/>
                  </a:moveTo>
                  <a:lnTo>
                    <a:pt x="377825" y="1321054"/>
                  </a:lnTo>
                  <a:lnTo>
                    <a:pt x="377825" y="1349629"/>
                  </a:lnTo>
                  <a:lnTo>
                    <a:pt x="23241" y="1349629"/>
                  </a:lnTo>
                  <a:lnTo>
                    <a:pt x="23241" y="1361059"/>
                  </a:lnTo>
                  <a:lnTo>
                    <a:pt x="377825" y="1361059"/>
                  </a:lnTo>
                  <a:lnTo>
                    <a:pt x="377825" y="1389634"/>
                  </a:lnTo>
                  <a:lnTo>
                    <a:pt x="446278" y="135534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37248" y="2435351"/>
              <a:ext cx="368300" cy="701040"/>
            </a:xfrm>
            <a:custGeom>
              <a:avLst/>
              <a:gdLst/>
              <a:ahLst/>
              <a:cxnLst/>
              <a:rect l="l" t="t" r="r" b="b"/>
              <a:pathLst>
                <a:path w="368300" h="701039">
                  <a:moveTo>
                    <a:pt x="356870" y="34290"/>
                  </a:moveTo>
                  <a:lnTo>
                    <a:pt x="288417" y="0"/>
                  </a:lnTo>
                  <a:lnTo>
                    <a:pt x="288417" y="28575"/>
                  </a:lnTo>
                  <a:lnTo>
                    <a:pt x="0" y="28575"/>
                  </a:lnTo>
                  <a:lnTo>
                    <a:pt x="0" y="40005"/>
                  </a:lnTo>
                  <a:lnTo>
                    <a:pt x="288417" y="40005"/>
                  </a:lnTo>
                  <a:lnTo>
                    <a:pt x="288417" y="68580"/>
                  </a:lnTo>
                  <a:lnTo>
                    <a:pt x="356870" y="34290"/>
                  </a:lnTo>
                  <a:close/>
                </a:path>
                <a:path w="368300" h="701039">
                  <a:moveTo>
                    <a:pt x="368300" y="666369"/>
                  </a:moveTo>
                  <a:lnTo>
                    <a:pt x="299974" y="632079"/>
                  </a:lnTo>
                  <a:lnTo>
                    <a:pt x="299974" y="660654"/>
                  </a:lnTo>
                  <a:lnTo>
                    <a:pt x="5461" y="660654"/>
                  </a:lnTo>
                  <a:lnTo>
                    <a:pt x="5461" y="672084"/>
                  </a:lnTo>
                  <a:lnTo>
                    <a:pt x="299974" y="672084"/>
                  </a:lnTo>
                  <a:lnTo>
                    <a:pt x="299974" y="700659"/>
                  </a:lnTo>
                  <a:lnTo>
                    <a:pt x="368300" y="666369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38120" y="4177664"/>
            <a:ext cx="94615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91609" y="4177664"/>
            <a:ext cx="110490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Hidden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09538" y="4151121"/>
            <a:ext cx="109855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Output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84341" y="3387928"/>
            <a:ext cx="30988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latin typeface="Calibri"/>
                <a:cs typeface="Calibri"/>
              </a:rPr>
              <a:t>0.15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73673" y="1661922"/>
            <a:ext cx="246379" cy="115443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250" spc="-25" dirty="0">
                <a:latin typeface="Calibri"/>
                <a:cs typeface="Calibri"/>
              </a:rPr>
              <a:t>0.1</a:t>
            </a:r>
            <a:endParaRPr sz="1250">
              <a:latin typeface="Calibri"/>
              <a:cs typeface="Calibri"/>
            </a:endParaRPr>
          </a:p>
          <a:p>
            <a:pPr marL="30480">
              <a:lnSpc>
                <a:spcPts val="1405"/>
              </a:lnSpc>
              <a:spcBef>
                <a:spcPts val="875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  <a:p>
            <a:pPr marL="43815">
              <a:lnSpc>
                <a:spcPts val="2065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86243" y="2323846"/>
            <a:ext cx="2197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y</a:t>
            </a:r>
            <a:r>
              <a:rPr sz="1425" spc="-37" baseline="-17543" dirty="0">
                <a:latin typeface="Calibri"/>
                <a:cs typeface="Calibri"/>
              </a:rPr>
              <a:t>1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94753" y="2934462"/>
            <a:ext cx="2197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y</a:t>
            </a:r>
            <a:r>
              <a:rPr sz="1425" spc="-37" baseline="-17543" dirty="0">
                <a:latin typeface="Calibri"/>
                <a:cs typeface="Calibri"/>
              </a:rPr>
              <a:t>2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82951" y="1879854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0" baseline="-17543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=1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35707" y="2577210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0" baseline="-17543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=0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77110" y="3221863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0" baseline="-17543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=1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43350" y="3468115"/>
            <a:ext cx="30924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latin typeface="Calibri"/>
                <a:cs typeface="Calibri"/>
              </a:rPr>
              <a:t>0.25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24680" y="1525600"/>
            <a:ext cx="240665" cy="111823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890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  <a:p>
            <a:pPr marL="12065" algn="ctr">
              <a:lnSpc>
                <a:spcPts val="1350"/>
              </a:lnSpc>
              <a:spcBef>
                <a:spcPts val="790"/>
              </a:spcBef>
            </a:pPr>
            <a:r>
              <a:rPr sz="1250" spc="-25" dirty="0">
                <a:latin typeface="Calibri"/>
                <a:cs typeface="Calibri"/>
              </a:rPr>
              <a:t>0.5</a:t>
            </a:r>
            <a:endParaRPr sz="1250">
              <a:latin typeface="Calibri"/>
              <a:cs typeface="Calibri"/>
            </a:endParaRPr>
          </a:p>
          <a:p>
            <a:pPr marR="5715" algn="ctr">
              <a:lnSpc>
                <a:spcPts val="2010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R="5715" algn="ctr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92707" y="1376299"/>
            <a:ext cx="1036319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Vector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79092" y="1932432"/>
            <a:ext cx="288290" cy="1483360"/>
          </a:xfrm>
          <a:prstGeom prst="rect">
            <a:avLst/>
          </a:prstGeom>
          <a:ln w="9525">
            <a:solidFill>
              <a:srgbClr val="C0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40"/>
              </a:spcBef>
            </a:pP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600">
              <a:latin typeface="Calibri"/>
              <a:cs typeface="Calibri"/>
            </a:endParaRPr>
          </a:p>
          <a:p>
            <a:pPr marL="82550">
              <a:lnSpc>
                <a:spcPct val="100000"/>
              </a:lnSpc>
            </a:pPr>
            <a:r>
              <a:rPr sz="1600" spc="-50" dirty="0"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600">
              <a:latin typeface="Calibri"/>
              <a:cs typeface="Calibri"/>
            </a:endParaRPr>
          </a:p>
          <a:p>
            <a:pPr marL="82550">
              <a:lnSpc>
                <a:spcPct val="100000"/>
              </a:lnSpc>
            </a:pP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1183" y="2356104"/>
            <a:ext cx="743712" cy="57302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4890" y="301828"/>
            <a:ext cx="25857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80" dirty="0">
                <a:latin typeface="Calibri Light"/>
                <a:cs typeface="Calibri Light"/>
              </a:rPr>
              <a:t>Forward</a:t>
            </a:r>
            <a:r>
              <a:rPr sz="3950" spc="-260" dirty="0">
                <a:latin typeface="Calibri Light"/>
                <a:cs typeface="Calibri Light"/>
              </a:rPr>
              <a:t> </a:t>
            </a:r>
            <a:r>
              <a:rPr sz="3950" spc="-20" dirty="0">
                <a:latin typeface="Calibri Light"/>
                <a:cs typeface="Calibri Light"/>
              </a:rPr>
              <a:t>Pass</a:t>
            </a:r>
            <a:endParaRPr sz="39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45920" y="1377950"/>
            <a:ext cx="4638675" cy="2468880"/>
            <a:chOff x="1645920" y="1377950"/>
            <a:chExt cx="4638675" cy="2468880"/>
          </a:xfrm>
        </p:grpSpPr>
        <p:sp>
          <p:nvSpPr>
            <p:cNvPr id="4" name="object 4"/>
            <p:cNvSpPr/>
            <p:nvPr/>
          </p:nvSpPr>
          <p:spPr>
            <a:xfrm>
              <a:off x="2088642" y="1742693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0"/>
                  </a:moveTo>
                  <a:lnTo>
                    <a:pt x="4318" y="166623"/>
                  </a:lnTo>
                  <a:lnTo>
                    <a:pt x="16890" y="127507"/>
                  </a:lnTo>
                  <a:lnTo>
                    <a:pt x="36702" y="92075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30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3" y="92075"/>
                  </a:lnTo>
                  <a:lnTo>
                    <a:pt x="412495" y="127507"/>
                  </a:lnTo>
                  <a:lnTo>
                    <a:pt x="424941" y="166623"/>
                  </a:lnTo>
                  <a:lnTo>
                    <a:pt x="429259" y="208660"/>
                  </a:lnTo>
                  <a:lnTo>
                    <a:pt x="424941" y="250697"/>
                  </a:lnTo>
                  <a:lnTo>
                    <a:pt x="412495" y="289940"/>
                  </a:lnTo>
                  <a:lnTo>
                    <a:pt x="392683" y="325373"/>
                  </a:lnTo>
                  <a:lnTo>
                    <a:pt x="366394" y="356234"/>
                  </a:lnTo>
                  <a:lnTo>
                    <a:pt x="334644" y="381634"/>
                  </a:lnTo>
                  <a:lnTo>
                    <a:pt x="298195" y="400938"/>
                  </a:lnTo>
                  <a:lnTo>
                    <a:pt x="257937" y="413130"/>
                  </a:lnTo>
                  <a:lnTo>
                    <a:pt x="214630" y="417321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4"/>
                  </a:lnTo>
                  <a:lnTo>
                    <a:pt x="62864" y="356234"/>
                  </a:lnTo>
                  <a:lnTo>
                    <a:pt x="36702" y="325373"/>
                  </a:lnTo>
                  <a:lnTo>
                    <a:pt x="16890" y="289940"/>
                  </a:lnTo>
                  <a:lnTo>
                    <a:pt x="4318" y="250697"/>
                  </a:lnTo>
                  <a:lnTo>
                    <a:pt x="0" y="208660"/>
                  </a:lnTo>
                  <a:close/>
                </a:path>
              </a:pathLst>
            </a:custGeom>
            <a:ln w="349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63518" y="1390650"/>
              <a:ext cx="431165" cy="417830"/>
            </a:xfrm>
            <a:custGeom>
              <a:avLst/>
              <a:gdLst/>
              <a:ahLst/>
              <a:cxnLst/>
              <a:rect l="l" t="t" r="r" b="b"/>
              <a:pathLst>
                <a:path w="431164" h="417830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8"/>
                  </a:lnTo>
                  <a:lnTo>
                    <a:pt x="36830" y="92075"/>
                  </a:lnTo>
                  <a:lnTo>
                    <a:pt x="63119" y="61087"/>
                  </a:lnTo>
                  <a:lnTo>
                    <a:pt x="94996" y="35687"/>
                  </a:lnTo>
                  <a:lnTo>
                    <a:pt x="131572" y="16383"/>
                  </a:lnTo>
                  <a:lnTo>
                    <a:pt x="172085" y="4190"/>
                  </a:lnTo>
                  <a:lnTo>
                    <a:pt x="215519" y="0"/>
                  </a:lnTo>
                  <a:lnTo>
                    <a:pt x="258953" y="4190"/>
                  </a:lnTo>
                  <a:lnTo>
                    <a:pt x="299466" y="16383"/>
                  </a:lnTo>
                  <a:lnTo>
                    <a:pt x="336042" y="35687"/>
                  </a:lnTo>
                  <a:lnTo>
                    <a:pt x="367919" y="61087"/>
                  </a:lnTo>
                  <a:lnTo>
                    <a:pt x="394208" y="92075"/>
                  </a:lnTo>
                  <a:lnTo>
                    <a:pt x="414147" y="127508"/>
                  </a:lnTo>
                  <a:lnTo>
                    <a:pt x="426720" y="166624"/>
                  </a:lnTo>
                  <a:lnTo>
                    <a:pt x="431038" y="208661"/>
                  </a:lnTo>
                  <a:lnTo>
                    <a:pt x="426720" y="250698"/>
                  </a:lnTo>
                  <a:lnTo>
                    <a:pt x="414147" y="289940"/>
                  </a:lnTo>
                  <a:lnTo>
                    <a:pt x="394208" y="325374"/>
                  </a:lnTo>
                  <a:lnTo>
                    <a:pt x="367919" y="356235"/>
                  </a:lnTo>
                  <a:lnTo>
                    <a:pt x="336042" y="381635"/>
                  </a:lnTo>
                  <a:lnTo>
                    <a:pt x="299466" y="400938"/>
                  </a:lnTo>
                  <a:lnTo>
                    <a:pt x="258953" y="413130"/>
                  </a:lnTo>
                  <a:lnTo>
                    <a:pt x="215519" y="417322"/>
                  </a:lnTo>
                  <a:lnTo>
                    <a:pt x="172085" y="413130"/>
                  </a:lnTo>
                  <a:lnTo>
                    <a:pt x="131572" y="400938"/>
                  </a:lnTo>
                  <a:lnTo>
                    <a:pt x="94996" y="381635"/>
                  </a:lnTo>
                  <a:lnTo>
                    <a:pt x="63119" y="356235"/>
                  </a:lnTo>
                  <a:lnTo>
                    <a:pt x="36830" y="325374"/>
                  </a:lnTo>
                  <a:lnTo>
                    <a:pt x="16891" y="289940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14600" y="1610995"/>
              <a:ext cx="1183640" cy="344170"/>
            </a:xfrm>
            <a:custGeom>
              <a:avLst/>
              <a:gdLst/>
              <a:ahLst/>
              <a:cxnLst/>
              <a:rect l="l" t="t" r="r" b="b"/>
              <a:pathLst>
                <a:path w="1183639" h="344169">
                  <a:moveTo>
                    <a:pt x="1180338" y="0"/>
                  </a:moveTo>
                  <a:lnTo>
                    <a:pt x="0" y="332993"/>
                  </a:lnTo>
                  <a:lnTo>
                    <a:pt x="3175" y="343915"/>
                  </a:lnTo>
                  <a:lnTo>
                    <a:pt x="1183513" y="10921"/>
                  </a:lnTo>
                  <a:lnTo>
                    <a:pt x="118033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7191" y="1583436"/>
              <a:ext cx="75311" cy="660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75710" y="2113026"/>
              <a:ext cx="429259" cy="415925"/>
            </a:xfrm>
            <a:custGeom>
              <a:avLst/>
              <a:gdLst/>
              <a:ahLst/>
              <a:cxnLst/>
              <a:rect l="l" t="t" r="r" b="b"/>
              <a:pathLst>
                <a:path w="429260" h="415925">
                  <a:moveTo>
                    <a:pt x="0" y="207899"/>
                  </a:moveTo>
                  <a:lnTo>
                    <a:pt x="4317" y="165988"/>
                  </a:lnTo>
                  <a:lnTo>
                    <a:pt x="16890" y="127000"/>
                  </a:lnTo>
                  <a:lnTo>
                    <a:pt x="36702" y="91694"/>
                  </a:lnTo>
                  <a:lnTo>
                    <a:pt x="62864" y="60960"/>
                  </a:lnTo>
                  <a:lnTo>
                    <a:pt x="94614" y="35560"/>
                  </a:lnTo>
                  <a:lnTo>
                    <a:pt x="131063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5" y="16383"/>
                  </a:lnTo>
                  <a:lnTo>
                    <a:pt x="334644" y="35560"/>
                  </a:lnTo>
                  <a:lnTo>
                    <a:pt x="366394" y="60960"/>
                  </a:lnTo>
                  <a:lnTo>
                    <a:pt x="392684" y="91694"/>
                  </a:lnTo>
                  <a:lnTo>
                    <a:pt x="412495" y="127000"/>
                  </a:lnTo>
                  <a:lnTo>
                    <a:pt x="424941" y="165988"/>
                  </a:lnTo>
                  <a:lnTo>
                    <a:pt x="429260" y="207899"/>
                  </a:lnTo>
                  <a:lnTo>
                    <a:pt x="424941" y="249809"/>
                  </a:lnTo>
                  <a:lnTo>
                    <a:pt x="412495" y="288798"/>
                  </a:lnTo>
                  <a:lnTo>
                    <a:pt x="392684" y="324103"/>
                  </a:lnTo>
                  <a:lnTo>
                    <a:pt x="366394" y="354964"/>
                  </a:lnTo>
                  <a:lnTo>
                    <a:pt x="334644" y="380364"/>
                  </a:lnTo>
                  <a:lnTo>
                    <a:pt x="298195" y="399541"/>
                  </a:lnTo>
                  <a:lnTo>
                    <a:pt x="257937" y="411607"/>
                  </a:lnTo>
                  <a:lnTo>
                    <a:pt x="214629" y="415798"/>
                  </a:lnTo>
                  <a:lnTo>
                    <a:pt x="171450" y="411607"/>
                  </a:lnTo>
                  <a:lnTo>
                    <a:pt x="131063" y="399541"/>
                  </a:lnTo>
                  <a:lnTo>
                    <a:pt x="94614" y="380364"/>
                  </a:lnTo>
                  <a:lnTo>
                    <a:pt x="62864" y="354964"/>
                  </a:lnTo>
                  <a:lnTo>
                    <a:pt x="36702" y="324103"/>
                  </a:lnTo>
                  <a:lnTo>
                    <a:pt x="16890" y="288798"/>
                  </a:lnTo>
                  <a:lnTo>
                    <a:pt x="4317" y="249809"/>
                  </a:lnTo>
                  <a:lnTo>
                    <a:pt x="0" y="2078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9129" y="2268474"/>
              <a:ext cx="75565" cy="6578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14600" y="1944623"/>
              <a:ext cx="1196340" cy="362585"/>
            </a:xfrm>
            <a:custGeom>
              <a:avLst/>
              <a:gdLst/>
              <a:ahLst/>
              <a:cxnLst/>
              <a:rect l="l" t="t" r="r" b="b"/>
              <a:pathLst>
                <a:path w="1196339" h="362585">
                  <a:moveTo>
                    <a:pt x="3175" y="0"/>
                  </a:moveTo>
                  <a:lnTo>
                    <a:pt x="0" y="11049"/>
                  </a:lnTo>
                  <a:lnTo>
                    <a:pt x="1192657" y="362330"/>
                  </a:lnTo>
                  <a:lnTo>
                    <a:pt x="1195832" y="351281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88642" y="2428494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0"/>
                  </a:moveTo>
                  <a:lnTo>
                    <a:pt x="4318" y="166623"/>
                  </a:lnTo>
                  <a:lnTo>
                    <a:pt x="16890" y="127507"/>
                  </a:lnTo>
                  <a:lnTo>
                    <a:pt x="36702" y="92075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30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3" y="92075"/>
                  </a:lnTo>
                  <a:lnTo>
                    <a:pt x="412495" y="127507"/>
                  </a:lnTo>
                  <a:lnTo>
                    <a:pt x="424941" y="166623"/>
                  </a:lnTo>
                  <a:lnTo>
                    <a:pt x="429259" y="208660"/>
                  </a:lnTo>
                  <a:lnTo>
                    <a:pt x="424941" y="250697"/>
                  </a:lnTo>
                  <a:lnTo>
                    <a:pt x="412495" y="289940"/>
                  </a:lnTo>
                  <a:lnTo>
                    <a:pt x="392683" y="325373"/>
                  </a:lnTo>
                  <a:lnTo>
                    <a:pt x="366394" y="356234"/>
                  </a:lnTo>
                  <a:lnTo>
                    <a:pt x="334644" y="381634"/>
                  </a:lnTo>
                  <a:lnTo>
                    <a:pt x="298195" y="400938"/>
                  </a:lnTo>
                  <a:lnTo>
                    <a:pt x="257937" y="413130"/>
                  </a:lnTo>
                  <a:lnTo>
                    <a:pt x="214630" y="417321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4"/>
                  </a:lnTo>
                  <a:lnTo>
                    <a:pt x="62864" y="356234"/>
                  </a:lnTo>
                  <a:lnTo>
                    <a:pt x="36702" y="325373"/>
                  </a:lnTo>
                  <a:lnTo>
                    <a:pt x="16890" y="289940"/>
                  </a:lnTo>
                  <a:lnTo>
                    <a:pt x="4318" y="250697"/>
                  </a:lnTo>
                  <a:lnTo>
                    <a:pt x="0" y="208660"/>
                  </a:lnTo>
                  <a:close/>
                </a:path>
              </a:pathLst>
            </a:custGeom>
            <a:ln w="349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75710" y="2785110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7" y="167258"/>
                  </a:lnTo>
                  <a:lnTo>
                    <a:pt x="16890" y="128015"/>
                  </a:lnTo>
                  <a:lnTo>
                    <a:pt x="36702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10"/>
                  </a:lnTo>
                  <a:lnTo>
                    <a:pt x="171450" y="4317"/>
                  </a:lnTo>
                  <a:lnTo>
                    <a:pt x="214629" y="0"/>
                  </a:lnTo>
                  <a:lnTo>
                    <a:pt x="257937" y="4317"/>
                  </a:lnTo>
                  <a:lnTo>
                    <a:pt x="298195" y="16510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4" y="92328"/>
                  </a:lnTo>
                  <a:lnTo>
                    <a:pt x="412495" y="128015"/>
                  </a:lnTo>
                  <a:lnTo>
                    <a:pt x="424941" y="167258"/>
                  </a:lnTo>
                  <a:lnTo>
                    <a:pt x="429260" y="209550"/>
                  </a:lnTo>
                  <a:lnTo>
                    <a:pt x="424941" y="251840"/>
                  </a:lnTo>
                  <a:lnTo>
                    <a:pt x="412495" y="291083"/>
                  </a:lnTo>
                  <a:lnTo>
                    <a:pt x="392684" y="326770"/>
                  </a:lnTo>
                  <a:lnTo>
                    <a:pt x="366394" y="357758"/>
                  </a:lnTo>
                  <a:lnTo>
                    <a:pt x="334644" y="383285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29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5"/>
                  </a:lnTo>
                  <a:lnTo>
                    <a:pt x="62864" y="357758"/>
                  </a:lnTo>
                  <a:lnTo>
                    <a:pt x="36702" y="326770"/>
                  </a:lnTo>
                  <a:lnTo>
                    <a:pt x="16890" y="291083"/>
                  </a:lnTo>
                  <a:lnTo>
                    <a:pt x="4317" y="25184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9764" y="2924175"/>
              <a:ext cx="74675" cy="7023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513076" y="1946148"/>
              <a:ext cx="1212215" cy="1009015"/>
            </a:xfrm>
            <a:custGeom>
              <a:avLst/>
              <a:gdLst/>
              <a:ahLst/>
              <a:cxnLst/>
              <a:rect l="l" t="t" r="r" b="b"/>
              <a:pathLst>
                <a:path w="1212214" h="1009014">
                  <a:moveTo>
                    <a:pt x="7366" y="0"/>
                  </a:moveTo>
                  <a:lnTo>
                    <a:pt x="0" y="8636"/>
                  </a:lnTo>
                  <a:lnTo>
                    <a:pt x="1204976" y="1008888"/>
                  </a:lnTo>
                  <a:lnTo>
                    <a:pt x="1212214" y="1000125"/>
                  </a:lnTo>
                  <a:lnTo>
                    <a:pt x="736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94738" y="3059429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8" y="167258"/>
                  </a:lnTo>
                  <a:lnTo>
                    <a:pt x="16891" y="128015"/>
                  </a:lnTo>
                  <a:lnTo>
                    <a:pt x="36703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09"/>
                  </a:lnTo>
                  <a:lnTo>
                    <a:pt x="171450" y="4318"/>
                  </a:lnTo>
                  <a:lnTo>
                    <a:pt x="214630" y="0"/>
                  </a:lnTo>
                  <a:lnTo>
                    <a:pt x="257937" y="4318"/>
                  </a:lnTo>
                  <a:lnTo>
                    <a:pt x="298195" y="16509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4" y="92328"/>
                  </a:lnTo>
                  <a:lnTo>
                    <a:pt x="412495" y="128015"/>
                  </a:lnTo>
                  <a:lnTo>
                    <a:pt x="424942" y="167258"/>
                  </a:lnTo>
                  <a:lnTo>
                    <a:pt x="429260" y="209550"/>
                  </a:lnTo>
                  <a:lnTo>
                    <a:pt x="424942" y="251840"/>
                  </a:lnTo>
                  <a:lnTo>
                    <a:pt x="412495" y="291083"/>
                  </a:lnTo>
                  <a:lnTo>
                    <a:pt x="392684" y="326770"/>
                  </a:lnTo>
                  <a:lnTo>
                    <a:pt x="366394" y="357758"/>
                  </a:lnTo>
                  <a:lnTo>
                    <a:pt x="334644" y="383286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30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6"/>
                  </a:lnTo>
                  <a:lnTo>
                    <a:pt x="62864" y="357758"/>
                  </a:lnTo>
                  <a:lnTo>
                    <a:pt x="36703" y="326770"/>
                  </a:lnTo>
                  <a:lnTo>
                    <a:pt x="16891" y="291083"/>
                  </a:lnTo>
                  <a:lnTo>
                    <a:pt x="4318" y="251840"/>
                  </a:lnTo>
                  <a:lnTo>
                    <a:pt x="0" y="209550"/>
                  </a:lnTo>
                  <a:close/>
                </a:path>
              </a:pathLst>
            </a:custGeom>
            <a:ln w="349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75710" y="3416045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29">
                  <a:moveTo>
                    <a:pt x="0" y="208787"/>
                  </a:moveTo>
                  <a:lnTo>
                    <a:pt x="4317" y="166750"/>
                  </a:lnTo>
                  <a:lnTo>
                    <a:pt x="16890" y="127507"/>
                  </a:lnTo>
                  <a:lnTo>
                    <a:pt x="36702" y="92074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4" y="92074"/>
                  </a:lnTo>
                  <a:lnTo>
                    <a:pt x="412495" y="127507"/>
                  </a:lnTo>
                  <a:lnTo>
                    <a:pt x="424941" y="166750"/>
                  </a:lnTo>
                  <a:lnTo>
                    <a:pt x="429260" y="208787"/>
                  </a:lnTo>
                  <a:lnTo>
                    <a:pt x="424941" y="250824"/>
                  </a:lnTo>
                  <a:lnTo>
                    <a:pt x="412495" y="290067"/>
                  </a:lnTo>
                  <a:lnTo>
                    <a:pt x="392684" y="325500"/>
                  </a:lnTo>
                  <a:lnTo>
                    <a:pt x="366394" y="356488"/>
                  </a:lnTo>
                  <a:lnTo>
                    <a:pt x="334644" y="381888"/>
                  </a:lnTo>
                  <a:lnTo>
                    <a:pt x="298195" y="401192"/>
                  </a:lnTo>
                  <a:lnTo>
                    <a:pt x="257937" y="413384"/>
                  </a:lnTo>
                  <a:lnTo>
                    <a:pt x="214629" y="417575"/>
                  </a:lnTo>
                  <a:lnTo>
                    <a:pt x="171450" y="413384"/>
                  </a:lnTo>
                  <a:lnTo>
                    <a:pt x="131063" y="401192"/>
                  </a:lnTo>
                  <a:lnTo>
                    <a:pt x="94614" y="381888"/>
                  </a:lnTo>
                  <a:lnTo>
                    <a:pt x="62864" y="356488"/>
                  </a:lnTo>
                  <a:lnTo>
                    <a:pt x="36702" y="325500"/>
                  </a:lnTo>
                  <a:lnTo>
                    <a:pt x="16890" y="290067"/>
                  </a:lnTo>
                  <a:lnTo>
                    <a:pt x="4317" y="250824"/>
                  </a:lnTo>
                  <a:lnTo>
                    <a:pt x="0" y="20878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13076" y="1598675"/>
              <a:ext cx="1325880" cy="2038985"/>
            </a:xfrm>
            <a:custGeom>
              <a:avLst/>
              <a:gdLst/>
              <a:ahLst/>
              <a:cxnLst/>
              <a:rect l="l" t="t" r="r" b="b"/>
              <a:pathLst>
                <a:path w="1325879" h="2038985">
                  <a:moveTo>
                    <a:pt x="8636" y="348488"/>
                  </a:moveTo>
                  <a:lnTo>
                    <a:pt x="0" y="356108"/>
                  </a:lnTo>
                  <a:lnTo>
                    <a:pt x="340994" y="749553"/>
                  </a:lnTo>
                  <a:lnTo>
                    <a:pt x="635" y="1032637"/>
                  </a:lnTo>
                  <a:lnTo>
                    <a:pt x="4318" y="1037209"/>
                  </a:lnTo>
                  <a:lnTo>
                    <a:pt x="4318" y="1037716"/>
                  </a:lnTo>
                  <a:lnTo>
                    <a:pt x="1269" y="1042543"/>
                  </a:lnTo>
                  <a:lnTo>
                    <a:pt x="332994" y="1253236"/>
                  </a:lnTo>
                  <a:lnTo>
                    <a:pt x="5334" y="1664970"/>
                  </a:lnTo>
                  <a:lnTo>
                    <a:pt x="8128" y="1667129"/>
                  </a:lnTo>
                  <a:lnTo>
                    <a:pt x="9779" y="1669796"/>
                  </a:lnTo>
                  <a:lnTo>
                    <a:pt x="8255" y="1675130"/>
                  </a:lnTo>
                  <a:lnTo>
                    <a:pt x="1194562" y="2011553"/>
                  </a:lnTo>
                  <a:lnTo>
                    <a:pt x="1186814" y="2038985"/>
                  </a:lnTo>
                  <a:lnTo>
                    <a:pt x="1262252" y="2024888"/>
                  </a:lnTo>
                  <a:lnTo>
                    <a:pt x="1235647" y="2000631"/>
                  </a:lnTo>
                  <a:lnTo>
                    <a:pt x="1197737" y="2000631"/>
                  </a:lnTo>
                  <a:lnTo>
                    <a:pt x="33274" y="1670431"/>
                  </a:lnTo>
                  <a:lnTo>
                    <a:pt x="91283" y="1657731"/>
                  </a:lnTo>
                  <a:lnTo>
                    <a:pt x="37846" y="1657731"/>
                  </a:lnTo>
                  <a:lnTo>
                    <a:pt x="56022" y="1645412"/>
                  </a:lnTo>
                  <a:lnTo>
                    <a:pt x="35432" y="1645412"/>
                  </a:lnTo>
                  <a:lnTo>
                    <a:pt x="342646" y="1259459"/>
                  </a:lnTo>
                  <a:lnTo>
                    <a:pt x="363957" y="1259459"/>
                  </a:lnTo>
                  <a:lnTo>
                    <a:pt x="349757" y="1250441"/>
                  </a:lnTo>
                  <a:lnTo>
                    <a:pt x="354612" y="1244346"/>
                  </a:lnTo>
                  <a:lnTo>
                    <a:pt x="340106" y="1244346"/>
                  </a:lnTo>
                  <a:lnTo>
                    <a:pt x="40512" y="1053973"/>
                  </a:lnTo>
                  <a:lnTo>
                    <a:pt x="82218" y="1053973"/>
                  </a:lnTo>
                  <a:lnTo>
                    <a:pt x="25018" y="1037716"/>
                  </a:lnTo>
                  <a:lnTo>
                    <a:pt x="74545" y="1025271"/>
                  </a:lnTo>
                  <a:lnTo>
                    <a:pt x="27431" y="1025271"/>
                  </a:lnTo>
                  <a:lnTo>
                    <a:pt x="348488" y="758189"/>
                  </a:lnTo>
                  <a:lnTo>
                    <a:pt x="363635" y="758189"/>
                  </a:lnTo>
                  <a:lnTo>
                    <a:pt x="357250" y="750824"/>
                  </a:lnTo>
                  <a:lnTo>
                    <a:pt x="367630" y="742188"/>
                  </a:lnTo>
                  <a:lnTo>
                    <a:pt x="349757" y="742188"/>
                  </a:lnTo>
                  <a:lnTo>
                    <a:pt x="8636" y="348488"/>
                  </a:lnTo>
                  <a:close/>
                </a:path>
                <a:path w="1325879" h="2038985">
                  <a:moveTo>
                    <a:pt x="1205484" y="1973072"/>
                  </a:moveTo>
                  <a:lnTo>
                    <a:pt x="1197737" y="2000631"/>
                  </a:lnTo>
                  <a:lnTo>
                    <a:pt x="1235647" y="2000631"/>
                  </a:lnTo>
                  <a:lnTo>
                    <a:pt x="1205484" y="1973072"/>
                  </a:lnTo>
                  <a:close/>
                </a:path>
                <a:path w="1325879" h="2038985">
                  <a:moveTo>
                    <a:pt x="765747" y="1514729"/>
                  </a:moveTo>
                  <a:lnTo>
                    <a:pt x="744474" y="1514729"/>
                  </a:lnTo>
                  <a:lnTo>
                    <a:pt x="1260602" y="1842643"/>
                  </a:lnTo>
                  <a:lnTo>
                    <a:pt x="1254633" y="1847723"/>
                  </a:lnTo>
                  <a:lnTo>
                    <a:pt x="1261237" y="1850517"/>
                  </a:lnTo>
                  <a:lnTo>
                    <a:pt x="1249299" y="1869186"/>
                  </a:lnTo>
                  <a:lnTo>
                    <a:pt x="1325499" y="1877187"/>
                  </a:lnTo>
                  <a:lnTo>
                    <a:pt x="1314719" y="1834769"/>
                  </a:lnTo>
                  <a:lnTo>
                    <a:pt x="1269619" y="1834769"/>
                  </a:lnTo>
                  <a:lnTo>
                    <a:pt x="765747" y="1514729"/>
                  </a:lnTo>
                  <a:close/>
                </a:path>
                <a:path w="1325879" h="2038985">
                  <a:moveTo>
                    <a:pt x="1275461" y="1810639"/>
                  </a:moveTo>
                  <a:lnTo>
                    <a:pt x="1275461" y="1828038"/>
                  </a:lnTo>
                  <a:lnTo>
                    <a:pt x="1272921" y="1831975"/>
                  </a:lnTo>
                  <a:lnTo>
                    <a:pt x="1269619" y="1834769"/>
                  </a:lnTo>
                  <a:lnTo>
                    <a:pt x="1314719" y="1834769"/>
                  </a:lnTo>
                  <a:lnTo>
                    <a:pt x="1310436" y="1818005"/>
                  </a:lnTo>
                  <a:lnTo>
                    <a:pt x="1281811" y="1818005"/>
                  </a:lnTo>
                  <a:lnTo>
                    <a:pt x="1275461" y="1810639"/>
                  </a:lnTo>
                  <a:close/>
                </a:path>
                <a:path w="1325879" h="2038985">
                  <a:moveTo>
                    <a:pt x="977654" y="1466977"/>
                  </a:moveTo>
                  <a:lnTo>
                    <a:pt x="962533" y="1466977"/>
                  </a:lnTo>
                  <a:lnTo>
                    <a:pt x="1275461" y="1828038"/>
                  </a:lnTo>
                  <a:lnTo>
                    <a:pt x="1275461" y="1810639"/>
                  </a:lnTo>
                  <a:lnTo>
                    <a:pt x="977654" y="1466977"/>
                  </a:lnTo>
                  <a:close/>
                </a:path>
                <a:path w="1325879" h="2038985">
                  <a:moveTo>
                    <a:pt x="1286002" y="1811401"/>
                  </a:moveTo>
                  <a:lnTo>
                    <a:pt x="1281811" y="1818005"/>
                  </a:lnTo>
                  <a:lnTo>
                    <a:pt x="1310436" y="1818005"/>
                  </a:lnTo>
                  <a:lnTo>
                    <a:pt x="1310307" y="1817497"/>
                  </a:lnTo>
                  <a:lnTo>
                    <a:pt x="1289685" y="1817497"/>
                  </a:lnTo>
                  <a:lnTo>
                    <a:pt x="1286002" y="1811401"/>
                  </a:lnTo>
                  <a:close/>
                </a:path>
                <a:path w="1325879" h="2038985">
                  <a:moveTo>
                    <a:pt x="1306576" y="1802892"/>
                  </a:moveTo>
                  <a:lnTo>
                    <a:pt x="1289685" y="1817497"/>
                  </a:lnTo>
                  <a:lnTo>
                    <a:pt x="1310307" y="1817497"/>
                  </a:lnTo>
                  <a:lnTo>
                    <a:pt x="1306576" y="1802892"/>
                  </a:lnTo>
                  <a:close/>
                </a:path>
                <a:path w="1325879" h="2038985">
                  <a:moveTo>
                    <a:pt x="730631" y="1492377"/>
                  </a:moveTo>
                  <a:lnTo>
                    <a:pt x="730631" y="1505966"/>
                  </a:lnTo>
                  <a:lnTo>
                    <a:pt x="37846" y="1657731"/>
                  </a:lnTo>
                  <a:lnTo>
                    <a:pt x="91283" y="1657731"/>
                  </a:lnTo>
                  <a:lnTo>
                    <a:pt x="744474" y="1514729"/>
                  </a:lnTo>
                  <a:lnTo>
                    <a:pt x="765747" y="1514729"/>
                  </a:lnTo>
                  <a:lnTo>
                    <a:pt x="760349" y="1511300"/>
                  </a:lnTo>
                  <a:lnTo>
                    <a:pt x="800322" y="1502537"/>
                  </a:lnTo>
                  <a:lnTo>
                    <a:pt x="746633" y="1502537"/>
                  </a:lnTo>
                  <a:lnTo>
                    <a:pt x="730631" y="1492377"/>
                  </a:lnTo>
                  <a:close/>
                </a:path>
                <a:path w="1325879" h="2038985">
                  <a:moveTo>
                    <a:pt x="478155" y="1331976"/>
                  </a:moveTo>
                  <a:lnTo>
                    <a:pt x="478155" y="1345565"/>
                  </a:lnTo>
                  <a:lnTo>
                    <a:pt x="35432" y="1645412"/>
                  </a:lnTo>
                  <a:lnTo>
                    <a:pt x="56022" y="1645412"/>
                  </a:lnTo>
                  <a:lnTo>
                    <a:pt x="488696" y="1352169"/>
                  </a:lnTo>
                  <a:lnTo>
                    <a:pt x="509975" y="1352169"/>
                  </a:lnTo>
                  <a:lnTo>
                    <a:pt x="498982" y="1345184"/>
                  </a:lnTo>
                  <a:lnTo>
                    <a:pt x="508740" y="1338580"/>
                  </a:lnTo>
                  <a:lnTo>
                    <a:pt x="488442" y="1338580"/>
                  </a:lnTo>
                  <a:lnTo>
                    <a:pt x="478155" y="1331976"/>
                  </a:lnTo>
                  <a:close/>
                </a:path>
                <a:path w="1325879" h="2038985">
                  <a:moveTo>
                    <a:pt x="509975" y="1352169"/>
                  </a:moveTo>
                  <a:lnTo>
                    <a:pt x="488696" y="1352169"/>
                  </a:lnTo>
                  <a:lnTo>
                    <a:pt x="730631" y="1505966"/>
                  </a:lnTo>
                  <a:lnTo>
                    <a:pt x="730631" y="1492377"/>
                  </a:lnTo>
                  <a:lnTo>
                    <a:pt x="509975" y="1352169"/>
                  </a:lnTo>
                  <a:close/>
                </a:path>
                <a:path w="1325879" h="2038985">
                  <a:moveTo>
                    <a:pt x="954024" y="1439672"/>
                  </a:moveTo>
                  <a:lnTo>
                    <a:pt x="954024" y="1457071"/>
                  </a:lnTo>
                  <a:lnTo>
                    <a:pt x="746633" y="1502537"/>
                  </a:lnTo>
                  <a:lnTo>
                    <a:pt x="800322" y="1502537"/>
                  </a:lnTo>
                  <a:lnTo>
                    <a:pt x="962533" y="1466977"/>
                  </a:lnTo>
                  <a:lnTo>
                    <a:pt x="977654" y="1466977"/>
                  </a:lnTo>
                  <a:lnTo>
                    <a:pt x="975233" y="1464183"/>
                  </a:lnTo>
                  <a:lnTo>
                    <a:pt x="1020525" y="1454277"/>
                  </a:lnTo>
                  <a:lnTo>
                    <a:pt x="966724" y="1454277"/>
                  </a:lnTo>
                  <a:lnTo>
                    <a:pt x="954024" y="1439672"/>
                  </a:lnTo>
                  <a:close/>
                </a:path>
                <a:path w="1325879" h="2038985">
                  <a:moveTo>
                    <a:pt x="708219" y="1231900"/>
                  </a:moveTo>
                  <a:lnTo>
                    <a:pt x="666369" y="1231900"/>
                  </a:lnTo>
                  <a:lnTo>
                    <a:pt x="789051" y="1266698"/>
                  </a:lnTo>
                  <a:lnTo>
                    <a:pt x="954024" y="1457071"/>
                  </a:lnTo>
                  <a:lnTo>
                    <a:pt x="954024" y="1439672"/>
                  </a:lnTo>
                  <a:lnTo>
                    <a:pt x="809116" y="1272413"/>
                  </a:lnTo>
                  <a:lnTo>
                    <a:pt x="850903" y="1272413"/>
                  </a:lnTo>
                  <a:lnTo>
                    <a:pt x="795527" y="1256664"/>
                  </a:lnTo>
                  <a:lnTo>
                    <a:pt x="790562" y="1250950"/>
                  </a:lnTo>
                  <a:lnTo>
                    <a:pt x="775335" y="1250950"/>
                  </a:lnTo>
                  <a:lnTo>
                    <a:pt x="708219" y="1231900"/>
                  </a:lnTo>
                  <a:close/>
                </a:path>
                <a:path w="1325879" h="2038985">
                  <a:moveTo>
                    <a:pt x="1191640" y="1369314"/>
                  </a:moveTo>
                  <a:lnTo>
                    <a:pt x="1191640" y="1394333"/>
                  </a:lnTo>
                  <a:lnTo>
                    <a:pt x="1188465" y="1405763"/>
                  </a:lnTo>
                  <a:lnTo>
                    <a:pt x="966724" y="1454277"/>
                  </a:lnTo>
                  <a:lnTo>
                    <a:pt x="1020525" y="1454277"/>
                  </a:lnTo>
                  <a:lnTo>
                    <a:pt x="1196466" y="1415796"/>
                  </a:lnTo>
                  <a:lnTo>
                    <a:pt x="1237010" y="1415796"/>
                  </a:lnTo>
                  <a:lnTo>
                    <a:pt x="1262252" y="1395476"/>
                  </a:lnTo>
                  <a:lnTo>
                    <a:pt x="1262910" y="1395476"/>
                  </a:lnTo>
                  <a:lnTo>
                    <a:pt x="1236374" y="1371219"/>
                  </a:lnTo>
                  <a:lnTo>
                    <a:pt x="1198245" y="1371219"/>
                  </a:lnTo>
                  <a:lnTo>
                    <a:pt x="1191640" y="1369314"/>
                  </a:lnTo>
                  <a:close/>
                </a:path>
                <a:path w="1325879" h="2038985">
                  <a:moveTo>
                    <a:pt x="1237010" y="1415796"/>
                  </a:moveTo>
                  <a:lnTo>
                    <a:pt x="1196466" y="1415796"/>
                  </a:lnTo>
                  <a:lnTo>
                    <a:pt x="1202563" y="1443609"/>
                  </a:lnTo>
                  <a:lnTo>
                    <a:pt x="1237010" y="1415796"/>
                  </a:lnTo>
                  <a:close/>
                </a:path>
                <a:path w="1325879" h="2038985">
                  <a:moveTo>
                    <a:pt x="850903" y="1272413"/>
                  </a:moveTo>
                  <a:lnTo>
                    <a:pt x="809116" y="1272413"/>
                  </a:lnTo>
                  <a:lnTo>
                    <a:pt x="1188593" y="1380236"/>
                  </a:lnTo>
                  <a:lnTo>
                    <a:pt x="1191640" y="1394333"/>
                  </a:lnTo>
                  <a:lnTo>
                    <a:pt x="1191640" y="1369314"/>
                  </a:lnTo>
                  <a:lnTo>
                    <a:pt x="850903" y="1272413"/>
                  </a:lnTo>
                  <a:close/>
                </a:path>
                <a:path w="1325879" h="2038985">
                  <a:moveTo>
                    <a:pt x="1206119" y="1343660"/>
                  </a:moveTo>
                  <a:lnTo>
                    <a:pt x="1198245" y="1371219"/>
                  </a:lnTo>
                  <a:lnTo>
                    <a:pt x="1236374" y="1371219"/>
                  </a:lnTo>
                  <a:lnTo>
                    <a:pt x="1206119" y="1343660"/>
                  </a:lnTo>
                  <a:close/>
                </a:path>
                <a:path w="1325879" h="2038985">
                  <a:moveTo>
                    <a:pt x="363957" y="1259459"/>
                  </a:moveTo>
                  <a:lnTo>
                    <a:pt x="342646" y="1259459"/>
                  </a:lnTo>
                  <a:lnTo>
                    <a:pt x="478155" y="1345565"/>
                  </a:lnTo>
                  <a:lnTo>
                    <a:pt x="478155" y="1331976"/>
                  </a:lnTo>
                  <a:lnTo>
                    <a:pt x="363957" y="1259459"/>
                  </a:lnTo>
                  <a:close/>
                </a:path>
                <a:path w="1325879" h="2038985">
                  <a:moveTo>
                    <a:pt x="652018" y="1215898"/>
                  </a:moveTo>
                  <a:lnTo>
                    <a:pt x="652018" y="1227709"/>
                  </a:lnTo>
                  <a:lnTo>
                    <a:pt x="488442" y="1338580"/>
                  </a:lnTo>
                  <a:lnTo>
                    <a:pt x="508740" y="1338580"/>
                  </a:lnTo>
                  <a:lnTo>
                    <a:pt x="666369" y="1231900"/>
                  </a:lnTo>
                  <a:lnTo>
                    <a:pt x="708219" y="1231900"/>
                  </a:lnTo>
                  <a:lnTo>
                    <a:pt x="678688" y="1223518"/>
                  </a:lnTo>
                  <a:lnTo>
                    <a:pt x="684676" y="1219453"/>
                  </a:lnTo>
                  <a:lnTo>
                    <a:pt x="664337" y="1219453"/>
                  </a:lnTo>
                  <a:lnTo>
                    <a:pt x="652018" y="1215898"/>
                  </a:lnTo>
                  <a:close/>
                </a:path>
                <a:path w="1325879" h="2038985">
                  <a:moveTo>
                    <a:pt x="739798" y="1192402"/>
                  </a:moveTo>
                  <a:lnTo>
                    <a:pt x="724535" y="1192402"/>
                  </a:lnTo>
                  <a:lnTo>
                    <a:pt x="775335" y="1250950"/>
                  </a:lnTo>
                  <a:lnTo>
                    <a:pt x="775335" y="1233424"/>
                  </a:lnTo>
                  <a:lnTo>
                    <a:pt x="739798" y="1192402"/>
                  </a:lnTo>
                  <a:close/>
                </a:path>
                <a:path w="1325879" h="2038985">
                  <a:moveTo>
                    <a:pt x="775335" y="1233424"/>
                  </a:moveTo>
                  <a:lnTo>
                    <a:pt x="775335" y="1250950"/>
                  </a:lnTo>
                  <a:lnTo>
                    <a:pt x="790562" y="1250950"/>
                  </a:lnTo>
                  <a:lnTo>
                    <a:pt x="775335" y="1233424"/>
                  </a:lnTo>
                  <a:close/>
                </a:path>
                <a:path w="1325879" h="2038985">
                  <a:moveTo>
                    <a:pt x="408431" y="1146683"/>
                  </a:moveTo>
                  <a:lnTo>
                    <a:pt x="408431" y="1158494"/>
                  </a:lnTo>
                  <a:lnTo>
                    <a:pt x="340106" y="1244346"/>
                  </a:lnTo>
                  <a:lnTo>
                    <a:pt x="354612" y="1244346"/>
                  </a:lnTo>
                  <a:lnTo>
                    <a:pt x="420243" y="1161923"/>
                  </a:lnTo>
                  <a:lnTo>
                    <a:pt x="462352" y="1161923"/>
                  </a:lnTo>
                  <a:lnTo>
                    <a:pt x="427990" y="1152144"/>
                  </a:lnTo>
                  <a:lnTo>
                    <a:pt x="430618" y="1148841"/>
                  </a:lnTo>
                  <a:lnTo>
                    <a:pt x="416051" y="1148841"/>
                  </a:lnTo>
                  <a:lnTo>
                    <a:pt x="408431" y="1146683"/>
                  </a:lnTo>
                  <a:close/>
                </a:path>
                <a:path w="1325879" h="2038985">
                  <a:moveTo>
                    <a:pt x="462352" y="1161923"/>
                  </a:moveTo>
                  <a:lnTo>
                    <a:pt x="420243" y="1161923"/>
                  </a:lnTo>
                  <a:lnTo>
                    <a:pt x="652018" y="1227709"/>
                  </a:lnTo>
                  <a:lnTo>
                    <a:pt x="652018" y="1215898"/>
                  </a:lnTo>
                  <a:lnTo>
                    <a:pt x="462352" y="1161923"/>
                  </a:lnTo>
                  <a:close/>
                </a:path>
                <a:path w="1325879" h="2038985">
                  <a:moveTo>
                    <a:pt x="717042" y="1166114"/>
                  </a:moveTo>
                  <a:lnTo>
                    <a:pt x="717042" y="1183639"/>
                  </a:lnTo>
                  <a:lnTo>
                    <a:pt x="664337" y="1219453"/>
                  </a:lnTo>
                  <a:lnTo>
                    <a:pt x="684676" y="1219453"/>
                  </a:lnTo>
                  <a:lnTo>
                    <a:pt x="724535" y="1192402"/>
                  </a:lnTo>
                  <a:lnTo>
                    <a:pt x="739798" y="1192402"/>
                  </a:lnTo>
                  <a:lnTo>
                    <a:pt x="734187" y="1185926"/>
                  </a:lnTo>
                  <a:lnTo>
                    <a:pt x="747118" y="1177163"/>
                  </a:lnTo>
                  <a:lnTo>
                    <a:pt x="726567" y="1177163"/>
                  </a:lnTo>
                  <a:lnTo>
                    <a:pt x="717042" y="1166114"/>
                  </a:lnTo>
                  <a:close/>
                </a:path>
                <a:path w="1325879" h="2038985">
                  <a:moveTo>
                    <a:pt x="568500" y="994663"/>
                  </a:moveTo>
                  <a:lnTo>
                    <a:pt x="553338" y="994663"/>
                  </a:lnTo>
                  <a:lnTo>
                    <a:pt x="717042" y="1183639"/>
                  </a:lnTo>
                  <a:lnTo>
                    <a:pt x="717042" y="1166114"/>
                  </a:lnTo>
                  <a:lnTo>
                    <a:pt x="568500" y="994663"/>
                  </a:lnTo>
                  <a:close/>
                </a:path>
                <a:path w="1325879" h="2038985">
                  <a:moveTo>
                    <a:pt x="1250188" y="829310"/>
                  </a:moveTo>
                  <a:lnTo>
                    <a:pt x="1174241" y="839343"/>
                  </a:lnTo>
                  <a:lnTo>
                    <a:pt x="1190244" y="863091"/>
                  </a:lnTo>
                  <a:lnTo>
                    <a:pt x="726567" y="1177163"/>
                  </a:lnTo>
                  <a:lnTo>
                    <a:pt x="747118" y="1177163"/>
                  </a:lnTo>
                  <a:lnTo>
                    <a:pt x="1196721" y="872489"/>
                  </a:lnTo>
                  <a:lnTo>
                    <a:pt x="1226043" y="872489"/>
                  </a:lnTo>
                  <a:lnTo>
                    <a:pt x="1250188" y="829310"/>
                  </a:lnTo>
                  <a:close/>
                </a:path>
                <a:path w="1325879" h="2038985">
                  <a:moveTo>
                    <a:pt x="82218" y="1053973"/>
                  </a:moveTo>
                  <a:lnTo>
                    <a:pt x="40512" y="1053973"/>
                  </a:lnTo>
                  <a:lnTo>
                    <a:pt x="408431" y="1158494"/>
                  </a:lnTo>
                  <a:lnTo>
                    <a:pt x="408431" y="1146683"/>
                  </a:lnTo>
                  <a:lnTo>
                    <a:pt x="82218" y="1053973"/>
                  </a:lnTo>
                  <a:close/>
                </a:path>
                <a:path w="1325879" h="2038985">
                  <a:moveTo>
                    <a:pt x="545719" y="968375"/>
                  </a:moveTo>
                  <a:lnTo>
                    <a:pt x="545719" y="985901"/>
                  </a:lnTo>
                  <a:lnTo>
                    <a:pt x="416051" y="1148841"/>
                  </a:lnTo>
                  <a:lnTo>
                    <a:pt x="430618" y="1148841"/>
                  </a:lnTo>
                  <a:lnTo>
                    <a:pt x="553338" y="994663"/>
                  </a:lnTo>
                  <a:lnTo>
                    <a:pt x="568500" y="994663"/>
                  </a:lnTo>
                  <a:lnTo>
                    <a:pt x="560578" y="985520"/>
                  </a:lnTo>
                  <a:lnTo>
                    <a:pt x="567545" y="976757"/>
                  </a:lnTo>
                  <a:lnTo>
                    <a:pt x="552957" y="976757"/>
                  </a:lnTo>
                  <a:lnTo>
                    <a:pt x="545719" y="968375"/>
                  </a:lnTo>
                  <a:close/>
                </a:path>
                <a:path w="1325879" h="2038985">
                  <a:moveTo>
                    <a:pt x="481203" y="893826"/>
                  </a:moveTo>
                  <a:lnTo>
                    <a:pt x="481203" y="911351"/>
                  </a:lnTo>
                  <a:lnTo>
                    <a:pt x="27431" y="1025271"/>
                  </a:lnTo>
                  <a:lnTo>
                    <a:pt x="74545" y="1025271"/>
                  </a:lnTo>
                  <a:lnTo>
                    <a:pt x="489457" y="921003"/>
                  </a:lnTo>
                  <a:lnTo>
                    <a:pt x="504672" y="921003"/>
                  </a:lnTo>
                  <a:lnTo>
                    <a:pt x="502031" y="917956"/>
                  </a:lnTo>
                  <a:lnTo>
                    <a:pt x="540399" y="908303"/>
                  </a:lnTo>
                  <a:lnTo>
                    <a:pt x="493649" y="908303"/>
                  </a:lnTo>
                  <a:lnTo>
                    <a:pt x="481203" y="893826"/>
                  </a:lnTo>
                  <a:close/>
                </a:path>
                <a:path w="1325879" h="2038985">
                  <a:moveTo>
                    <a:pt x="504672" y="921003"/>
                  </a:moveTo>
                  <a:lnTo>
                    <a:pt x="489457" y="921003"/>
                  </a:lnTo>
                  <a:lnTo>
                    <a:pt x="545719" y="985901"/>
                  </a:lnTo>
                  <a:lnTo>
                    <a:pt x="545719" y="968375"/>
                  </a:lnTo>
                  <a:lnTo>
                    <a:pt x="504672" y="921003"/>
                  </a:lnTo>
                  <a:close/>
                </a:path>
                <a:path w="1325879" h="2038985">
                  <a:moveTo>
                    <a:pt x="1250188" y="109727"/>
                  </a:moveTo>
                  <a:lnTo>
                    <a:pt x="1180719" y="141986"/>
                  </a:lnTo>
                  <a:lnTo>
                    <a:pt x="1203071" y="159765"/>
                  </a:lnTo>
                  <a:lnTo>
                    <a:pt x="635888" y="872489"/>
                  </a:lnTo>
                  <a:lnTo>
                    <a:pt x="624205" y="875411"/>
                  </a:lnTo>
                  <a:lnTo>
                    <a:pt x="624205" y="887222"/>
                  </a:lnTo>
                  <a:lnTo>
                    <a:pt x="552957" y="976757"/>
                  </a:lnTo>
                  <a:lnTo>
                    <a:pt x="567545" y="976757"/>
                  </a:lnTo>
                  <a:lnTo>
                    <a:pt x="642366" y="882650"/>
                  </a:lnTo>
                  <a:lnTo>
                    <a:pt x="701012" y="867918"/>
                  </a:lnTo>
                  <a:lnTo>
                    <a:pt x="654176" y="867918"/>
                  </a:lnTo>
                  <a:lnTo>
                    <a:pt x="1211961" y="166877"/>
                  </a:lnTo>
                  <a:lnTo>
                    <a:pt x="1238108" y="166877"/>
                  </a:lnTo>
                  <a:lnTo>
                    <a:pt x="1241552" y="150749"/>
                  </a:lnTo>
                  <a:lnTo>
                    <a:pt x="1250188" y="109727"/>
                  </a:lnTo>
                  <a:close/>
                </a:path>
                <a:path w="1325879" h="2038985">
                  <a:moveTo>
                    <a:pt x="363635" y="758189"/>
                  </a:moveTo>
                  <a:lnTo>
                    <a:pt x="348488" y="758189"/>
                  </a:lnTo>
                  <a:lnTo>
                    <a:pt x="481203" y="911351"/>
                  </a:lnTo>
                  <a:lnTo>
                    <a:pt x="481203" y="893826"/>
                  </a:lnTo>
                  <a:lnTo>
                    <a:pt x="363635" y="758189"/>
                  </a:lnTo>
                  <a:close/>
                </a:path>
                <a:path w="1325879" h="2038985">
                  <a:moveTo>
                    <a:pt x="624205" y="875411"/>
                  </a:moveTo>
                  <a:lnTo>
                    <a:pt x="493649" y="908303"/>
                  </a:lnTo>
                  <a:lnTo>
                    <a:pt x="540399" y="908303"/>
                  </a:lnTo>
                  <a:lnTo>
                    <a:pt x="624205" y="887222"/>
                  </a:lnTo>
                  <a:lnTo>
                    <a:pt x="624205" y="875411"/>
                  </a:lnTo>
                  <a:close/>
                </a:path>
                <a:path w="1325879" h="2038985">
                  <a:moveTo>
                    <a:pt x="1226043" y="872489"/>
                  </a:moveTo>
                  <a:lnTo>
                    <a:pt x="1196721" y="872489"/>
                  </a:lnTo>
                  <a:lnTo>
                    <a:pt x="1212723" y="896238"/>
                  </a:lnTo>
                  <a:lnTo>
                    <a:pt x="1226043" y="872489"/>
                  </a:lnTo>
                  <a:close/>
                </a:path>
                <a:path w="1325879" h="2038985">
                  <a:moveTo>
                    <a:pt x="1187831" y="704469"/>
                  </a:moveTo>
                  <a:lnTo>
                    <a:pt x="1194815" y="732154"/>
                  </a:lnTo>
                  <a:lnTo>
                    <a:pt x="654176" y="867918"/>
                  </a:lnTo>
                  <a:lnTo>
                    <a:pt x="701012" y="867918"/>
                  </a:lnTo>
                  <a:lnTo>
                    <a:pt x="1197483" y="743203"/>
                  </a:lnTo>
                  <a:lnTo>
                    <a:pt x="1236859" y="743203"/>
                  </a:lnTo>
                  <a:lnTo>
                    <a:pt x="1262634" y="721106"/>
                  </a:lnTo>
                  <a:lnTo>
                    <a:pt x="1187831" y="704469"/>
                  </a:lnTo>
                  <a:close/>
                </a:path>
                <a:path w="1325879" h="2038985">
                  <a:moveTo>
                    <a:pt x="1236859" y="743203"/>
                  </a:moveTo>
                  <a:lnTo>
                    <a:pt x="1197483" y="743203"/>
                  </a:lnTo>
                  <a:lnTo>
                    <a:pt x="1204468" y="771016"/>
                  </a:lnTo>
                  <a:lnTo>
                    <a:pt x="1236859" y="743203"/>
                  </a:lnTo>
                  <a:close/>
                </a:path>
                <a:path w="1325879" h="2038985">
                  <a:moveTo>
                    <a:pt x="1250696" y="0"/>
                  </a:moveTo>
                  <a:lnTo>
                    <a:pt x="1176020" y="17525"/>
                  </a:lnTo>
                  <a:lnTo>
                    <a:pt x="1194308" y="39370"/>
                  </a:lnTo>
                  <a:lnTo>
                    <a:pt x="349757" y="742188"/>
                  </a:lnTo>
                  <a:lnTo>
                    <a:pt x="367630" y="742188"/>
                  </a:lnTo>
                  <a:lnTo>
                    <a:pt x="1201674" y="48260"/>
                  </a:lnTo>
                  <a:lnTo>
                    <a:pt x="1229538" y="48260"/>
                  </a:lnTo>
                  <a:lnTo>
                    <a:pt x="1250696" y="0"/>
                  </a:lnTo>
                  <a:close/>
                </a:path>
                <a:path w="1325879" h="2038985">
                  <a:moveTo>
                    <a:pt x="1238108" y="166877"/>
                  </a:moveTo>
                  <a:lnTo>
                    <a:pt x="1211961" y="166877"/>
                  </a:lnTo>
                  <a:lnTo>
                    <a:pt x="1234313" y="184658"/>
                  </a:lnTo>
                  <a:lnTo>
                    <a:pt x="1238108" y="166877"/>
                  </a:lnTo>
                  <a:close/>
                </a:path>
                <a:path w="1325879" h="2038985">
                  <a:moveTo>
                    <a:pt x="1229538" y="48260"/>
                  </a:moveTo>
                  <a:lnTo>
                    <a:pt x="1201674" y="48260"/>
                  </a:lnTo>
                  <a:lnTo>
                    <a:pt x="1219962" y="70103"/>
                  </a:lnTo>
                  <a:lnTo>
                    <a:pt x="1229538" y="4826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87161" y="2154173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1"/>
                  </a:moveTo>
                  <a:lnTo>
                    <a:pt x="4317" y="166624"/>
                  </a:lnTo>
                  <a:lnTo>
                    <a:pt x="16890" y="127508"/>
                  </a:lnTo>
                  <a:lnTo>
                    <a:pt x="36702" y="92075"/>
                  </a:lnTo>
                  <a:lnTo>
                    <a:pt x="62864" y="61087"/>
                  </a:lnTo>
                  <a:lnTo>
                    <a:pt x="94614" y="35687"/>
                  </a:lnTo>
                  <a:lnTo>
                    <a:pt x="131063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6" y="16383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4" y="92075"/>
                  </a:lnTo>
                  <a:lnTo>
                    <a:pt x="412496" y="127508"/>
                  </a:lnTo>
                  <a:lnTo>
                    <a:pt x="424941" y="166624"/>
                  </a:lnTo>
                  <a:lnTo>
                    <a:pt x="429260" y="208661"/>
                  </a:lnTo>
                  <a:lnTo>
                    <a:pt x="424941" y="250698"/>
                  </a:lnTo>
                  <a:lnTo>
                    <a:pt x="412496" y="289940"/>
                  </a:lnTo>
                  <a:lnTo>
                    <a:pt x="392684" y="325374"/>
                  </a:lnTo>
                  <a:lnTo>
                    <a:pt x="366395" y="356235"/>
                  </a:lnTo>
                  <a:lnTo>
                    <a:pt x="334645" y="381635"/>
                  </a:lnTo>
                  <a:lnTo>
                    <a:pt x="298196" y="400938"/>
                  </a:lnTo>
                  <a:lnTo>
                    <a:pt x="257937" y="413130"/>
                  </a:lnTo>
                  <a:lnTo>
                    <a:pt x="214629" y="417322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5"/>
                  </a:lnTo>
                  <a:lnTo>
                    <a:pt x="62864" y="356235"/>
                  </a:lnTo>
                  <a:lnTo>
                    <a:pt x="36702" y="325374"/>
                  </a:lnTo>
                  <a:lnTo>
                    <a:pt x="16890" y="289940"/>
                  </a:lnTo>
                  <a:lnTo>
                    <a:pt x="4317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0961" y="2273046"/>
              <a:ext cx="76580" cy="6426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189476" y="1569720"/>
              <a:ext cx="1242060" cy="737870"/>
            </a:xfrm>
            <a:custGeom>
              <a:avLst/>
              <a:gdLst/>
              <a:ahLst/>
              <a:cxnLst/>
              <a:rect l="l" t="t" r="r" b="b"/>
              <a:pathLst>
                <a:path w="1242060" h="737869">
                  <a:moveTo>
                    <a:pt x="5714" y="0"/>
                  </a:moveTo>
                  <a:lnTo>
                    <a:pt x="0" y="9778"/>
                  </a:lnTo>
                  <a:lnTo>
                    <a:pt x="1236090" y="737742"/>
                  </a:lnTo>
                  <a:lnTo>
                    <a:pt x="1241806" y="727963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93258" y="2785110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7" y="167258"/>
                  </a:lnTo>
                  <a:lnTo>
                    <a:pt x="16890" y="128015"/>
                  </a:lnTo>
                  <a:lnTo>
                    <a:pt x="36702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10"/>
                  </a:lnTo>
                  <a:lnTo>
                    <a:pt x="171450" y="4317"/>
                  </a:lnTo>
                  <a:lnTo>
                    <a:pt x="214629" y="0"/>
                  </a:lnTo>
                  <a:lnTo>
                    <a:pt x="257937" y="4317"/>
                  </a:lnTo>
                  <a:lnTo>
                    <a:pt x="298195" y="16510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3" y="92328"/>
                  </a:lnTo>
                  <a:lnTo>
                    <a:pt x="412495" y="128015"/>
                  </a:lnTo>
                  <a:lnTo>
                    <a:pt x="424941" y="167258"/>
                  </a:lnTo>
                  <a:lnTo>
                    <a:pt x="429259" y="209550"/>
                  </a:lnTo>
                  <a:lnTo>
                    <a:pt x="424941" y="251840"/>
                  </a:lnTo>
                  <a:lnTo>
                    <a:pt x="412495" y="291083"/>
                  </a:lnTo>
                  <a:lnTo>
                    <a:pt x="392683" y="326770"/>
                  </a:lnTo>
                  <a:lnTo>
                    <a:pt x="366394" y="357758"/>
                  </a:lnTo>
                  <a:lnTo>
                    <a:pt x="334644" y="383285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29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5"/>
                  </a:lnTo>
                  <a:lnTo>
                    <a:pt x="62864" y="357758"/>
                  </a:lnTo>
                  <a:lnTo>
                    <a:pt x="36702" y="326770"/>
                  </a:lnTo>
                  <a:lnTo>
                    <a:pt x="16890" y="291083"/>
                  </a:lnTo>
                  <a:lnTo>
                    <a:pt x="4317" y="25184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89476" y="1571244"/>
              <a:ext cx="1304290" cy="2032635"/>
            </a:xfrm>
            <a:custGeom>
              <a:avLst/>
              <a:gdLst/>
              <a:ahLst/>
              <a:cxnLst/>
              <a:rect l="l" t="t" r="r" b="b"/>
              <a:pathLst>
                <a:path w="1304289" h="2032635">
                  <a:moveTo>
                    <a:pt x="719074" y="1403857"/>
                  </a:moveTo>
                  <a:lnTo>
                    <a:pt x="702056" y="1403857"/>
                  </a:lnTo>
                  <a:lnTo>
                    <a:pt x="13588" y="2021966"/>
                  </a:lnTo>
                  <a:lnTo>
                    <a:pt x="12700" y="2022347"/>
                  </a:lnTo>
                  <a:lnTo>
                    <a:pt x="12826" y="2022601"/>
                  </a:lnTo>
                  <a:lnTo>
                    <a:pt x="11429" y="2023871"/>
                  </a:lnTo>
                  <a:lnTo>
                    <a:pt x="15875" y="2028824"/>
                  </a:lnTo>
                  <a:lnTo>
                    <a:pt x="17415" y="2032126"/>
                  </a:lnTo>
                  <a:lnTo>
                    <a:pt x="17534" y="2032380"/>
                  </a:lnTo>
                  <a:lnTo>
                    <a:pt x="17652" y="2032634"/>
                  </a:lnTo>
                  <a:lnTo>
                    <a:pt x="18796" y="2032126"/>
                  </a:lnTo>
                  <a:lnTo>
                    <a:pt x="19227" y="2032126"/>
                  </a:lnTo>
                  <a:lnTo>
                    <a:pt x="19685" y="2031745"/>
                  </a:lnTo>
                  <a:lnTo>
                    <a:pt x="76845" y="2003805"/>
                  </a:lnTo>
                  <a:lnTo>
                    <a:pt x="50800" y="2003805"/>
                  </a:lnTo>
                  <a:lnTo>
                    <a:pt x="719074" y="1403857"/>
                  </a:lnTo>
                  <a:close/>
                </a:path>
                <a:path w="1304289" h="2032635">
                  <a:moveTo>
                    <a:pt x="19227" y="2032126"/>
                  </a:moveTo>
                  <a:lnTo>
                    <a:pt x="18796" y="2032126"/>
                  </a:lnTo>
                  <a:lnTo>
                    <a:pt x="18923" y="2032380"/>
                  </a:lnTo>
                  <a:lnTo>
                    <a:pt x="19227" y="2032126"/>
                  </a:lnTo>
                  <a:close/>
                </a:path>
                <a:path w="1304289" h="2032635">
                  <a:moveTo>
                    <a:pt x="1234566" y="1356359"/>
                  </a:moveTo>
                  <a:lnTo>
                    <a:pt x="1234566" y="1369694"/>
                  </a:lnTo>
                  <a:lnTo>
                    <a:pt x="1232153" y="1371853"/>
                  </a:lnTo>
                  <a:lnTo>
                    <a:pt x="1234566" y="1372742"/>
                  </a:lnTo>
                  <a:lnTo>
                    <a:pt x="1234566" y="1425320"/>
                  </a:lnTo>
                  <a:lnTo>
                    <a:pt x="50800" y="2003805"/>
                  </a:lnTo>
                  <a:lnTo>
                    <a:pt x="76845" y="2003805"/>
                  </a:lnTo>
                  <a:lnTo>
                    <a:pt x="1243964" y="1433321"/>
                  </a:lnTo>
                  <a:lnTo>
                    <a:pt x="1276252" y="1433321"/>
                  </a:lnTo>
                  <a:lnTo>
                    <a:pt x="1302668" y="1398777"/>
                  </a:lnTo>
                  <a:lnTo>
                    <a:pt x="1302765" y="1398650"/>
                  </a:lnTo>
                  <a:lnTo>
                    <a:pt x="1303147" y="1398650"/>
                  </a:lnTo>
                  <a:lnTo>
                    <a:pt x="1303020" y="1398396"/>
                  </a:lnTo>
                  <a:lnTo>
                    <a:pt x="1303923" y="1398396"/>
                  </a:lnTo>
                  <a:lnTo>
                    <a:pt x="1292934" y="1361058"/>
                  </a:lnTo>
                  <a:lnTo>
                    <a:pt x="1243711" y="1361058"/>
                  </a:lnTo>
                  <a:lnTo>
                    <a:pt x="1234566" y="1356359"/>
                  </a:lnTo>
                  <a:close/>
                </a:path>
                <a:path w="1304289" h="2032635">
                  <a:moveTo>
                    <a:pt x="1276252" y="1433321"/>
                  </a:moveTo>
                  <a:lnTo>
                    <a:pt x="1243964" y="1433321"/>
                  </a:lnTo>
                  <a:lnTo>
                    <a:pt x="1256538" y="1459102"/>
                  </a:lnTo>
                  <a:lnTo>
                    <a:pt x="1276252" y="1433321"/>
                  </a:lnTo>
                  <a:close/>
                </a:path>
                <a:path w="1304289" h="2032635">
                  <a:moveTo>
                    <a:pt x="15366" y="719327"/>
                  </a:moveTo>
                  <a:lnTo>
                    <a:pt x="15239" y="725042"/>
                  </a:lnTo>
                  <a:lnTo>
                    <a:pt x="12573" y="729995"/>
                  </a:lnTo>
                  <a:lnTo>
                    <a:pt x="665099" y="1071371"/>
                  </a:lnTo>
                  <a:lnTo>
                    <a:pt x="12700" y="1392935"/>
                  </a:lnTo>
                  <a:lnTo>
                    <a:pt x="15239" y="1398015"/>
                  </a:lnTo>
                  <a:lnTo>
                    <a:pt x="15239" y="1403857"/>
                  </a:lnTo>
                  <a:lnTo>
                    <a:pt x="1229614" y="1403857"/>
                  </a:lnTo>
                  <a:lnTo>
                    <a:pt x="1234566" y="1414144"/>
                  </a:lnTo>
                  <a:lnTo>
                    <a:pt x="1234566" y="1392427"/>
                  </a:lnTo>
                  <a:lnTo>
                    <a:pt x="39243" y="1392427"/>
                  </a:lnTo>
                  <a:lnTo>
                    <a:pt x="677545" y="1077848"/>
                  </a:lnTo>
                  <a:lnTo>
                    <a:pt x="702144" y="1077848"/>
                  </a:lnTo>
                  <a:lnTo>
                    <a:pt x="690245" y="1071626"/>
                  </a:lnTo>
                  <a:lnTo>
                    <a:pt x="703384" y="1065148"/>
                  </a:lnTo>
                  <a:lnTo>
                    <a:pt x="677672" y="1065148"/>
                  </a:lnTo>
                  <a:lnTo>
                    <a:pt x="39877" y="731519"/>
                  </a:lnTo>
                  <a:lnTo>
                    <a:pt x="390395" y="731519"/>
                  </a:lnTo>
                  <a:lnTo>
                    <a:pt x="15366" y="719327"/>
                  </a:lnTo>
                  <a:close/>
                </a:path>
                <a:path w="1304289" h="2032635">
                  <a:moveTo>
                    <a:pt x="1303923" y="1398396"/>
                  </a:moveTo>
                  <a:lnTo>
                    <a:pt x="1303020" y="1398396"/>
                  </a:lnTo>
                  <a:lnTo>
                    <a:pt x="1304036" y="1398777"/>
                  </a:lnTo>
                  <a:lnTo>
                    <a:pt x="1303923" y="1398396"/>
                  </a:lnTo>
                  <a:close/>
                </a:path>
                <a:path w="1304289" h="2032635">
                  <a:moveTo>
                    <a:pt x="922401" y="1193038"/>
                  </a:moveTo>
                  <a:lnTo>
                    <a:pt x="922401" y="1205991"/>
                  </a:lnTo>
                  <a:lnTo>
                    <a:pt x="714756" y="1392427"/>
                  </a:lnTo>
                  <a:lnTo>
                    <a:pt x="731774" y="1392427"/>
                  </a:lnTo>
                  <a:lnTo>
                    <a:pt x="933196" y="1211579"/>
                  </a:lnTo>
                  <a:lnTo>
                    <a:pt x="957753" y="1211579"/>
                  </a:lnTo>
                  <a:lnTo>
                    <a:pt x="942213" y="1203452"/>
                  </a:lnTo>
                  <a:lnTo>
                    <a:pt x="948442" y="1197864"/>
                  </a:lnTo>
                  <a:lnTo>
                    <a:pt x="931545" y="1197864"/>
                  </a:lnTo>
                  <a:lnTo>
                    <a:pt x="922401" y="1193038"/>
                  </a:lnTo>
                  <a:close/>
                </a:path>
                <a:path w="1304289" h="2032635">
                  <a:moveTo>
                    <a:pt x="1234566" y="1381632"/>
                  </a:moveTo>
                  <a:lnTo>
                    <a:pt x="1228978" y="1392427"/>
                  </a:lnTo>
                  <a:lnTo>
                    <a:pt x="1234566" y="1392427"/>
                  </a:lnTo>
                  <a:lnTo>
                    <a:pt x="1234566" y="1381632"/>
                  </a:lnTo>
                  <a:close/>
                </a:path>
                <a:path w="1304289" h="2032635">
                  <a:moveTo>
                    <a:pt x="957753" y="1211579"/>
                  </a:moveTo>
                  <a:lnTo>
                    <a:pt x="933196" y="1211579"/>
                  </a:lnTo>
                  <a:lnTo>
                    <a:pt x="1234566" y="1369186"/>
                  </a:lnTo>
                  <a:lnTo>
                    <a:pt x="1234566" y="1356359"/>
                  </a:lnTo>
                  <a:lnTo>
                    <a:pt x="957753" y="1211579"/>
                  </a:lnTo>
                  <a:close/>
                </a:path>
                <a:path w="1304289" h="2032635">
                  <a:moveTo>
                    <a:pt x="1251077" y="1333372"/>
                  </a:moveTo>
                  <a:lnTo>
                    <a:pt x="1251077" y="1350263"/>
                  </a:lnTo>
                  <a:lnTo>
                    <a:pt x="1246886" y="1358264"/>
                  </a:lnTo>
                  <a:lnTo>
                    <a:pt x="1243711" y="1361058"/>
                  </a:lnTo>
                  <a:lnTo>
                    <a:pt x="1292934" y="1361058"/>
                  </a:lnTo>
                  <a:lnTo>
                    <a:pt x="1287645" y="1343152"/>
                  </a:lnTo>
                  <a:lnTo>
                    <a:pt x="1263014" y="1343152"/>
                  </a:lnTo>
                  <a:lnTo>
                    <a:pt x="1260443" y="1339468"/>
                  </a:lnTo>
                  <a:lnTo>
                    <a:pt x="1256664" y="1339468"/>
                  </a:lnTo>
                  <a:lnTo>
                    <a:pt x="1251077" y="1333372"/>
                  </a:lnTo>
                  <a:close/>
                </a:path>
                <a:path w="1304289" h="2032635">
                  <a:moveTo>
                    <a:pt x="1051552" y="1119377"/>
                  </a:moveTo>
                  <a:lnTo>
                    <a:pt x="1035938" y="1119377"/>
                  </a:lnTo>
                  <a:lnTo>
                    <a:pt x="1251077" y="1350263"/>
                  </a:lnTo>
                  <a:lnTo>
                    <a:pt x="1251077" y="1333372"/>
                  </a:lnTo>
                  <a:lnTo>
                    <a:pt x="1051552" y="1119377"/>
                  </a:lnTo>
                  <a:close/>
                </a:path>
                <a:path w="1304289" h="2032635">
                  <a:moveTo>
                    <a:pt x="1282319" y="1325117"/>
                  </a:moveTo>
                  <a:lnTo>
                    <a:pt x="1263014" y="1343152"/>
                  </a:lnTo>
                  <a:lnTo>
                    <a:pt x="1287645" y="1343152"/>
                  </a:lnTo>
                  <a:lnTo>
                    <a:pt x="1282319" y="1325117"/>
                  </a:lnTo>
                  <a:close/>
                </a:path>
                <a:path w="1304289" h="2032635">
                  <a:moveTo>
                    <a:pt x="1258315" y="1336420"/>
                  </a:moveTo>
                  <a:lnTo>
                    <a:pt x="1256664" y="1339468"/>
                  </a:lnTo>
                  <a:lnTo>
                    <a:pt x="1260443" y="1339468"/>
                  </a:lnTo>
                  <a:lnTo>
                    <a:pt x="1258315" y="1336420"/>
                  </a:lnTo>
                  <a:close/>
                </a:path>
                <a:path w="1304289" h="2032635">
                  <a:moveTo>
                    <a:pt x="702144" y="1077848"/>
                  </a:moveTo>
                  <a:lnTo>
                    <a:pt x="677545" y="1077848"/>
                  </a:lnTo>
                  <a:lnTo>
                    <a:pt x="922401" y="1205991"/>
                  </a:lnTo>
                  <a:lnTo>
                    <a:pt x="922401" y="1193038"/>
                  </a:lnTo>
                  <a:lnTo>
                    <a:pt x="702144" y="1077848"/>
                  </a:lnTo>
                  <a:close/>
                </a:path>
                <a:path w="1304289" h="2032635">
                  <a:moveTo>
                    <a:pt x="1028064" y="1094231"/>
                  </a:moveTo>
                  <a:lnTo>
                    <a:pt x="1028064" y="1110995"/>
                  </a:lnTo>
                  <a:lnTo>
                    <a:pt x="931545" y="1197864"/>
                  </a:lnTo>
                  <a:lnTo>
                    <a:pt x="948442" y="1197864"/>
                  </a:lnTo>
                  <a:lnTo>
                    <a:pt x="1035938" y="1119377"/>
                  </a:lnTo>
                  <a:lnTo>
                    <a:pt x="1051552" y="1119377"/>
                  </a:lnTo>
                  <a:lnTo>
                    <a:pt x="1044448" y="1111757"/>
                  </a:lnTo>
                  <a:lnTo>
                    <a:pt x="1053781" y="1103376"/>
                  </a:lnTo>
                  <a:lnTo>
                    <a:pt x="1036701" y="1103376"/>
                  </a:lnTo>
                  <a:lnTo>
                    <a:pt x="1028064" y="1094231"/>
                  </a:lnTo>
                  <a:close/>
                </a:path>
                <a:path w="1304289" h="2032635">
                  <a:moveTo>
                    <a:pt x="912378" y="969898"/>
                  </a:moveTo>
                  <a:lnTo>
                    <a:pt x="896620" y="969898"/>
                  </a:lnTo>
                  <a:lnTo>
                    <a:pt x="1028064" y="1110995"/>
                  </a:lnTo>
                  <a:lnTo>
                    <a:pt x="1028064" y="1094231"/>
                  </a:lnTo>
                  <a:lnTo>
                    <a:pt x="912378" y="969898"/>
                  </a:lnTo>
                  <a:close/>
                </a:path>
                <a:path w="1304289" h="2032635">
                  <a:moveTo>
                    <a:pt x="1297177" y="877188"/>
                  </a:moveTo>
                  <a:lnTo>
                    <a:pt x="1223137" y="897508"/>
                  </a:lnTo>
                  <a:lnTo>
                    <a:pt x="1242314" y="918717"/>
                  </a:lnTo>
                  <a:lnTo>
                    <a:pt x="1036701" y="1103376"/>
                  </a:lnTo>
                  <a:lnTo>
                    <a:pt x="1053781" y="1103376"/>
                  </a:lnTo>
                  <a:lnTo>
                    <a:pt x="1249934" y="927226"/>
                  </a:lnTo>
                  <a:lnTo>
                    <a:pt x="1277352" y="927226"/>
                  </a:lnTo>
                  <a:lnTo>
                    <a:pt x="1283715" y="911097"/>
                  </a:lnTo>
                  <a:lnTo>
                    <a:pt x="1297177" y="877188"/>
                  </a:lnTo>
                  <a:close/>
                </a:path>
                <a:path w="1304289" h="2032635">
                  <a:moveTo>
                    <a:pt x="888491" y="944371"/>
                  </a:moveTo>
                  <a:lnTo>
                    <a:pt x="888491" y="961263"/>
                  </a:lnTo>
                  <a:lnTo>
                    <a:pt x="677672" y="1065148"/>
                  </a:lnTo>
                  <a:lnTo>
                    <a:pt x="703384" y="1065148"/>
                  </a:lnTo>
                  <a:lnTo>
                    <a:pt x="896620" y="969898"/>
                  </a:lnTo>
                  <a:lnTo>
                    <a:pt x="912378" y="969898"/>
                  </a:lnTo>
                  <a:lnTo>
                    <a:pt x="907414" y="964564"/>
                  </a:lnTo>
                  <a:lnTo>
                    <a:pt x="924949" y="955928"/>
                  </a:lnTo>
                  <a:lnTo>
                    <a:pt x="899287" y="955928"/>
                  </a:lnTo>
                  <a:lnTo>
                    <a:pt x="888491" y="944371"/>
                  </a:lnTo>
                  <a:close/>
                </a:path>
                <a:path w="1304289" h="2032635">
                  <a:moveTo>
                    <a:pt x="390395" y="731519"/>
                  </a:moveTo>
                  <a:lnTo>
                    <a:pt x="39877" y="731519"/>
                  </a:lnTo>
                  <a:lnTo>
                    <a:pt x="694309" y="752855"/>
                  </a:lnTo>
                  <a:lnTo>
                    <a:pt x="888491" y="961263"/>
                  </a:lnTo>
                  <a:lnTo>
                    <a:pt x="888491" y="944371"/>
                  </a:lnTo>
                  <a:lnTo>
                    <a:pt x="710564" y="753363"/>
                  </a:lnTo>
                  <a:lnTo>
                    <a:pt x="1060967" y="753363"/>
                  </a:lnTo>
                  <a:lnTo>
                    <a:pt x="699515" y="741552"/>
                  </a:lnTo>
                  <a:lnTo>
                    <a:pt x="699042" y="741044"/>
                  </a:lnTo>
                  <a:lnTo>
                    <a:pt x="683387" y="741044"/>
                  </a:lnTo>
                  <a:lnTo>
                    <a:pt x="390395" y="731519"/>
                  </a:lnTo>
                  <a:close/>
                </a:path>
                <a:path w="1304289" h="2032635">
                  <a:moveTo>
                    <a:pt x="1229740" y="730250"/>
                  </a:moveTo>
                  <a:lnTo>
                    <a:pt x="1228725" y="758825"/>
                  </a:lnTo>
                  <a:lnTo>
                    <a:pt x="1228089" y="758825"/>
                  </a:lnTo>
                  <a:lnTo>
                    <a:pt x="1228089" y="780922"/>
                  </a:lnTo>
                  <a:lnTo>
                    <a:pt x="1227709" y="794003"/>
                  </a:lnTo>
                  <a:lnTo>
                    <a:pt x="899287" y="955928"/>
                  </a:lnTo>
                  <a:lnTo>
                    <a:pt x="924949" y="955928"/>
                  </a:lnTo>
                  <a:lnTo>
                    <a:pt x="1238250" y="801623"/>
                  </a:lnTo>
                  <a:lnTo>
                    <a:pt x="1270156" y="801623"/>
                  </a:lnTo>
                  <a:lnTo>
                    <a:pt x="1296415" y="766952"/>
                  </a:lnTo>
                  <a:lnTo>
                    <a:pt x="1297177" y="766698"/>
                  </a:lnTo>
                  <a:lnTo>
                    <a:pt x="1296670" y="766698"/>
                  </a:lnTo>
                  <a:lnTo>
                    <a:pt x="1297177" y="766190"/>
                  </a:lnTo>
                  <a:lnTo>
                    <a:pt x="1296035" y="766190"/>
                  </a:lnTo>
                  <a:lnTo>
                    <a:pt x="1229740" y="730250"/>
                  </a:lnTo>
                  <a:close/>
                </a:path>
                <a:path w="1304289" h="2032635">
                  <a:moveTo>
                    <a:pt x="1277352" y="927226"/>
                  </a:moveTo>
                  <a:lnTo>
                    <a:pt x="1249934" y="927226"/>
                  </a:lnTo>
                  <a:lnTo>
                    <a:pt x="1268984" y="948435"/>
                  </a:lnTo>
                  <a:lnTo>
                    <a:pt x="1277352" y="927226"/>
                  </a:lnTo>
                  <a:close/>
                </a:path>
                <a:path w="1304289" h="2032635">
                  <a:moveTo>
                    <a:pt x="1270156" y="801623"/>
                  </a:moveTo>
                  <a:lnTo>
                    <a:pt x="1238250" y="801623"/>
                  </a:lnTo>
                  <a:lnTo>
                    <a:pt x="1250823" y="827151"/>
                  </a:lnTo>
                  <a:lnTo>
                    <a:pt x="1270156" y="801623"/>
                  </a:lnTo>
                  <a:close/>
                </a:path>
                <a:path w="1304289" h="2032635">
                  <a:moveTo>
                    <a:pt x="1060967" y="753363"/>
                  </a:moveTo>
                  <a:lnTo>
                    <a:pt x="710564" y="753363"/>
                  </a:lnTo>
                  <a:lnTo>
                    <a:pt x="1222628" y="770001"/>
                  </a:lnTo>
                  <a:lnTo>
                    <a:pt x="1228089" y="780922"/>
                  </a:lnTo>
                  <a:lnTo>
                    <a:pt x="1228089" y="758825"/>
                  </a:lnTo>
                  <a:lnTo>
                    <a:pt x="1060967" y="753363"/>
                  </a:lnTo>
                  <a:close/>
                </a:path>
                <a:path w="1304289" h="2032635">
                  <a:moveTo>
                    <a:pt x="8509" y="0"/>
                  </a:moveTo>
                  <a:lnTo>
                    <a:pt x="0" y="7746"/>
                  </a:lnTo>
                  <a:lnTo>
                    <a:pt x="683387" y="741044"/>
                  </a:lnTo>
                  <a:lnTo>
                    <a:pt x="699042" y="741044"/>
                  </a:lnTo>
                  <a:lnTo>
                    <a:pt x="8509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45920" y="1914143"/>
              <a:ext cx="446405" cy="1388110"/>
            </a:xfrm>
            <a:custGeom>
              <a:avLst/>
              <a:gdLst/>
              <a:ahLst/>
              <a:cxnLst/>
              <a:rect l="l" t="t" r="r" b="b"/>
              <a:pathLst>
                <a:path w="446405" h="1388110">
                  <a:moveTo>
                    <a:pt x="430149" y="40132"/>
                  </a:moveTo>
                  <a:lnTo>
                    <a:pt x="371729" y="40132"/>
                  </a:lnTo>
                  <a:lnTo>
                    <a:pt x="371348" y="68580"/>
                  </a:lnTo>
                  <a:lnTo>
                    <a:pt x="430149" y="40132"/>
                  </a:lnTo>
                  <a:close/>
                </a:path>
                <a:path w="446405" h="1388110">
                  <a:moveTo>
                    <a:pt x="440309" y="35179"/>
                  </a:moveTo>
                  <a:lnTo>
                    <a:pt x="372364" y="0"/>
                  </a:lnTo>
                  <a:lnTo>
                    <a:pt x="371856" y="28575"/>
                  </a:lnTo>
                  <a:lnTo>
                    <a:pt x="23368" y="23495"/>
                  </a:lnTo>
                  <a:lnTo>
                    <a:pt x="23241" y="34925"/>
                  </a:lnTo>
                  <a:lnTo>
                    <a:pt x="371729" y="40005"/>
                  </a:lnTo>
                  <a:lnTo>
                    <a:pt x="430530" y="40005"/>
                  </a:lnTo>
                  <a:lnTo>
                    <a:pt x="440309" y="35179"/>
                  </a:lnTo>
                  <a:close/>
                </a:path>
                <a:path w="446405" h="1388110">
                  <a:moveTo>
                    <a:pt x="440944" y="721741"/>
                  </a:moveTo>
                  <a:lnTo>
                    <a:pt x="372364" y="687451"/>
                  </a:lnTo>
                  <a:lnTo>
                    <a:pt x="372364" y="716026"/>
                  </a:lnTo>
                  <a:lnTo>
                    <a:pt x="0" y="716026"/>
                  </a:lnTo>
                  <a:lnTo>
                    <a:pt x="0" y="727456"/>
                  </a:lnTo>
                  <a:lnTo>
                    <a:pt x="372364" y="727456"/>
                  </a:lnTo>
                  <a:lnTo>
                    <a:pt x="372364" y="756031"/>
                  </a:lnTo>
                  <a:lnTo>
                    <a:pt x="440944" y="721741"/>
                  </a:lnTo>
                  <a:close/>
                </a:path>
                <a:path w="446405" h="1388110">
                  <a:moveTo>
                    <a:pt x="446278" y="1353820"/>
                  </a:moveTo>
                  <a:lnTo>
                    <a:pt x="377825" y="1319530"/>
                  </a:lnTo>
                  <a:lnTo>
                    <a:pt x="377825" y="1348105"/>
                  </a:lnTo>
                  <a:lnTo>
                    <a:pt x="23241" y="1348105"/>
                  </a:lnTo>
                  <a:lnTo>
                    <a:pt x="23241" y="1359535"/>
                  </a:lnTo>
                  <a:lnTo>
                    <a:pt x="377825" y="1359535"/>
                  </a:lnTo>
                  <a:lnTo>
                    <a:pt x="377825" y="1388110"/>
                  </a:lnTo>
                  <a:lnTo>
                    <a:pt x="446278" y="135382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16168" y="2327147"/>
              <a:ext cx="368300" cy="701040"/>
            </a:xfrm>
            <a:custGeom>
              <a:avLst/>
              <a:gdLst/>
              <a:ahLst/>
              <a:cxnLst/>
              <a:rect l="l" t="t" r="r" b="b"/>
              <a:pathLst>
                <a:path w="368300" h="701039">
                  <a:moveTo>
                    <a:pt x="356870" y="34290"/>
                  </a:moveTo>
                  <a:lnTo>
                    <a:pt x="288417" y="0"/>
                  </a:lnTo>
                  <a:lnTo>
                    <a:pt x="288417" y="28575"/>
                  </a:lnTo>
                  <a:lnTo>
                    <a:pt x="0" y="28575"/>
                  </a:lnTo>
                  <a:lnTo>
                    <a:pt x="0" y="40005"/>
                  </a:lnTo>
                  <a:lnTo>
                    <a:pt x="288417" y="40005"/>
                  </a:lnTo>
                  <a:lnTo>
                    <a:pt x="288417" y="68580"/>
                  </a:lnTo>
                  <a:lnTo>
                    <a:pt x="356870" y="34290"/>
                  </a:lnTo>
                  <a:close/>
                </a:path>
                <a:path w="368300" h="701039">
                  <a:moveTo>
                    <a:pt x="368300" y="666369"/>
                  </a:moveTo>
                  <a:lnTo>
                    <a:pt x="299974" y="632079"/>
                  </a:lnTo>
                  <a:lnTo>
                    <a:pt x="299974" y="660654"/>
                  </a:lnTo>
                  <a:lnTo>
                    <a:pt x="5461" y="660654"/>
                  </a:lnTo>
                  <a:lnTo>
                    <a:pt x="5461" y="672084"/>
                  </a:lnTo>
                  <a:lnTo>
                    <a:pt x="299974" y="672084"/>
                  </a:lnTo>
                  <a:lnTo>
                    <a:pt x="299974" y="700659"/>
                  </a:lnTo>
                  <a:lnTo>
                    <a:pt x="368300" y="666369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716785" y="4070350"/>
            <a:ext cx="94615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70528" y="4070350"/>
            <a:ext cx="110490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Hidden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88458" y="4043629"/>
            <a:ext cx="109855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Output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22270" y="3360801"/>
            <a:ext cx="30924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latin typeface="Calibri"/>
                <a:cs typeface="Calibri"/>
              </a:rPr>
              <a:t>0.25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97885" y="1419097"/>
            <a:ext cx="246379" cy="111760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R="10160" algn="ctr">
              <a:lnSpc>
                <a:spcPct val="100000"/>
              </a:lnSpc>
              <a:spcBef>
                <a:spcPts val="885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  <a:p>
            <a:pPr marL="17780" algn="ctr">
              <a:lnSpc>
                <a:spcPts val="1350"/>
              </a:lnSpc>
              <a:spcBef>
                <a:spcPts val="790"/>
              </a:spcBef>
            </a:pPr>
            <a:r>
              <a:rPr sz="1250" spc="-25" dirty="0">
                <a:latin typeface="Calibri"/>
                <a:cs typeface="Calibri"/>
              </a:rPr>
              <a:t>0.5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ts val="2010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61872" y="1772539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0" baseline="-17543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=1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14627" y="2469896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0" baseline="-17543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=0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56030" y="3114548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0" baseline="-17543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=1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64909" y="2216658"/>
            <a:ext cx="2197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y</a:t>
            </a:r>
            <a:r>
              <a:rPr sz="1425" spc="-37" baseline="-17543" dirty="0">
                <a:latin typeface="Calibri"/>
                <a:cs typeface="Calibri"/>
              </a:rPr>
              <a:t>1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73419" y="2827147"/>
            <a:ext cx="2197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y</a:t>
            </a:r>
            <a:r>
              <a:rPr sz="1425" spc="-37" baseline="-17543" dirty="0">
                <a:latin typeface="Calibri"/>
                <a:cs typeface="Calibri"/>
              </a:rPr>
              <a:t>2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598156" y="1785873"/>
            <a:ext cx="1525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0" dirty="0">
                <a:solidFill>
                  <a:srgbClr val="C00000"/>
                </a:solidFill>
                <a:latin typeface="Calibri"/>
                <a:cs typeface="Calibri"/>
              </a:rPr>
              <a:t>x=Perceptron(x)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98156" y="2221305"/>
            <a:ext cx="2453005" cy="80264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Linear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Activation</a:t>
            </a:r>
            <a:r>
              <a:rPr sz="1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b="1" i="1" spc="-10" dirty="0">
                <a:solidFill>
                  <a:srgbClr val="C00000"/>
                </a:solidFill>
                <a:latin typeface="Calibri"/>
                <a:cs typeface="Calibri"/>
              </a:rPr>
              <a:t>x=f(x)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92451" y="4387596"/>
            <a:ext cx="288290" cy="775970"/>
          </a:xfrm>
          <a:prstGeom prst="rect">
            <a:avLst/>
          </a:prstGeom>
          <a:ln w="9525">
            <a:solidFill>
              <a:srgbClr val="C0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83185">
              <a:lnSpc>
                <a:spcPct val="100000"/>
              </a:lnSpc>
              <a:spcBef>
                <a:spcPts val="30"/>
              </a:spcBef>
            </a:pPr>
            <a:r>
              <a:rPr sz="1600" spc="-50" dirty="0"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  <a:p>
            <a:pPr marL="83185">
              <a:lnSpc>
                <a:spcPct val="100000"/>
              </a:lnSpc>
              <a:spcBef>
                <a:spcPts val="20"/>
              </a:spcBef>
            </a:pP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52594" y="1664589"/>
            <a:ext cx="22860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latin typeface="Calibri"/>
                <a:cs typeface="Calibri"/>
              </a:rPr>
              <a:t>0.1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70246" y="1966417"/>
            <a:ext cx="228600" cy="7423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405"/>
              </a:lnSpc>
              <a:spcBef>
                <a:spcPts val="110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  <a:p>
            <a:pPr marL="26034">
              <a:lnSpc>
                <a:spcPts val="2065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62880" y="3281298"/>
            <a:ext cx="30924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latin typeface="Calibri"/>
                <a:cs typeface="Calibri"/>
              </a:rPr>
              <a:t>0.15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4890" y="301828"/>
            <a:ext cx="25857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80" dirty="0">
                <a:latin typeface="Calibri Light"/>
                <a:cs typeface="Calibri Light"/>
              </a:rPr>
              <a:t>Forward</a:t>
            </a:r>
            <a:r>
              <a:rPr sz="3950" spc="-260" dirty="0">
                <a:latin typeface="Calibri Light"/>
                <a:cs typeface="Calibri Light"/>
              </a:rPr>
              <a:t> </a:t>
            </a:r>
            <a:r>
              <a:rPr sz="3950" spc="-20" dirty="0">
                <a:latin typeface="Calibri Light"/>
                <a:cs typeface="Calibri Light"/>
              </a:rPr>
              <a:t>Pass</a:t>
            </a:r>
            <a:endParaRPr sz="39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45920" y="1363662"/>
            <a:ext cx="4638675" cy="2482850"/>
            <a:chOff x="1645920" y="1363662"/>
            <a:chExt cx="4638675" cy="2482850"/>
          </a:xfrm>
        </p:grpSpPr>
        <p:sp>
          <p:nvSpPr>
            <p:cNvPr id="4" name="object 4"/>
            <p:cNvSpPr/>
            <p:nvPr/>
          </p:nvSpPr>
          <p:spPr>
            <a:xfrm>
              <a:off x="2088642" y="1742693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0"/>
                  </a:moveTo>
                  <a:lnTo>
                    <a:pt x="4318" y="166623"/>
                  </a:lnTo>
                  <a:lnTo>
                    <a:pt x="16890" y="127507"/>
                  </a:lnTo>
                  <a:lnTo>
                    <a:pt x="36702" y="92075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30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3" y="92075"/>
                  </a:lnTo>
                  <a:lnTo>
                    <a:pt x="412495" y="127507"/>
                  </a:lnTo>
                  <a:lnTo>
                    <a:pt x="424941" y="166623"/>
                  </a:lnTo>
                  <a:lnTo>
                    <a:pt x="429259" y="208660"/>
                  </a:lnTo>
                  <a:lnTo>
                    <a:pt x="424941" y="250697"/>
                  </a:lnTo>
                  <a:lnTo>
                    <a:pt x="412495" y="289940"/>
                  </a:lnTo>
                  <a:lnTo>
                    <a:pt x="392683" y="325373"/>
                  </a:lnTo>
                  <a:lnTo>
                    <a:pt x="366394" y="356234"/>
                  </a:lnTo>
                  <a:lnTo>
                    <a:pt x="334644" y="381634"/>
                  </a:lnTo>
                  <a:lnTo>
                    <a:pt x="298195" y="400938"/>
                  </a:lnTo>
                  <a:lnTo>
                    <a:pt x="257937" y="413130"/>
                  </a:lnTo>
                  <a:lnTo>
                    <a:pt x="214630" y="417321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4"/>
                  </a:lnTo>
                  <a:lnTo>
                    <a:pt x="62864" y="356234"/>
                  </a:lnTo>
                  <a:lnTo>
                    <a:pt x="36702" y="325373"/>
                  </a:lnTo>
                  <a:lnTo>
                    <a:pt x="16890" y="289940"/>
                  </a:lnTo>
                  <a:lnTo>
                    <a:pt x="4318" y="250697"/>
                  </a:lnTo>
                  <a:lnTo>
                    <a:pt x="0" y="208660"/>
                  </a:lnTo>
                  <a:close/>
                </a:path>
              </a:pathLst>
            </a:custGeom>
            <a:ln w="349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63518" y="1390650"/>
              <a:ext cx="431165" cy="417830"/>
            </a:xfrm>
            <a:custGeom>
              <a:avLst/>
              <a:gdLst/>
              <a:ahLst/>
              <a:cxnLst/>
              <a:rect l="l" t="t" r="r" b="b"/>
              <a:pathLst>
                <a:path w="431164" h="417830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8"/>
                  </a:lnTo>
                  <a:lnTo>
                    <a:pt x="36830" y="92075"/>
                  </a:lnTo>
                  <a:lnTo>
                    <a:pt x="63119" y="61087"/>
                  </a:lnTo>
                  <a:lnTo>
                    <a:pt x="94996" y="35687"/>
                  </a:lnTo>
                  <a:lnTo>
                    <a:pt x="131572" y="16383"/>
                  </a:lnTo>
                  <a:lnTo>
                    <a:pt x="172085" y="4190"/>
                  </a:lnTo>
                  <a:lnTo>
                    <a:pt x="215519" y="0"/>
                  </a:lnTo>
                  <a:lnTo>
                    <a:pt x="258953" y="4190"/>
                  </a:lnTo>
                  <a:lnTo>
                    <a:pt x="299466" y="16383"/>
                  </a:lnTo>
                  <a:lnTo>
                    <a:pt x="336042" y="35687"/>
                  </a:lnTo>
                  <a:lnTo>
                    <a:pt x="367919" y="61087"/>
                  </a:lnTo>
                  <a:lnTo>
                    <a:pt x="394208" y="92075"/>
                  </a:lnTo>
                  <a:lnTo>
                    <a:pt x="414147" y="127508"/>
                  </a:lnTo>
                  <a:lnTo>
                    <a:pt x="426720" y="166624"/>
                  </a:lnTo>
                  <a:lnTo>
                    <a:pt x="431038" y="208661"/>
                  </a:lnTo>
                  <a:lnTo>
                    <a:pt x="426720" y="250698"/>
                  </a:lnTo>
                  <a:lnTo>
                    <a:pt x="414147" y="289940"/>
                  </a:lnTo>
                  <a:lnTo>
                    <a:pt x="394208" y="325374"/>
                  </a:lnTo>
                  <a:lnTo>
                    <a:pt x="367919" y="356235"/>
                  </a:lnTo>
                  <a:lnTo>
                    <a:pt x="336042" y="381635"/>
                  </a:lnTo>
                  <a:lnTo>
                    <a:pt x="299466" y="400938"/>
                  </a:lnTo>
                  <a:lnTo>
                    <a:pt x="258953" y="413130"/>
                  </a:lnTo>
                  <a:lnTo>
                    <a:pt x="215519" y="417322"/>
                  </a:lnTo>
                  <a:lnTo>
                    <a:pt x="172085" y="413130"/>
                  </a:lnTo>
                  <a:lnTo>
                    <a:pt x="131572" y="400938"/>
                  </a:lnTo>
                  <a:lnTo>
                    <a:pt x="94996" y="381635"/>
                  </a:lnTo>
                  <a:lnTo>
                    <a:pt x="63119" y="356235"/>
                  </a:lnTo>
                  <a:lnTo>
                    <a:pt x="36830" y="325374"/>
                  </a:lnTo>
                  <a:lnTo>
                    <a:pt x="16891" y="289940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539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14600" y="1610995"/>
              <a:ext cx="1183640" cy="344170"/>
            </a:xfrm>
            <a:custGeom>
              <a:avLst/>
              <a:gdLst/>
              <a:ahLst/>
              <a:cxnLst/>
              <a:rect l="l" t="t" r="r" b="b"/>
              <a:pathLst>
                <a:path w="1183639" h="344169">
                  <a:moveTo>
                    <a:pt x="1180338" y="0"/>
                  </a:moveTo>
                  <a:lnTo>
                    <a:pt x="0" y="332993"/>
                  </a:lnTo>
                  <a:lnTo>
                    <a:pt x="3175" y="343915"/>
                  </a:lnTo>
                  <a:lnTo>
                    <a:pt x="1183513" y="10921"/>
                  </a:lnTo>
                  <a:lnTo>
                    <a:pt x="118033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7191" y="1583436"/>
              <a:ext cx="75311" cy="660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75710" y="2113026"/>
              <a:ext cx="429259" cy="415925"/>
            </a:xfrm>
            <a:custGeom>
              <a:avLst/>
              <a:gdLst/>
              <a:ahLst/>
              <a:cxnLst/>
              <a:rect l="l" t="t" r="r" b="b"/>
              <a:pathLst>
                <a:path w="429260" h="415925">
                  <a:moveTo>
                    <a:pt x="0" y="207899"/>
                  </a:moveTo>
                  <a:lnTo>
                    <a:pt x="4317" y="165988"/>
                  </a:lnTo>
                  <a:lnTo>
                    <a:pt x="16890" y="127000"/>
                  </a:lnTo>
                  <a:lnTo>
                    <a:pt x="36702" y="91694"/>
                  </a:lnTo>
                  <a:lnTo>
                    <a:pt x="62864" y="60960"/>
                  </a:lnTo>
                  <a:lnTo>
                    <a:pt x="94614" y="35560"/>
                  </a:lnTo>
                  <a:lnTo>
                    <a:pt x="131063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5" y="16383"/>
                  </a:lnTo>
                  <a:lnTo>
                    <a:pt x="334644" y="35560"/>
                  </a:lnTo>
                  <a:lnTo>
                    <a:pt x="366394" y="60960"/>
                  </a:lnTo>
                  <a:lnTo>
                    <a:pt x="392684" y="91694"/>
                  </a:lnTo>
                  <a:lnTo>
                    <a:pt x="412495" y="127000"/>
                  </a:lnTo>
                  <a:lnTo>
                    <a:pt x="424941" y="165988"/>
                  </a:lnTo>
                  <a:lnTo>
                    <a:pt x="429260" y="207899"/>
                  </a:lnTo>
                  <a:lnTo>
                    <a:pt x="424941" y="249809"/>
                  </a:lnTo>
                  <a:lnTo>
                    <a:pt x="412495" y="288798"/>
                  </a:lnTo>
                  <a:lnTo>
                    <a:pt x="392684" y="324103"/>
                  </a:lnTo>
                  <a:lnTo>
                    <a:pt x="366394" y="354964"/>
                  </a:lnTo>
                  <a:lnTo>
                    <a:pt x="334644" y="380364"/>
                  </a:lnTo>
                  <a:lnTo>
                    <a:pt x="298195" y="399541"/>
                  </a:lnTo>
                  <a:lnTo>
                    <a:pt x="257937" y="411607"/>
                  </a:lnTo>
                  <a:lnTo>
                    <a:pt x="214629" y="415798"/>
                  </a:lnTo>
                  <a:lnTo>
                    <a:pt x="171450" y="411607"/>
                  </a:lnTo>
                  <a:lnTo>
                    <a:pt x="131063" y="399541"/>
                  </a:lnTo>
                  <a:lnTo>
                    <a:pt x="94614" y="380364"/>
                  </a:lnTo>
                  <a:lnTo>
                    <a:pt x="62864" y="354964"/>
                  </a:lnTo>
                  <a:lnTo>
                    <a:pt x="36702" y="324103"/>
                  </a:lnTo>
                  <a:lnTo>
                    <a:pt x="16890" y="288798"/>
                  </a:lnTo>
                  <a:lnTo>
                    <a:pt x="4317" y="249809"/>
                  </a:lnTo>
                  <a:lnTo>
                    <a:pt x="0" y="207899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9129" y="2268474"/>
              <a:ext cx="75565" cy="6578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14600" y="1944623"/>
              <a:ext cx="1196340" cy="362585"/>
            </a:xfrm>
            <a:custGeom>
              <a:avLst/>
              <a:gdLst/>
              <a:ahLst/>
              <a:cxnLst/>
              <a:rect l="l" t="t" r="r" b="b"/>
              <a:pathLst>
                <a:path w="1196339" h="362585">
                  <a:moveTo>
                    <a:pt x="3175" y="0"/>
                  </a:moveTo>
                  <a:lnTo>
                    <a:pt x="0" y="11049"/>
                  </a:lnTo>
                  <a:lnTo>
                    <a:pt x="1192657" y="362330"/>
                  </a:lnTo>
                  <a:lnTo>
                    <a:pt x="1195832" y="351281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88642" y="2428494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0"/>
                  </a:moveTo>
                  <a:lnTo>
                    <a:pt x="4318" y="166623"/>
                  </a:lnTo>
                  <a:lnTo>
                    <a:pt x="16890" y="127507"/>
                  </a:lnTo>
                  <a:lnTo>
                    <a:pt x="36702" y="92075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30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3" y="92075"/>
                  </a:lnTo>
                  <a:lnTo>
                    <a:pt x="412495" y="127507"/>
                  </a:lnTo>
                  <a:lnTo>
                    <a:pt x="424941" y="166623"/>
                  </a:lnTo>
                  <a:lnTo>
                    <a:pt x="429259" y="208660"/>
                  </a:lnTo>
                  <a:lnTo>
                    <a:pt x="424941" y="250697"/>
                  </a:lnTo>
                  <a:lnTo>
                    <a:pt x="412495" y="289940"/>
                  </a:lnTo>
                  <a:lnTo>
                    <a:pt x="392683" y="325373"/>
                  </a:lnTo>
                  <a:lnTo>
                    <a:pt x="366394" y="356234"/>
                  </a:lnTo>
                  <a:lnTo>
                    <a:pt x="334644" y="381634"/>
                  </a:lnTo>
                  <a:lnTo>
                    <a:pt x="298195" y="400938"/>
                  </a:lnTo>
                  <a:lnTo>
                    <a:pt x="257937" y="413130"/>
                  </a:lnTo>
                  <a:lnTo>
                    <a:pt x="214630" y="417321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4"/>
                  </a:lnTo>
                  <a:lnTo>
                    <a:pt x="62864" y="356234"/>
                  </a:lnTo>
                  <a:lnTo>
                    <a:pt x="36702" y="325373"/>
                  </a:lnTo>
                  <a:lnTo>
                    <a:pt x="16890" y="289940"/>
                  </a:lnTo>
                  <a:lnTo>
                    <a:pt x="4318" y="250697"/>
                  </a:lnTo>
                  <a:lnTo>
                    <a:pt x="0" y="208660"/>
                  </a:lnTo>
                  <a:close/>
                </a:path>
              </a:pathLst>
            </a:custGeom>
            <a:ln w="349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75710" y="2785110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7" y="167258"/>
                  </a:lnTo>
                  <a:lnTo>
                    <a:pt x="16890" y="128015"/>
                  </a:lnTo>
                  <a:lnTo>
                    <a:pt x="36702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10"/>
                  </a:lnTo>
                  <a:lnTo>
                    <a:pt x="171450" y="4317"/>
                  </a:lnTo>
                  <a:lnTo>
                    <a:pt x="214629" y="0"/>
                  </a:lnTo>
                  <a:lnTo>
                    <a:pt x="257937" y="4317"/>
                  </a:lnTo>
                  <a:lnTo>
                    <a:pt x="298195" y="16510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4" y="92328"/>
                  </a:lnTo>
                  <a:lnTo>
                    <a:pt x="412495" y="128015"/>
                  </a:lnTo>
                  <a:lnTo>
                    <a:pt x="424941" y="167258"/>
                  </a:lnTo>
                  <a:lnTo>
                    <a:pt x="429260" y="209550"/>
                  </a:lnTo>
                  <a:lnTo>
                    <a:pt x="424941" y="251840"/>
                  </a:lnTo>
                  <a:lnTo>
                    <a:pt x="412495" y="291083"/>
                  </a:lnTo>
                  <a:lnTo>
                    <a:pt x="392684" y="326770"/>
                  </a:lnTo>
                  <a:lnTo>
                    <a:pt x="366394" y="357758"/>
                  </a:lnTo>
                  <a:lnTo>
                    <a:pt x="334644" y="383285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29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5"/>
                  </a:lnTo>
                  <a:lnTo>
                    <a:pt x="62864" y="357758"/>
                  </a:lnTo>
                  <a:lnTo>
                    <a:pt x="36702" y="326770"/>
                  </a:lnTo>
                  <a:lnTo>
                    <a:pt x="16890" y="291083"/>
                  </a:lnTo>
                  <a:lnTo>
                    <a:pt x="4317" y="25184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9764" y="2924175"/>
              <a:ext cx="74675" cy="7023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513076" y="1946148"/>
              <a:ext cx="1212215" cy="1009015"/>
            </a:xfrm>
            <a:custGeom>
              <a:avLst/>
              <a:gdLst/>
              <a:ahLst/>
              <a:cxnLst/>
              <a:rect l="l" t="t" r="r" b="b"/>
              <a:pathLst>
                <a:path w="1212214" h="1009014">
                  <a:moveTo>
                    <a:pt x="7366" y="0"/>
                  </a:moveTo>
                  <a:lnTo>
                    <a:pt x="0" y="8636"/>
                  </a:lnTo>
                  <a:lnTo>
                    <a:pt x="1204976" y="1008888"/>
                  </a:lnTo>
                  <a:lnTo>
                    <a:pt x="1212214" y="1000125"/>
                  </a:lnTo>
                  <a:lnTo>
                    <a:pt x="7366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94738" y="3059429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8" y="167258"/>
                  </a:lnTo>
                  <a:lnTo>
                    <a:pt x="16891" y="128015"/>
                  </a:lnTo>
                  <a:lnTo>
                    <a:pt x="36703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09"/>
                  </a:lnTo>
                  <a:lnTo>
                    <a:pt x="171450" y="4318"/>
                  </a:lnTo>
                  <a:lnTo>
                    <a:pt x="214630" y="0"/>
                  </a:lnTo>
                  <a:lnTo>
                    <a:pt x="257937" y="4318"/>
                  </a:lnTo>
                  <a:lnTo>
                    <a:pt x="298195" y="16509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4" y="92328"/>
                  </a:lnTo>
                  <a:lnTo>
                    <a:pt x="412495" y="128015"/>
                  </a:lnTo>
                  <a:lnTo>
                    <a:pt x="424942" y="167258"/>
                  </a:lnTo>
                  <a:lnTo>
                    <a:pt x="429260" y="209550"/>
                  </a:lnTo>
                  <a:lnTo>
                    <a:pt x="424942" y="251840"/>
                  </a:lnTo>
                  <a:lnTo>
                    <a:pt x="412495" y="291083"/>
                  </a:lnTo>
                  <a:lnTo>
                    <a:pt x="392684" y="326770"/>
                  </a:lnTo>
                  <a:lnTo>
                    <a:pt x="366394" y="357758"/>
                  </a:lnTo>
                  <a:lnTo>
                    <a:pt x="334644" y="383286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30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6"/>
                  </a:lnTo>
                  <a:lnTo>
                    <a:pt x="62864" y="357758"/>
                  </a:lnTo>
                  <a:lnTo>
                    <a:pt x="36703" y="326770"/>
                  </a:lnTo>
                  <a:lnTo>
                    <a:pt x="16891" y="291083"/>
                  </a:lnTo>
                  <a:lnTo>
                    <a:pt x="4318" y="251840"/>
                  </a:lnTo>
                  <a:lnTo>
                    <a:pt x="0" y="209550"/>
                  </a:lnTo>
                  <a:close/>
                </a:path>
              </a:pathLst>
            </a:custGeom>
            <a:ln w="349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75710" y="3416045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29">
                  <a:moveTo>
                    <a:pt x="0" y="208787"/>
                  </a:moveTo>
                  <a:lnTo>
                    <a:pt x="4317" y="166750"/>
                  </a:lnTo>
                  <a:lnTo>
                    <a:pt x="16890" y="127507"/>
                  </a:lnTo>
                  <a:lnTo>
                    <a:pt x="36702" y="92074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4" y="92074"/>
                  </a:lnTo>
                  <a:lnTo>
                    <a:pt x="412495" y="127507"/>
                  </a:lnTo>
                  <a:lnTo>
                    <a:pt x="424941" y="166750"/>
                  </a:lnTo>
                  <a:lnTo>
                    <a:pt x="429260" y="208787"/>
                  </a:lnTo>
                  <a:lnTo>
                    <a:pt x="424941" y="250824"/>
                  </a:lnTo>
                  <a:lnTo>
                    <a:pt x="412495" y="290067"/>
                  </a:lnTo>
                  <a:lnTo>
                    <a:pt x="392684" y="325500"/>
                  </a:lnTo>
                  <a:lnTo>
                    <a:pt x="366394" y="356488"/>
                  </a:lnTo>
                  <a:lnTo>
                    <a:pt x="334644" y="381888"/>
                  </a:lnTo>
                  <a:lnTo>
                    <a:pt x="298195" y="401192"/>
                  </a:lnTo>
                  <a:lnTo>
                    <a:pt x="257937" y="413384"/>
                  </a:lnTo>
                  <a:lnTo>
                    <a:pt x="214629" y="417575"/>
                  </a:lnTo>
                  <a:lnTo>
                    <a:pt x="171450" y="413384"/>
                  </a:lnTo>
                  <a:lnTo>
                    <a:pt x="131063" y="401192"/>
                  </a:lnTo>
                  <a:lnTo>
                    <a:pt x="94614" y="381888"/>
                  </a:lnTo>
                  <a:lnTo>
                    <a:pt x="62864" y="356488"/>
                  </a:lnTo>
                  <a:lnTo>
                    <a:pt x="36702" y="325500"/>
                  </a:lnTo>
                  <a:lnTo>
                    <a:pt x="16890" y="290067"/>
                  </a:lnTo>
                  <a:lnTo>
                    <a:pt x="4317" y="250824"/>
                  </a:lnTo>
                  <a:lnTo>
                    <a:pt x="0" y="208787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67709" y="3401441"/>
              <a:ext cx="70865" cy="7429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513076" y="1946148"/>
              <a:ext cx="1285240" cy="1482090"/>
            </a:xfrm>
            <a:custGeom>
              <a:avLst/>
              <a:gdLst/>
              <a:ahLst/>
              <a:cxnLst/>
              <a:rect l="l" t="t" r="r" b="b"/>
              <a:pathLst>
                <a:path w="1285239" h="1482089">
                  <a:moveTo>
                    <a:pt x="8636" y="0"/>
                  </a:moveTo>
                  <a:lnTo>
                    <a:pt x="0" y="7492"/>
                  </a:lnTo>
                  <a:lnTo>
                    <a:pt x="1276350" y="1481582"/>
                  </a:lnTo>
                  <a:lnTo>
                    <a:pt x="1284986" y="1474089"/>
                  </a:lnTo>
                  <a:lnTo>
                    <a:pt x="8636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13076" y="1638172"/>
              <a:ext cx="1202055" cy="1002665"/>
            </a:xfrm>
            <a:custGeom>
              <a:avLst/>
              <a:gdLst/>
              <a:ahLst/>
              <a:cxnLst/>
              <a:rect l="l" t="t" r="r" b="b"/>
              <a:pathLst>
                <a:path w="1202054" h="1002664">
                  <a:moveTo>
                    <a:pt x="1194308" y="0"/>
                  </a:moveTo>
                  <a:lnTo>
                    <a:pt x="0" y="993775"/>
                  </a:lnTo>
                  <a:lnTo>
                    <a:pt x="7366" y="1002538"/>
                  </a:lnTo>
                  <a:lnTo>
                    <a:pt x="1201674" y="8762"/>
                  </a:lnTo>
                  <a:lnTo>
                    <a:pt x="119430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89096" y="1598675"/>
              <a:ext cx="74675" cy="7023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513076" y="2302763"/>
              <a:ext cx="1325880" cy="1173480"/>
            </a:xfrm>
            <a:custGeom>
              <a:avLst/>
              <a:gdLst/>
              <a:ahLst/>
              <a:cxnLst/>
              <a:rect l="l" t="t" r="r" b="b"/>
              <a:pathLst>
                <a:path w="1325879" h="1173479">
                  <a:moveTo>
                    <a:pt x="1187577" y="0"/>
                  </a:moveTo>
                  <a:lnTo>
                    <a:pt x="1194562" y="27686"/>
                  </a:lnTo>
                  <a:lnTo>
                    <a:pt x="1778" y="327151"/>
                  </a:lnTo>
                  <a:lnTo>
                    <a:pt x="3175" y="333121"/>
                  </a:lnTo>
                  <a:lnTo>
                    <a:pt x="0" y="338327"/>
                  </a:lnTo>
                  <a:lnTo>
                    <a:pt x="1264412" y="1141476"/>
                  </a:lnTo>
                  <a:lnTo>
                    <a:pt x="1249172" y="1165606"/>
                  </a:lnTo>
                  <a:lnTo>
                    <a:pt x="1325372" y="1173480"/>
                  </a:lnTo>
                  <a:lnTo>
                    <a:pt x="1285875" y="1107694"/>
                  </a:lnTo>
                  <a:lnTo>
                    <a:pt x="1270508" y="1131824"/>
                  </a:lnTo>
                  <a:lnTo>
                    <a:pt x="39243" y="349758"/>
                  </a:lnTo>
                  <a:lnTo>
                    <a:pt x="1194943" y="678053"/>
                  </a:lnTo>
                  <a:lnTo>
                    <a:pt x="1187069" y="705612"/>
                  </a:lnTo>
                  <a:lnTo>
                    <a:pt x="1262507" y="691261"/>
                  </a:lnTo>
                  <a:lnTo>
                    <a:pt x="1205864" y="639572"/>
                  </a:lnTo>
                  <a:lnTo>
                    <a:pt x="1197990" y="667131"/>
                  </a:lnTo>
                  <a:lnTo>
                    <a:pt x="23749" y="333375"/>
                  </a:lnTo>
                  <a:lnTo>
                    <a:pt x="1197356" y="38862"/>
                  </a:lnTo>
                  <a:lnTo>
                    <a:pt x="1204214" y="66548"/>
                  </a:lnTo>
                  <a:lnTo>
                    <a:pt x="1262507" y="16637"/>
                  </a:lnTo>
                  <a:lnTo>
                    <a:pt x="1187577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17648" y="1758568"/>
              <a:ext cx="1206500" cy="1513205"/>
            </a:xfrm>
            <a:custGeom>
              <a:avLst/>
              <a:gdLst/>
              <a:ahLst/>
              <a:cxnLst/>
              <a:rect l="l" t="t" r="r" b="b"/>
              <a:pathLst>
                <a:path w="1206500" h="1513204">
                  <a:moveTo>
                    <a:pt x="1197482" y="0"/>
                  </a:moveTo>
                  <a:lnTo>
                    <a:pt x="0" y="1505965"/>
                  </a:lnTo>
                  <a:lnTo>
                    <a:pt x="8889" y="1513077"/>
                  </a:lnTo>
                  <a:lnTo>
                    <a:pt x="1206373" y="6984"/>
                  </a:lnTo>
                  <a:lnTo>
                    <a:pt x="119748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92779" y="1708404"/>
              <a:ext cx="69469" cy="7493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519172" y="2427732"/>
              <a:ext cx="1256030" cy="1210310"/>
            </a:xfrm>
            <a:custGeom>
              <a:avLst/>
              <a:gdLst/>
              <a:ahLst/>
              <a:cxnLst/>
              <a:rect l="l" t="t" r="r" b="b"/>
              <a:pathLst>
                <a:path w="1256029" h="1210310">
                  <a:moveTo>
                    <a:pt x="1243711" y="0"/>
                  </a:moveTo>
                  <a:lnTo>
                    <a:pt x="1167764" y="10032"/>
                  </a:lnTo>
                  <a:lnTo>
                    <a:pt x="1183766" y="33654"/>
                  </a:lnTo>
                  <a:lnTo>
                    <a:pt x="0" y="835786"/>
                  </a:lnTo>
                  <a:lnTo>
                    <a:pt x="3175" y="840612"/>
                  </a:lnTo>
                  <a:lnTo>
                    <a:pt x="1650" y="846073"/>
                  </a:lnTo>
                  <a:lnTo>
                    <a:pt x="1188085" y="1182496"/>
                  </a:lnTo>
                  <a:lnTo>
                    <a:pt x="1180338" y="1209928"/>
                  </a:lnTo>
                  <a:lnTo>
                    <a:pt x="1255776" y="1195831"/>
                  </a:lnTo>
                  <a:lnTo>
                    <a:pt x="1199133" y="1144015"/>
                  </a:lnTo>
                  <a:lnTo>
                    <a:pt x="1191260" y="1171574"/>
                  </a:lnTo>
                  <a:lnTo>
                    <a:pt x="26669" y="841247"/>
                  </a:lnTo>
                  <a:lnTo>
                    <a:pt x="1189989" y="586612"/>
                  </a:lnTo>
                  <a:lnTo>
                    <a:pt x="1196086" y="614425"/>
                  </a:lnTo>
                  <a:lnTo>
                    <a:pt x="1255776" y="566292"/>
                  </a:lnTo>
                  <a:lnTo>
                    <a:pt x="1181353" y="547496"/>
                  </a:lnTo>
                  <a:lnTo>
                    <a:pt x="1187450" y="575309"/>
                  </a:lnTo>
                  <a:lnTo>
                    <a:pt x="31241" y="828547"/>
                  </a:lnTo>
                  <a:lnTo>
                    <a:pt x="1190243" y="43179"/>
                  </a:lnTo>
                  <a:lnTo>
                    <a:pt x="1206245" y="66801"/>
                  </a:lnTo>
                  <a:lnTo>
                    <a:pt x="1243711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87161" y="2154173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1"/>
                  </a:moveTo>
                  <a:lnTo>
                    <a:pt x="4317" y="166624"/>
                  </a:lnTo>
                  <a:lnTo>
                    <a:pt x="16890" y="127508"/>
                  </a:lnTo>
                  <a:lnTo>
                    <a:pt x="36702" y="92075"/>
                  </a:lnTo>
                  <a:lnTo>
                    <a:pt x="62864" y="61087"/>
                  </a:lnTo>
                  <a:lnTo>
                    <a:pt x="94614" y="35687"/>
                  </a:lnTo>
                  <a:lnTo>
                    <a:pt x="131063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6" y="16383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4" y="92075"/>
                  </a:lnTo>
                  <a:lnTo>
                    <a:pt x="412496" y="127508"/>
                  </a:lnTo>
                  <a:lnTo>
                    <a:pt x="424941" y="166624"/>
                  </a:lnTo>
                  <a:lnTo>
                    <a:pt x="429260" y="208661"/>
                  </a:lnTo>
                  <a:lnTo>
                    <a:pt x="424941" y="250698"/>
                  </a:lnTo>
                  <a:lnTo>
                    <a:pt x="412496" y="289940"/>
                  </a:lnTo>
                  <a:lnTo>
                    <a:pt x="392684" y="325374"/>
                  </a:lnTo>
                  <a:lnTo>
                    <a:pt x="366395" y="356235"/>
                  </a:lnTo>
                  <a:lnTo>
                    <a:pt x="334645" y="381635"/>
                  </a:lnTo>
                  <a:lnTo>
                    <a:pt x="298196" y="400938"/>
                  </a:lnTo>
                  <a:lnTo>
                    <a:pt x="257937" y="413130"/>
                  </a:lnTo>
                  <a:lnTo>
                    <a:pt x="214629" y="417322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5"/>
                  </a:lnTo>
                  <a:lnTo>
                    <a:pt x="62864" y="356235"/>
                  </a:lnTo>
                  <a:lnTo>
                    <a:pt x="36702" y="325374"/>
                  </a:lnTo>
                  <a:lnTo>
                    <a:pt x="16890" y="289940"/>
                  </a:lnTo>
                  <a:lnTo>
                    <a:pt x="4317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10961" y="2273046"/>
              <a:ext cx="76580" cy="6426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89476" y="1569720"/>
              <a:ext cx="1242060" cy="737870"/>
            </a:xfrm>
            <a:custGeom>
              <a:avLst/>
              <a:gdLst/>
              <a:ahLst/>
              <a:cxnLst/>
              <a:rect l="l" t="t" r="r" b="b"/>
              <a:pathLst>
                <a:path w="1242060" h="737869">
                  <a:moveTo>
                    <a:pt x="5714" y="0"/>
                  </a:moveTo>
                  <a:lnTo>
                    <a:pt x="0" y="9778"/>
                  </a:lnTo>
                  <a:lnTo>
                    <a:pt x="1236090" y="737742"/>
                  </a:lnTo>
                  <a:lnTo>
                    <a:pt x="1241806" y="727963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93258" y="2785110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7" y="167258"/>
                  </a:lnTo>
                  <a:lnTo>
                    <a:pt x="16890" y="128015"/>
                  </a:lnTo>
                  <a:lnTo>
                    <a:pt x="36702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10"/>
                  </a:lnTo>
                  <a:lnTo>
                    <a:pt x="171450" y="4317"/>
                  </a:lnTo>
                  <a:lnTo>
                    <a:pt x="214629" y="0"/>
                  </a:lnTo>
                  <a:lnTo>
                    <a:pt x="257937" y="4317"/>
                  </a:lnTo>
                  <a:lnTo>
                    <a:pt x="298195" y="16510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3" y="92328"/>
                  </a:lnTo>
                  <a:lnTo>
                    <a:pt x="412495" y="128015"/>
                  </a:lnTo>
                  <a:lnTo>
                    <a:pt x="424941" y="167258"/>
                  </a:lnTo>
                  <a:lnTo>
                    <a:pt x="429259" y="209550"/>
                  </a:lnTo>
                  <a:lnTo>
                    <a:pt x="424941" y="251840"/>
                  </a:lnTo>
                  <a:lnTo>
                    <a:pt x="412495" y="291083"/>
                  </a:lnTo>
                  <a:lnTo>
                    <a:pt x="392683" y="326770"/>
                  </a:lnTo>
                  <a:lnTo>
                    <a:pt x="366394" y="357758"/>
                  </a:lnTo>
                  <a:lnTo>
                    <a:pt x="334644" y="383285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29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5"/>
                  </a:lnTo>
                  <a:lnTo>
                    <a:pt x="62864" y="357758"/>
                  </a:lnTo>
                  <a:lnTo>
                    <a:pt x="36702" y="326770"/>
                  </a:lnTo>
                  <a:lnTo>
                    <a:pt x="16890" y="291083"/>
                  </a:lnTo>
                  <a:lnTo>
                    <a:pt x="4317" y="25184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45920" y="1571243"/>
              <a:ext cx="4638675" cy="2032635"/>
            </a:xfrm>
            <a:custGeom>
              <a:avLst/>
              <a:gdLst/>
              <a:ahLst/>
              <a:cxnLst/>
              <a:rect l="l" t="t" r="r" b="b"/>
              <a:pathLst>
                <a:path w="4638675" h="2032635">
                  <a:moveTo>
                    <a:pt x="430530" y="383540"/>
                  </a:moveTo>
                  <a:lnTo>
                    <a:pt x="372110" y="383540"/>
                  </a:lnTo>
                  <a:lnTo>
                    <a:pt x="371729" y="411988"/>
                  </a:lnTo>
                  <a:lnTo>
                    <a:pt x="430530" y="383540"/>
                  </a:lnTo>
                  <a:close/>
                </a:path>
                <a:path w="4638675" h="2032635">
                  <a:moveTo>
                    <a:pt x="440690" y="378587"/>
                  </a:moveTo>
                  <a:lnTo>
                    <a:pt x="372618" y="343408"/>
                  </a:lnTo>
                  <a:lnTo>
                    <a:pt x="372237" y="371983"/>
                  </a:lnTo>
                  <a:lnTo>
                    <a:pt x="23368" y="366903"/>
                  </a:lnTo>
                  <a:lnTo>
                    <a:pt x="23241" y="378333"/>
                  </a:lnTo>
                  <a:lnTo>
                    <a:pt x="372110" y="383413"/>
                  </a:lnTo>
                  <a:lnTo>
                    <a:pt x="430911" y="383413"/>
                  </a:lnTo>
                  <a:lnTo>
                    <a:pt x="440690" y="378587"/>
                  </a:lnTo>
                  <a:close/>
                </a:path>
                <a:path w="4638675" h="2032635">
                  <a:moveTo>
                    <a:pt x="441325" y="1065022"/>
                  </a:moveTo>
                  <a:lnTo>
                    <a:pt x="372745" y="1030732"/>
                  </a:lnTo>
                  <a:lnTo>
                    <a:pt x="372745" y="1059307"/>
                  </a:lnTo>
                  <a:lnTo>
                    <a:pt x="0" y="1059307"/>
                  </a:lnTo>
                  <a:lnTo>
                    <a:pt x="0" y="1070737"/>
                  </a:lnTo>
                  <a:lnTo>
                    <a:pt x="372745" y="1070737"/>
                  </a:lnTo>
                  <a:lnTo>
                    <a:pt x="372745" y="1099312"/>
                  </a:lnTo>
                  <a:lnTo>
                    <a:pt x="441325" y="1065022"/>
                  </a:lnTo>
                  <a:close/>
                </a:path>
                <a:path w="4638675" h="2032635">
                  <a:moveTo>
                    <a:pt x="446659" y="1696974"/>
                  </a:moveTo>
                  <a:lnTo>
                    <a:pt x="378079" y="1662684"/>
                  </a:lnTo>
                  <a:lnTo>
                    <a:pt x="378079" y="1691259"/>
                  </a:lnTo>
                  <a:lnTo>
                    <a:pt x="23368" y="1691259"/>
                  </a:lnTo>
                  <a:lnTo>
                    <a:pt x="23368" y="1702689"/>
                  </a:lnTo>
                  <a:lnTo>
                    <a:pt x="378079" y="1702689"/>
                  </a:lnTo>
                  <a:lnTo>
                    <a:pt x="378079" y="1731264"/>
                  </a:lnTo>
                  <a:lnTo>
                    <a:pt x="446659" y="1696974"/>
                  </a:lnTo>
                  <a:close/>
                </a:path>
                <a:path w="4638675" h="2032635">
                  <a:moveTo>
                    <a:pt x="3846830" y="1398778"/>
                  </a:moveTo>
                  <a:lnTo>
                    <a:pt x="3846715" y="1398397"/>
                  </a:lnTo>
                  <a:lnTo>
                    <a:pt x="3835717" y="1361059"/>
                  </a:lnTo>
                  <a:lnTo>
                    <a:pt x="3830434" y="1343164"/>
                  </a:lnTo>
                  <a:lnTo>
                    <a:pt x="3825113" y="1325118"/>
                  </a:lnTo>
                  <a:lnTo>
                    <a:pt x="3805809" y="1343164"/>
                  </a:lnTo>
                  <a:lnTo>
                    <a:pt x="3803167" y="1339469"/>
                  </a:lnTo>
                  <a:lnTo>
                    <a:pt x="3800983" y="1336421"/>
                  </a:lnTo>
                  <a:lnTo>
                    <a:pt x="3799332" y="1339469"/>
                  </a:lnTo>
                  <a:lnTo>
                    <a:pt x="3793744" y="1333373"/>
                  </a:lnTo>
                  <a:lnTo>
                    <a:pt x="3793744" y="1350264"/>
                  </a:lnTo>
                  <a:lnTo>
                    <a:pt x="3789553" y="1358265"/>
                  </a:lnTo>
                  <a:lnTo>
                    <a:pt x="3786505" y="1361059"/>
                  </a:lnTo>
                  <a:lnTo>
                    <a:pt x="3777361" y="1356360"/>
                  </a:lnTo>
                  <a:lnTo>
                    <a:pt x="3777361" y="1369187"/>
                  </a:lnTo>
                  <a:lnTo>
                    <a:pt x="3777361" y="1369695"/>
                  </a:lnTo>
                  <a:lnTo>
                    <a:pt x="3774948" y="1371854"/>
                  </a:lnTo>
                  <a:lnTo>
                    <a:pt x="3777361" y="1372743"/>
                  </a:lnTo>
                  <a:lnTo>
                    <a:pt x="3777361" y="1381633"/>
                  </a:lnTo>
                  <a:lnTo>
                    <a:pt x="3777361" y="1414145"/>
                  </a:lnTo>
                  <a:lnTo>
                    <a:pt x="3777361" y="1425321"/>
                  </a:lnTo>
                  <a:lnTo>
                    <a:pt x="2593340" y="2003806"/>
                  </a:lnTo>
                  <a:lnTo>
                    <a:pt x="3261741" y="1403858"/>
                  </a:lnTo>
                  <a:lnTo>
                    <a:pt x="3772281" y="1403858"/>
                  </a:lnTo>
                  <a:lnTo>
                    <a:pt x="3777361" y="1414145"/>
                  </a:lnTo>
                  <a:lnTo>
                    <a:pt x="3777361" y="1381633"/>
                  </a:lnTo>
                  <a:lnTo>
                    <a:pt x="3771646" y="1392428"/>
                  </a:lnTo>
                  <a:lnTo>
                    <a:pt x="3274441" y="1392428"/>
                  </a:lnTo>
                  <a:lnTo>
                    <a:pt x="3475863" y="1211580"/>
                  </a:lnTo>
                  <a:lnTo>
                    <a:pt x="3777361" y="1369187"/>
                  </a:lnTo>
                  <a:lnTo>
                    <a:pt x="3777361" y="1356360"/>
                  </a:lnTo>
                  <a:lnTo>
                    <a:pt x="3500424" y="1211580"/>
                  </a:lnTo>
                  <a:lnTo>
                    <a:pt x="3484880" y="1203452"/>
                  </a:lnTo>
                  <a:lnTo>
                    <a:pt x="3491103" y="1197864"/>
                  </a:lnTo>
                  <a:lnTo>
                    <a:pt x="3578606" y="1119378"/>
                  </a:lnTo>
                  <a:lnTo>
                    <a:pt x="3793744" y="1350264"/>
                  </a:lnTo>
                  <a:lnTo>
                    <a:pt x="3793744" y="1333373"/>
                  </a:lnTo>
                  <a:lnTo>
                    <a:pt x="3594214" y="1119378"/>
                  </a:lnTo>
                  <a:lnTo>
                    <a:pt x="3587115" y="1111758"/>
                  </a:lnTo>
                  <a:lnTo>
                    <a:pt x="3596436" y="1103376"/>
                  </a:lnTo>
                  <a:lnTo>
                    <a:pt x="3792601" y="927227"/>
                  </a:lnTo>
                  <a:lnTo>
                    <a:pt x="3811651" y="948436"/>
                  </a:lnTo>
                  <a:lnTo>
                    <a:pt x="3820007" y="927227"/>
                  </a:lnTo>
                  <a:lnTo>
                    <a:pt x="3826383" y="911098"/>
                  </a:lnTo>
                  <a:lnTo>
                    <a:pt x="3839845" y="877189"/>
                  </a:lnTo>
                  <a:lnTo>
                    <a:pt x="3765931" y="897509"/>
                  </a:lnTo>
                  <a:lnTo>
                    <a:pt x="3784981" y="918718"/>
                  </a:lnTo>
                  <a:lnTo>
                    <a:pt x="3579368" y="1103376"/>
                  </a:lnTo>
                  <a:lnTo>
                    <a:pt x="3570859" y="1094232"/>
                  </a:lnTo>
                  <a:lnTo>
                    <a:pt x="3570859" y="1110996"/>
                  </a:lnTo>
                  <a:lnTo>
                    <a:pt x="3474212" y="1197864"/>
                  </a:lnTo>
                  <a:lnTo>
                    <a:pt x="3465068" y="1193038"/>
                  </a:lnTo>
                  <a:lnTo>
                    <a:pt x="3465068" y="1205992"/>
                  </a:lnTo>
                  <a:lnTo>
                    <a:pt x="3257423" y="1392428"/>
                  </a:lnTo>
                  <a:lnTo>
                    <a:pt x="2581910" y="1392428"/>
                  </a:lnTo>
                  <a:lnTo>
                    <a:pt x="3220212" y="1077849"/>
                  </a:lnTo>
                  <a:lnTo>
                    <a:pt x="3465068" y="1205992"/>
                  </a:lnTo>
                  <a:lnTo>
                    <a:pt x="3465068" y="1193038"/>
                  </a:lnTo>
                  <a:lnTo>
                    <a:pt x="3244799" y="1077849"/>
                  </a:lnTo>
                  <a:lnTo>
                    <a:pt x="3232912" y="1071626"/>
                  </a:lnTo>
                  <a:lnTo>
                    <a:pt x="3246043" y="1065149"/>
                  </a:lnTo>
                  <a:lnTo>
                    <a:pt x="3439287" y="969899"/>
                  </a:lnTo>
                  <a:lnTo>
                    <a:pt x="3570859" y="1110996"/>
                  </a:lnTo>
                  <a:lnTo>
                    <a:pt x="3570859" y="1094232"/>
                  </a:lnTo>
                  <a:lnTo>
                    <a:pt x="3455047" y="969899"/>
                  </a:lnTo>
                  <a:lnTo>
                    <a:pt x="3450082" y="964565"/>
                  </a:lnTo>
                  <a:lnTo>
                    <a:pt x="3467608" y="955929"/>
                  </a:lnTo>
                  <a:lnTo>
                    <a:pt x="3780917" y="801624"/>
                  </a:lnTo>
                  <a:lnTo>
                    <a:pt x="3793490" y="827151"/>
                  </a:lnTo>
                  <a:lnTo>
                    <a:pt x="3812908" y="801624"/>
                  </a:lnTo>
                  <a:lnTo>
                    <a:pt x="3824605" y="786257"/>
                  </a:lnTo>
                  <a:lnTo>
                    <a:pt x="3839083" y="766953"/>
                  </a:lnTo>
                  <a:lnTo>
                    <a:pt x="3839845" y="766699"/>
                  </a:lnTo>
                  <a:lnTo>
                    <a:pt x="3839337" y="766699"/>
                  </a:lnTo>
                  <a:lnTo>
                    <a:pt x="3839845" y="766191"/>
                  </a:lnTo>
                  <a:lnTo>
                    <a:pt x="3838702" y="766191"/>
                  </a:lnTo>
                  <a:lnTo>
                    <a:pt x="3772408" y="730250"/>
                  </a:lnTo>
                  <a:lnTo>
                    <a:pt x="3771519" y="758825"/>
                  </a:lnTo>
                  <a:lnTo>
                    <a:pt x="3770757" y="758825"/>
                  </a:lnTo>
                  <a:lnTo>
                    <a:pt x="3770757" y="780923"/>
                  </a:lnTo>
                  <a:lnTo>
                    <a:pt x="3770376" y="794004"/>
                  </a:lnTo>
                  <a:lnTo>
                    <a:pt x="3441954" y="955929"/>
                  </a:lnTo>
                  <a:lnTo>
                    <a:pt x="3431159" y="944372"/>
                  </a:lnTo>
                  <a:lnTo>
                    <a:pt x="3431159" y="961263"/>
                  </a:lnTo>
                  <a:lnTo>
                    <a:pt x="3220339" y="1065149"/>
                  </a:lnTo>
                  <a:lnTo>
                    <a:pt x="2582545" y="731520"/>
                  </a:lnTo>
                  <a:lnTo>
                    <a:pt x="3236976" y="752856"/>
                  </a:lnTo>
                  <a:lnTo>
                    <a:pt x="3431159" y="961263"/>
                  </a:lnTo>
                  <a:lnTo>
                    <a:pt x="3431159" y="944372"/>
                  </a:lnTo>
                  <a:lnTo>
                    <a:pt x="3253232" y="753364"/>
                  </a:lnTo>
                  <a:lnTo>
                    <a:pt x="3765423" y="770001"/>
                  </a:lnTo>
                  <a:lnTo>
                    <a:pt x="3770757" y="780923"/>
                  </a:lnTo>
                  <a:lnTo>
                    <a:pt x="3770757" y="758825"/>
                  </a:lnTo>
                  <a:lnTo>
                    <a:pt x="3603625" y="753364"/>
                  </a:lnTo>
                  <a:lnTo>
                    <a:pt x="3242183" y="741553"/>
                  </a:lnTo>
                  <a:lnTo>
                    <a:pt x="3241700" y="741045"/>
                  </a:lnTo>
                  <a:lnTo>
                    <a:pt x="2551049" y="0"/>
                  </a:lnTo>
                  <a:lnTo>
                    <a:pt x="2542667" y="7747"/>
                  </a:lnTo>
                  <a:lnTo>
                    <a:pt x="3226054" y="741045"/>
                  </a:lnTo>
                  <a:lnTo>
                    <a:pt x="2933052" y="731520"/>
                  </a:lnTo>
                  <a:lnTo>
                    <a:pt x="2558034" y="719328"/>
                  </a:lnTo>
                  <a:lnTo>
                    <a:pt x="2557780" y="725043"/>
                  </a:lnTo>
                  <a:lnTo>
                    <a:pt x="2555240" y="729996"/>
                  </a:lnTo>
                  <a:lnTo>
                    <a:pt x="3207766" y="1071372"/>
                  </a:lnTo>
                  <a:lnTo>
                    <a:pt x="2555367" y="1392936"/>
                  </a:lnTo>
                  <a:lnTo>
                    <a:pt x="2557780" y="1398016"/>
                  </a:lnTo>
                  <a:lnTo>
                    <a:pt x="2557780" y="1403858"/>
                  </a:lnTo>
                  <a:lnTo>
                    <a:pt x="3244723" y="1403858"/>
                  </a:lnTo>
                  <a:lnTo>
                    <a:pt x="2556129" y="2021967"/>
                  </a:lnTo>
                  <a:lnTo>
                    <a:pt x="2555367" y="2022348"/>
                  </a:lnTo>
                  <a:lnTo>
                    <a:pt x="2555367" y="2022602"/>
                  </a:lnTo>
                  <a:lnTo>
                    <a:pt x="2554097" y="2023872"/>
                  </a:lnTo>
                  <a:lnTo>
                    <a:pt x="2558415" y="2028825"/>
                  </a:lnTo>
                  <a:lnTo>
                    <a:pt x="2560066" y="2032127"/>
                  </a:lnTo>
                  <a:lnTo>
                    <a:pt x="2560193" y="2032381"/>
                  </a:lnTo>
                  <a:lnTo>
                    <a:pt x="2560320" y="2032635"/>
                  </a:lnTo>
                  <a:lnTo>
                    <a:pt x="2561463" y="2032127"/>
                  </a:lnTo>
                  <a:lnTo>
                    <a:pt x="2561590" y="2032381"/>
                  </a:lnTo>
                  <a:lnTo>
                    <a:pt x="2561844" y="2032127"/>
                  </a:lnTo>
                  <a:lnTo>
                    <a:pt x="2562225" y="2031746"/>
                  </a:lnTo>
                  <a:lnTo>
                    <a:pt x="2619387" y="2003806"/>
                  </a:lnTo>
                  <a:lnTo>
                    <a:pt x="3786632" y="1433322"/>
                  </a:lnTo>
                  <a:lnTo>
                    <a:pt x="3799205" y="1459103"/>
                  </a:lnTo>
                  <a:lnTo>
                    <a:pt x="3818915" y="1433322"/>
                  </a:lnTo>
                  <a:lnTo>
                    <a:pt x="3830574" y="1418082"/>
                  </a:lnTo>
                  <a:lnTo>
                    <a:pt x="3845458" y="1398778"/>
                  </a:lnTo>
                  <a:lnTo>
                    <a:pt x="3845560" y="1398651"/>
                  </a:lnTo>
                  <a:lnTo>
                    <a:pt x="3845941" y="1398651"/>
                  </a:lnTo>
                  <a:lnTo>
                    <a:pt x="3845687" y="1398397"/>
                  </a:lnTo>
                  <a:lnTo>
                    <a:pt x="3846830" y="1398778"/>
                  </a:lnTo>
                  <a:close/>
                </a:path>
                <a:path w="4638675" h="2032635">
                  <a:moveTo>
                    <a:pt x="4627118" y="790829"/>
                  </a:moveTo>
                  <a:lnTo>
                    <a:pt x="4558538" y="756539"/>
                  </a:lnTo>
                  <a:lnTo>
                    <a:pt x="4558538" y="785114"/>
                  </a:lnTo>
                  <a:lnTo>
                    <a:pt x="4269486" y="785114"/>
                  </a:lnTo>
                  <a:lnTo>
                    <a:pt x="4269486" y="796544"/>
                  </a:lnTo>
                  <a:lnTo>
                    <a:pt x="4558538" y="796544"/>
                  </a:lnTo>
                  <a:lnTo>
                    <a:pt x="4558538" y="825119"/>
                  </a:lnTo>
                  <a:lnTo>
                    <a:pt x="4627118" y="790829"/>
                  </a:lnTo>
                  <a:close/>
                </a:path>
                <a:path w="4638675" h="2032635">
                  <a:moveTo>
                    <a:pt x="4638675" y="1422781"/>
                  </a:moveTo>
                  <a:lnTo>
                    <a:pt x="4570095" y="1388491"/>
                  </a:lnTo>
                  <a:lnTo>
                    <a:pt x="4570095" y="1417066"/>
                  </a:lnTo>
                  <a:lnTo>
                    <a:pt x="4274947" y="1417066"/>
                  </a:lnTo>
                  <a:lnTo>
                    <a:pt x="4274947" y="1428496"/>
                  </a:lnTo>
                  <a:lnTo>
                    <a:pt x="4570095" y="1428496"/>
                  </a:lnTo>
                  <a:lnTo>
                    <a:pt x="4570095" y="1457071"/>
                  </a:lnTo>
                  <a:lnTo>
                    <a:pt x="4638675" y="1422781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716785" y="4070350"/>
            <a:ext cx="94615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70528" y="4070350"/>
            <a:ext cx="110490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Hidden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88458" y="4043629"/>
            <a:ext cx="109855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Output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64909" y="2216658"/>
            <a:ext cx="2197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y</a:t>
            </a:r>
            <a:r>
              <a:rPr sz="1425" spc="-37" baseline="-17543" dirty="0">
                <a:latin typeface="Calibri"/>
                <a:cs typeface="Calibri"/>
              </a:rPr>
              <a:t>1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73419" y="2827147"/>
            <a:ext cx="2197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y</a:t>
            </a:r>
            <a:r>
              <a:rPr sz="1425" spc="-37" baseline="-17543" dirty="0">
                <a:latin typeface="Calibri"/>
                <a:cs typeface="Calibri"/>
              </a:rPr>
              <a:t>2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22270" y="3360801"/>
            <a:ext cx="30924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latin typeface="Calibri"/>
                <a:cs typeface="Calibri"/>
              </a:rPr>
              <a:t>0.25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70246" y="1966417"/>
            <a:ext cx="228600" cy="7423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405"/>
              </a:lnSpc>
              <a:spcBef>
                <a:spcPts val="110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  <a:p>
            <a:pPr marL="26034">
              <a:lnSpc>
                <a:spcPts val="2065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62880" y="3281298"/>
            <a:ext cx="30924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latin typeface="Calibri"/>
                <a:cs typeface="Calibri"/>
              </a:rPr>
              <a:t>0.15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10709" y="1125328"/>
            <a:ext cx="5653405" cy="75692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  <a:tabLst>
                <a:tab pos="3179445" algn="l"/>
              </a:tabLst>
            </a:pPr>
            <a:r>
              <a:rPr sz="18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	</a:t>
            </a:r>
            <a:r>
              <a:rPr sz="1800" b="1" spc="-1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1x0.2</a:t>
            </a:r>
            <a:r>
              <a:rPr sz="1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+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0x1.5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+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1x0.5=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0.7</a:t>
            </a:r>
            <a:endParaRPr sz="1800">
              <a:latin typeface="Calibri"/>
              <a:cs typeface="Calibri"/>
            </a:endParaRPr>
          </a:p>
          <a:p>
            <a:pPr marL="354330">
              <a:lnSpc>
                <a:spcPct val="100000"/>
              </a:lnSpc>
              <a:spcBef>
                <a:spcPts val="869"/>
              </a:spcBef>
            </a:pPr>
            <a:r>
              <a:rPr sz="1250" spc="-25" dirty="0">
                <a:latin typeface="Calibri"/>
                <a:cs typeface="Calibri"/>
              </a:rPr>
              <a:t>0.1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092451" y="4387596"/>
            <a:ext cx="288290" cy="775970"/>
          </a:xfrm>
          <a:prstGeom prst="rect">
            <a:avLst/>
          </a:prstGeom>
          <a:ln w="9525">
            <a:solidFill>
              <a:srgbClr val="C0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83185">
              <a:lnSpc>
                <a:spcPct val="100000"/>
              </a:lnSpc>
              <a:spcBef>
                <a:spcPts val="30"/>
              </a:spcBef>
            </a:pPr>
            <a:r>
              <a:rPr sz="1600" spc="-50" dirty="0"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  <a:p>
            <a:pPr marL="83185">
              <a:lnSpc>
                <a:spcPct val="100000"/>
              </a:lnSpc>
              <a:spcBef>
                <a:spcPts val="20"/>
              </a:spcBef>
            </a:pP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13142" y="1715500"/>
            <a:ext cx="2628265" cy="80391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Sigmoid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Activation</a:t>
            </a:r>
            <a:r>
              <a:rPr sz="1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b="1" i="1" spc="-10" dirty="0">
                <a:solidFill>
                  <a:srgbClr val="C00000"/>
                </a:solidFill>
                <a:latin typeface="Calibri"/>
                <a:cs typeface="Calibri"/>
              </a:rPr>
              <a:t>f(0.7)=0.668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61872" y="1772539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latin typeface="Calibri"/>
                <a:cs typeface="Calibri"/>
              </a:rPr>
              <a:t>X</a:t>
            </a:r>
            <a:r>
              <a:rPr sz="1425" b="1" spc="-30" baseline="-17543" dirty="0">
                <a:latin typeface="Calibri"/>
                <a:cs typeface="Calibri"/>
              </a:rPr>
              <a:t>1</a:t>
            </a:r>
            <a:r>
              <a:rPr sz="1450" b="1" spc="-20" dirty="0">
                <a:latin typeface="Calibri"/>
                <a:cs typeface="Calibri"/>
              </a:rPr>
              <a:t>=1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14627" y="2469896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latin typeface="Calibri"/>
                <a:cs typeface="Calibri"/>
              </a:rPr>
              <a:t>X</a:t>
            </a:r>
            <a:r>
              <a:rPr sz="1425" b="1" spc="-30" baseline="-17543" dirty="0">
                <a:latin typeface="Calibri"/>
                <a:cs typeface="Calibri"/>
              </a:rPr>
              <a:t>2</a:t>
            </a:r>
            <a:r>
              <a:rPr sz="1450" b="1" spc="-20" dirty="0">
                <a:latin typeface="Calibri"/>
                <a:cs typeface="Calibri"/>
              </a:rPr>
              <a:t>=0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56030" y="3114548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latin typeface="Calibri"/>
                <a:cs typeface="Calibri"/>
              </a:rPr>
              <a:t>X</a:t>
            </a:r>
            <a:r>
              <a:rPr sz="1425" b="1" spc="-30" baseline="-17543" dirty="0">
                <a:latin typeface="Calibri"/>
                <a:cs typeface="Calibri"/>
              </a:rPr>
              <a:t>3</a:t>
            </a:r>
            <a:r>
              <a:rPr sz="1450" b="1" spc="-20" dirty="0">
                <a:latin typeface="Calibri"/>
                <a:cs typeface="Calibri"/>
              </a:rPr>
              <a:t>=1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366259" y="1475232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80">
                <a:moveTo>
                  <a:pt x="68579" y="0"/>
                </a:moveTo>
                <a:lnTo>
                  <a:pt x="0" y="34289"/>
                </a:lnTo>
                <a:lnTo>
                  <a:pt x="68579" y="68579"/>
                </a:lnTo>
                <a:lnTo>
                  <a:pt x="68579" y="40004"/>
                </a:lnTo>
                <a:lnTo>
                  <a:pt x="57150" y="40004"/>
                </a:lnTo>
                <a:lnTo>
                  <a:pt x="57150" y="28575"/>
                </a:lnTo>
                <a:lnTo>
                  <a:pt x="68579" y="28575"/>
                </a:lnTo>
                <a:lnTo>
                  <a:pt x="6857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872485" y="1419097"/>
            <a:ext cx="381635" cy="103695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85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  <a:p>
            <a:pPr marL="55880">
              <a:lnSpc>
                <a:spcPts val="1235"/>
              </a:lnSpc>
              <a:spcBef>
                <a:spcPts val="790"/>
              </a:spcBef>
            </a:pPr>
            <a:r>
              <a:rPr sz="1250" spc="-25" dirty="0">
                <a:latin typeface="Calibri"/>
                <a:cs typeface="Calibri"/>
              </a:rPr>
              <a:t>1.5</a:t>
            </a:r>
            <a:endParaRPr sz="1250">
              <a:latin typeface="Calibri"/>
              <a:cs typeface="Calibri"/>
            </a:endParaRPr>
          </a:p>
          <a:p>
            <a:pPr marL="114935">
              <a:lnSpc>
                <a:spcPts val="1695"/>
              </a:lnSpc>
            </a:pP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14935">
              <a:lnSpc>
                <a:spcPts val="1955"/>
              </a:lnSpc>
            </a:pPr>
            <a:r>
              <a:rPr sz="2700" b="1" spc="-30" baseline="-15432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r>
              <a:rPr sz="1250" spc="-20" dirty="0">
                <a:latin typeface="Calibri"/>
                <a:cs typeface="Calibri"/>
              </a:rPr>
              <a:t>0.5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4890" y="301828"/>
            <a:ext cx="25857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80" dirty="0">
                <a:latin typeface="Calibri Light"/>
                <a:cs typeface="Calibri Light"/>
              </a:rPr>
              <a:t>Forward</a:t>
            </a:r>
            <a:r>
              <a:rPr sz="3950" spc="-260" dirty="0">
                <a:latin typeface="Calibri Light"/>
                <a:cs typeface="Calibri Light"/>
              </a:rPr>
              <a:t> </a:t>
            </a:r>
            <a:r>
              <a:rPr sz="3950" spc="-20" dirty="0">
                <a:latin typeface="Calibri Light"/>
                <a:cs typeface="Calibri Light"/>
              </a:rPr>
              <a:t>Pass</a:t>
            </a:r>
            <a:endParaRPr sz="39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45920" y="1377950"/>
            <a:ext cx="4638675" cy="2468880"/>
            <a:chOff x="1645920" y="1377950"/>
            <a:chExt cx="4638675" cy="2468880"/>
          </a:xfrm>
        </p:grpSpPr>
        <p:sp>
          <p:nvSpPr>
            <p:cNvPr id="4" name="object 4"/>
            <p:cNvSpPr/>
            <p:nvPr/>
          </p:nvSpPr>
          <p:spPr>
            <a:xfrm>
              <a:off x="2088642" y="1742693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0"/>
                  </a:moveTo>
                  <a:lnTo>
                    <a:pt x="4318" y="166623"/>
                  </a:lnTo>
                  <a:lnTo>
                    <a:pt x="16890" y="127507"/>
                  </a:lnTo>
                  <a:lnTo>
                    <a:pt x="36702" y="92075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30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3" y="92075"/>
                  </a:lnTo>
                  <a:lnTo>
                    <a:pt x="412495" y="127507"/>
                  </a:lnTo>
                  <a:lnTo>
                    <a:pt x="424941" y="166623"/>
                  </a:lnTo>
                  <a:lnTo>
                    <a:pt x="429259" y="208660"/>
                  </a:lnTo>
                  <a:lnTo>
                    <a:pt x="424941" y="250697"/>
                  </a:lnTo>
                  <a:lnTo>
                    <a:pt x="412495" y="289940"/>
                  </a:lnTo>
                  <a:lnTo>
                    <a:pt x="392683" y="325373"/>
                  </a:lnTo>
                  <a:lnTo>
                    <a:pt x="366394" y="356234"/>
                  </a:lnTo>
                  <a:lnTo>
                    <a:pt x="334644" y="381634"/>
                  </a:lnTo>
                  <a:lnTo>
                    <a:pt x="298195" y="400938"/>
                  </a:lnTo>
                  <a:lnTo>
                    <a:pt x="257937" y="413130"/>
                  </a:lnTo>
                  <a:lnTo>
                    <a:pt x="214630" y="417321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4"/>
                  </a:lnTo>
                  <a:lnTo>
                    <a:pt x="62864" y="356234"/>
                  </a:lnTo>
                  <a:lnTo>
                    <a:pt x="36702" y="325373"/>
                  </a:lnTo>
                  <a:lnTo>
                    <a:pt x="16890" y="289940"/>
                  </a:lnTo>
                  <a:lnTo>
                    <a:pt x="4318" y="250697"/>
                  </a:lnTo>
                  <a:lnTo>
                    <a:pt x="0" y="208660"/>
                  </a:lnTo>
                  <a:close/>
                </a:path>
              </a:pathLst>
            </a:custGeom>
            <a:ln w="349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63518" y="1390650"/>
              <a:ext cx="431165" cy="417830"/>
            </a:xfrm>
            <a:custGeom>
              <a:avLst/>
              <a:gdLst/>
              <a:ahLst/>
              <a:cxnLst/>
              <a:rect l="l" t="t" r="r" b="b"/>
              <a:pathLst>
                <a:path w="431164" h="417830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8"/>
                  </a:lnTo>
                  <a:lnTo>
                    <a:pt x="36830" y="92075"/>
                  </a:lnTo>
                  <a:lnTo>
                    <a:pt x="63119" y="61087"/>
                  </a:lnTo>
                  <a:lnTo>
                    <a:pt x="94996" y="35687"/>
                  </a:lnTo>
                  <a:lnTo>
                    <a:pt x="131572" y="16383"/>
                  </a:lnTo>
                  <a:lnTo>
                    <a:pt x="172085" y="4190"/>
                  </a:lnTo>
                  <a:lnTo>
                    <a:pt x="215519" y="0"/>
                  </a:lnTo>
                  <a:lnTo>
                    <a:pt x="258953" y="4190"/>
                  </a:lnTo>
                  <a:lnTo>
                    <a:pt x="299466" y="16383"/>
                  </a:lnTo>
                  <a:lnTo>
                    <a:pt x="336042" y="35687"/>
                  </a:lnTo>
                  <a:lnTo>
                    <a:pt x="367919" y="61087"/>
                  </a:lnTo>
                  <a:lnTo>
                    <a:pt x="394208" y="92075"/>
                  </a:lnTo>
                  <a:lnTo>
                    <a:pt x="414147" y="127508"/>
                  </a:lnTo>
                  <a:lnTo>
                    <a:pt x="426720" y="166624"/>
                  </a:lnTo>
                  <a:lnTo>
                    <a:pt x="431038" y="208661"/>
                  </a:lnTo>
                  <a:lnTo>
                    <a:pt x="426720" y="250698"/>
                  </a:lnTo>
                  <a:lnTo>
                    <a:pt x="414147" y="289940"/>
                  </a:lnTo>
                  <a:lnTo>
                    <a:pt x="394208" y="325374"/>
                  </a:lnTo>
                  <a:lnTo>
                    <a:pt x="367919" y="356235"/>
                  </a:lnTo>
                  <a:lnTo>
                    <a:pt x="336042" y="381635"/>
                  </a:lnTo>
                  <a:lnTo>
                    <a:pt x="299466" y="400938"/>
                  </a:lnTo>
                  <a:lnTo>
                    <a:pt x="258953" y="413130"/>
                  </a:lnTo>
                  <a:lnTo>
                    <a:pt x="215519" y="417322"/>
                  </a:lnTo>
                  <a:lnTo>
                    <a:pt x="172085" y="413130"/>
                  </a:lnTo>
                  <a:lnTo>
                    <a:pt x="131572" y="400938"/>
                  </a:lnTo>
                  <a:lnTo>
                    <a:pt x="94996" y="381635"/>
                  </a:lnTo>
                  <a:lnTo>
                    <a:pt x="63119" y="356235"/>
                  </a:lnTo>
                  <a:lnTo>
                    <a:pt x="36830" y="325374"/>
                  </a:lnTo>
                  <a:lnTo>
                    <a:pt x="16891" y="289940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14600" y="1610995"/>
              <a:ext cx="1183640" cy="344170"/>
            </a:xfrm>
            <a:custGeom>
              <a:avLst/>
              <a:gdLst/>
              <a:ahLst/>
              <a:cxnLst/>
              <a:rect l="l" t="t" r="r" b="b"/>
              <a:pathLst>
                <a:path w="1183639" h="344169">
                  <a:moveTo>
                    <a:pt x="1180338" y="0"/>
                  </a:moveTo>
                  <a:lnTo>
                    <a:pt x="0" y="332993"/>
                  </a:lnTo>
                  <a:lnTo>
                    <a:pt x="3175" y="343915"/>
                  </a:lnTo>
                  <a:lnTo>
                    <a:pt x="1183513" y="10921"/>
                  </a:lnTo>
                  <a:lnTo>
                    <a:pt x="118033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7191" y="1583436"/>
              <a:ext cx="75311" cy="660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75710" y="2113026"/>
              <a:ext cx="429259" cy="415925"/>
            </a:xfrm>
            <a:custGeom>
              <a:avLst/>
              <a:gdLst/>
              <a:ahLst/>
              <a:cxnLst/>
              <a:rect l="l" t="t" r="r" b="b"/>
              <a:pathLst>
                <a:path w="429260" h="415925">
                  <a:moveTo>
                    <a:pt x="0" y="207899"/>
                  </a:moveTo>
                  <a:lnTo>
                    <a:pt x="4317" y="165988"/>
                  </a:lnTo>
                  <a:lnTo>
                    <a:pt x="16890" y="127000"/>
                  </a:lnTo>
                  <a:lnTo>
                    <a:pt x="36702" y="91694"/>
                  </a:lnTo>
                  <a:lnTo>
                    <a:pt x="62864" y="60960"/>
                  </a:lnTo>
                  <a:lnTo>
                    <a:pt x="94614" y="35560"/>
                  </a:lnTo>
                  <a:lnTo>
                    <a:pt x="131063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5" y="16383"/>
                  </a:lnTo>
                  <a:lnTo>
                    <a:pt x="334644" y="35560"/>
                  </a:lnTo>
                  <a:lnTo>
                    <a:pt x="366394" y="60960"/>
                  </a:lnTo>
                  <a:lnTo>
                    <a:pt x="392684" y="91694"/>
                  </a:lnTo>
                  <a:lnTo>
                    <a:pt x="412495" y="127000"/>
                  </a:lnTo>
                  <a:lnTo>
                    <a:pt x="424941" y="165988"/>
                  </a:lnTo>
                  <a:lnTo>
                    <a:pt x="429260" y="207899"/>
                  </a:lnTo>
                  <a:lnTo>
                    <a:pt x="424941" y="249809"/>
                  </a:lnTo>
                  <a:lnTo>
                    <a:pt x="412495" y="288798"/>
                  </a:lnTo>
                  <a:lnTo>
                    <a:pt x="392684" y="324103"/>
                  </a:lnTo>
                  <a:lnTo>
                    <a:pt x="366394" y="354964"/>
                  </a:lnTo>
                  <a:lnTo>
                    <a:pt x="334644" y="380364"/>
                  </a:lnTo>
                  <a:lnTo>
                    <a:pt x="298195" y="399541"/>
                  </a:lnTo>
                  <a:lnTo>
                    <a:pt x="257937" y="411607"/>
                  </a:lnTo>
                  <a:lnTo>
                    <a:pt x="214629" y="415798"/>
                  </a:lnTo>
                  <a:lnTo>
                    <a:pt x="171450" y="411607"/>
                  </a:lnTo>
                  <a:lnTo>
                    <a:pt x="131063" y="399541"/>
                  </a:lnTo>
                  <a:lnTo>
                    <a:pt x="94614" y="380364"/>
                  </a:lnTo>
                  <a:lnTo>
                    <a:pt x="62864" y="354964"/>
                  </a:lnTo>
                  <a:lnTo>
                    <a:pt x="36702" y="324103"/>
                  </a:lnTo>
                  <a:lnTo>
                    <a:pt x="16890" y="288798"/>
                  </a:lnTo>
                  <a:lnTo>
                    <a:pt x="4317" y="249809"/>
                  </a:lnTo>
                  <a:lnTo>
                    <a:pt x="0" y="207899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9129" y="2268474"/>
              <a:ext cx="75565" cy="6578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14600" y="1944623"/>
              <a:ext cx="1196340" cy="362585"/>
            </a:xfrm>
            <a:custGeom>
              <a:avLst/>
              <a:gdLst/>
              <a:ahLst/>
              <a:cxnLst/>
              <a:rect l="l" t="t" r="r" b="b"/>
              <a:pathLst>
                <a:path w="1196339" h="362585">
                  <a:moveTo>
                    <a:pt x="3175" y="0"/>
                  </a:moveTo>
                  <a:lnTo>
                    <a:pt x="0" y="11049"/>
                  </a:lnTo>
                  <a:lnTo>
                    <a:pt x="1192657" y="362330"/>
                  </a:lnTo>
                  <a:lnTo>
                    <a:pt x="1195832" y="351281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88642" y="2428494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0"/>
                  </a:moveTo>
                  <a:lnTo>
                    <a:pt x="4318" y="166623"/>
                  </a:lnTo>
                  <a:lnTo>
                    <a:pt x="16890" y="127507"/>
                  </a:lnTo>
                  <a:lnTo>
                    <a:pt x="36702" y="92075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30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3" y="92075"/>
                  </a:lnTo>
                  <a:lnTo>
                    <a:pt x="412495" y="127507"/>
                  </a:lnTo>
                  <a:lnTo>
                    <a:pt x="424941" y="166623"/>
                  </a:lnTo>
                  <a:lnTo>
                    <a:pt x="429259" y="208660"/>
                  </a:lnTo>
                  <a:lnTo>
                    <a:pt x="424941" y="250697"/>
                  </a:lnTo>
                  <a:lnTo>
                    <a:pt x="412495" y="289940"/>
                  </a:lnTo>
                  <a:lnTo>
                    <a:pt x="392683" y="325373"/>
                  </a:lnTo>
                  <a:lnTo>
                    <a:pt x="366394" y="356234"/>
                  </a:lnTo>
                  <a:lnTo>
                    <a:pt x="334644" y="381634"/>
                  </a:lnTo>
                  <a:lnTo>
                    <a:pt x="298195" y="400938"/>
                  </a:lnTo>
                  <a:lnTo>
                    <a:pt x="257937" y="413130"/>
                  </a:lnTo>
                  <a:lnTo>
                    <a:pt x="214630" y="417321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4"/>
                  </a:lnTo>
                  <a:lnTo>
                    <a:pt x="62864" y="356234"/>
                  </a:lnTo>
                  <a:lnTo>
                    <a:pt x="36702" y="325373"/>
                  </a:lnTo>
                  <a:lnTo>
                    <a:pt x="16890" y="289940"/>
                  </a:lnTo>
                  <a:lnTo>
                    <a:pt x="4318" y="250697"/>
                  </a:lnTo>
                  <a:lnTo>
                    <a:pt x="0" y="208660"/>
                  </a:lnTo>
                  <a:close/>
                </a:path>
              </a:pathLst>
            </a:custGeom>
            <a:ln w="349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75710" y="2785110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7" y="167258"/>
                  </a:lnTo>
                  <a:lnTo>
                    <a:pt x="16890" y="128015"/>
                  </a:lnTo>
                  <a:lnTo>
                    <a:pt x="36702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10"/>
                  </a:lnTo>
                  <a:lnTo>
                    <a:pt x="171450" y="4317"/>
                  </a:lnTo>
                  <a:lnTo>
                    <a:pt x="214629" y="0"/>
                  </a:lnTo>
                  <a:lnTo>
                    <a:pt x="257937" y="4317"/>
                  </a:lnTo>
                  <a:lnTo>
                    <a:pt x="298195" y="16510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4" y="92328"/>
                  </a:lnTo>
                  <a:lnTo>
                    <a:pt x="412495" y="128015"/>
                  </a:lnTo>
                  <a:lnTo>
                    <a:pt x="424941" y="167258"/>
                  </a:lnTo>
                  <a:lnTo>
                    <a:pt x="429260" y="209550"/>
                  </a:lnTo>
                  <a:lnTo>
                    <a:pt x="424941" y="251840"/>
                  </a:lnTo>
                  <a:lnTo>
                    <a:pt x="412495" y="291083"/>
                  </a:lnTo>
                  <a:lnTo>
                    <a:pt x="392684" y="326770"/>
                  </a:lnTo>
                  <a:lnTo>
                    <a:pt x="366394" y="357758"/>
                  </a:lnTo>
                  <a:lnTo>
                    <a:pt x="334644" y="383285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29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5"/>
                  </a:lnTo>
                  <a:lnTo>
                    <a:pt x="62864" y="357758"/>
                  </a:lnTo>
                  <a:lnTo>
                    <a:pt x="36702" y="326770"/>
                  </a:lnTo>
                  <a:lnTo>
                    <a:pt x="16890" y="291083"/>
                  </a:lnTo>
                  <a:lnTo>
                    <a:pt x="4317" y="25184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9764" y="2924175"/>
              <a:ext cx="74675" cy="7023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513076" y="1946148"/>
              <a:ext cx="1212215" cy="1009015"/>
            </a:xfrm>
            <a:custGeom>
              <a:avLst/>
              <a:gdLst/>
              <a:ahLst/>
              <a:cxnLst/>
              <a:rect l="l" t="t" r="r" b="b"/>
              <a:pathLst>
                <a:path w="1212214" h="1009014">
                  <a:moveTo>
                    <a:pt x="7366" y="0"/>
                  </a:moveTo>
                  <a:lnTo>
                    <a:pt x="0" y="8636"/>
                  </a:lnTo>
                  <a:lnTo>
                    <a:pt x="1204976" y="1008888"/>
                  </a:lnTo>
                  <a:lnTo>
                    <a:pt x="1212214" y="1000125"/>
                  </a:lnTo>
                  <a:lnTo>
                    <a:pt x="73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94738" y="3059429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8" y="167258"/>
                  </a:lnTo>
                  <a:lnTo>
                    <a:pt x="16891" y="128015"/>
                  </a:lnTo>
                  <a:lnTo>
                    <a:pt x="36703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09"/>
                  </a:lnTo>
                  <a:lnTo>
                    <a:pt x="171450" y="4318"/>
                  </a:lnTo>
                  <a:lnTo>
                    <a:pt x="214630" y="0"/>
                  </a:lnTo>
                  <a:lnTo>
                    <a:pt x="257937" y="4318"/>
                  </a:lnTo>
                  <a:lnTo>
                    <a:pt x="298195" y="16509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4" y="92328"/>
                  </a:lnTo>
                  <a:lnTo>
                    <a:pt x="412495" y="128015"/>
                  </a:lnTo>
                  <a:lnTo>
                    <a:pt x="424942" y="167258"/>
                  </a:lnTo>
                  <a:lnTo>
                    <a:pt x="429260" y="209550"/>
                  </a:lnTo>
                  <a:lnTo>
                    <a:pt x="424942" y="251840"/>
                  </a:lnTo>
                  <a:lnTo>
                    <a:pt x="412495" y="291083"/>
                  </a:lnTo>
                  <a:lnTo>
                    <a:pt x="392684" y="326770"/>
                  </a:lnTo>
                  <a:lnTo>
                    <a:pt x="366394" y="357758"/>
                  </a:lnTo>
                  <a:lnTo>
                    <a:pt x="334644" y="383286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30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6"/>
                  </a:lnTo>
                  <a:lnTo>
                    <a:pt x="62864" y="357758"/>
                  </a:lnTo>
                  <a:lnTo>
                    <a:pt x="36703" y="326770"/>
                  </a:lnTo>
                  <a:lnTo>
                    <a:pt x="16891" y="291083"/>
                  </a:lnTo>
                  <a:lnTo>
                    <a:pt x="4318" y="251840"/>
                  </a:lnTo>
                  <a:lnTo>
                    <a:pt x="0" y="209550"/>
                  </a:lnTo>
                  <a:close/>
                </a:path>
              </a:pathLst>
            </a:custGeom>
            <a:ln w="349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75710" y="3416045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29">
                  <a:moveTo>
                    <a:pt x="0" y="208787"/>
                  </a:moveTo>
                  <a:lnTo>
                    <a:pt x="4317" y="166750"/>
                  </a:lnTo>
                  <a:lnTo>
                    <a:pt x="16890" y="127507"/>
                  </a:lnTo>
                  <a:lnTo>
                    <a:pt x="36702" y="92074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4" y="92074"/>
                  </a:lnTo>
                  <a:lnTo>
                    <a:pt x="412495" y="127507"/>
                  </a:lnTo>
                  <a:lnTo>
                    <a:pt x="424941" y="166750"/>
                  </a:lnTo>
                  <a:lnTo>
                    <a:pt x="429260" y="208787"/>
                  </a:lnTo>
                  <a:lnTo>
                    <a:pt x="424941" y="250824"/>
                  </a:lnTo>
                  <a:lnTo>
                    <a:pt x="412495" y="290067"/>
                  </a:lnTo>
                  <a:lnTo>
                    <a:pt x="392684" y="325500"/>
                  </a:lnTo>
                  <a:lnTo>
                    <a:pt x="366394" y="356488"/>
                  </a:lnTo>
                  <a:lnTo>
                    <a:pt x="334644" y="381888"/>
                  </a:lnTo>
                  <a:lnTo>
                    <a:pt x="298195" y="401192"/>
                  </a:lnTo>
                  <a:lnTo>
                    <a:pt x="257937" y="413384"/>
                  </a:lnTo>
                  <a:lnTo>
                    <a:pt x="214629" y="417575"/>
                  </a:lnTo>
                  <a:lnTo>
                    <a:pt x="171450" y="413384"/>
                  </a:lnTo>
                  <a:lnTo>
                    <a:pt x="131063" y="401192"/>
                  </a:lnTo>
                  <a:lnTo>
                    <a:pt x="94614" y="381888"/>
                  </a:lnTo>
                  <a:lnTo>
                    <a:pt x="62864" y="356488"/>
                  </a:lnTo>
                  <a:lnTo>
                    <a:pt x="36702" y="325500"/>
                  </a:lnTo>
                  <a:lnTo>
                    <a:pt x="16890" y="290067"/>
                  </a:lnTo>
                  <a:lnTo>
                    <a:pt x="4317" y="250824"/>
                  </a:lnTo>
                  <a:lnTo>
                    <a:pt x="0" y="208787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13076" y="1598675"/>
              <a:ext cx="1325880" cy="2038985"/>
            </a:xfrm>
            <a:custGeom>
              <a:avLst/>
              <a:gdLst/>
              <a:ahLst/>
              <a:cxnLst/>
              <a:rect l="l" t="t" r="r" b="b"/>
              <a:pathLst>
                <a:path w="1325879" h="2038985">
                  <a:moveTo>
                    <a:pt x="8636" y="348488"/>
                  </a:moveTo>
                  <a:lnTo>
                    <a:pt x="0" y="356108"/>
                  </a:lnTo>
                  <a:lnTo>
                    <a:pt x="340994" y="749553"/>
                  </a:lnTo>
                  <a:lnTo>
                    <a:pt x="635" y="1032637"/>
                  </a:lnTo>
                  <a:lnTo>
                    <a:pt x="4318" y="1037209"/>
                  </a:lnTo>
                  <a:lnTo>
                    <a:pt x="4318" y="1037716"/>
                  </a:lnTo>
                  <a:lnTo>
                    <a:pt x="1269" y="1042543"/>
                  </a:lnTo>
                  <a:lnTo>
                    <a:pt x="332994" y="1253236"/>
                  </a:lnTo>
                  <a:lnTo>
                    <a:pt x="5334" y="1664970"/>
                  </a:lnTo>
                  <a:lnTo>
                    <a:pt x="8128" y="1667129"/>
                  </a:lnTo>
                  <a:lnTo>
                    <a:pt x="9779" y="1669796"/>
                  </a:lnTo>
                  <a:lnTo>
                    <a:pt x="8255" y="1675130"/>
                  </a:lnTo>
                  <a:lnTo>
                    <a:pt x="1194562" y="2011553"/>
                  </a:lnTo>
                  <a:lnTo>
                    <a:pt x="1186814" y="2038985"/>
                  </a:lnTo>
                  <a:lnTo>
                    <a:pt x="1262252" y="2024888"/>
                  </a:lnTo>
                  <a:lnTo>
                    <a:pt x="1235647" y="2000631"/>
                  </a:lnTo>
                  <a:lnTo>
                    <a:pt x="1197737" y="2000631"/>
                  </a:lnTo>
                  <a:lnTo>
                    <a:pt x="33274" y="1670431"/>
                  </a:lnTo>
                  <a:lnTo>
                    <a:pt x="91283" y="1657731"/>
                  </a:lnTo>
                  <a:lnTo>
                    <a:pt x="37846" y="1657731"/>
                  </a:lnTo>
                  <a:lnTo>
                    <a:pt x="56022" y="1645412"/>
                  </a:lnTo>
                  <a:lnTo>
                    <a:pt x="35432" y="1645412"/>
                  </a:lnTo>
                  <a:lnTo>
                    <a:pt x="342646" y="1259459"/>
                  </a:lnTo>
                  <a:lnTo>
                    <a:pt x="363957" y="1259459"/>
                  </a:lnTo>
                  <a:lnTo>
                    <a:pt x="349757" y="1250441"/>
                  </a:lnTo>
                  <a:lnTo>
                    <a:pt x="354612" y="1244346"/>
                  </a:lnTo>
                  <a:lnTo>
                    <a:pt x="340106" y="1244346"/>
                  </a:lnTo>
                  <a:lnTo>
                    <a:pt x="40512" y="1053973"/>
                  </a:lnTo>
                  <a:lnTo>
                    <a:pt x="82218" y="1053973"/>
                  </a:lnTo>
                  <a:lnTo>
                    <a:pt x="25018" y="1037716"/>
                  </a:lnTo>
                  <a:lnTo>
                    <a:pt x="74545" y="1025271"/>
                  </a:lnTo>
                  <a:lnTo>
                    <a:pt x="27431" y="1025271"/>
                  </a:lnTo>
                  <a:lnTo>
                    <a:pt x="348488" y="758189"/>
                  </a:lnTo>
                  <a:lnTo>
                    <a:pt x="363635" y="758189"/>
                  </a:lnTo>
                  <a:lnTo>
                    <a:pt x="357250" y="750824"/>
                  </a:lnTo>
                  <a:lnTo>
                    <a:pt x="367630" y="742188"/>
                  </a:lnTo>
                  <a:lnTo>
                    <a:pt x="349757" y="742188"/>
                  </a:lnTo>
                  <a:lnTo>
                    <a:pt x="8636" y="348488"/>
                  </a:lnTo>
                  <a:close/>
                </a:path>
                <a:path w="1325879" h="2038985">
                  <a:moveTo>
                    <a:pt x="1205484" y="1973072"/>
                  </a:moveTo>
                  <a:lnTo>
                    <a:pt x="1197737" y="2000631"/>
                  </a:lnTo>
                  <a:lnTo>
                    <a:pt x="1235647" y="2000631"/>
                  </a:lnTo>
                  <a:lnTo>
                    <a:pt x="1205484" y="1973072"/>
                  </a:lnTo>
                  <a:close/>
                </a:path>
                <a:path w="1325879" h="2038985">
                  <a:moveTo>
                    <a:pt x="765747" y="1514729"/>
                  </a:moveTo>
                  <a:lnTo>
                    <a:pt x="744474" y="1514729"/>
                  </a:lnTo>
                  <a:lnTo>
                    <a:pt x="1260602" y="1842643"/>
                  </a:lnTo>
                  <a:lnTo>
                    <a:pt x="1254633" y="1847723"/>
                  </a:lnTo>
                  <a:lnTo>
                    <a:pt x="1261237" y="1850517"/>
                  </a:lnTo>
                  <a:lnTo>
                    <a:pt x="1249299" y="1869186"/>
                  </a:lnTo>
                  <a:lnTo>
                    <a:pt x="1325499" y="1877187"/>
                  </a:lnTo>
                  <a:lnTo>
                    <a:pt x="1314719" y="1834769"/>
                  </a:lnTo>
                  <a:lnTo>
                    <a:pt x="1269619" y="1834769"/>
                  </a:lnTo>
                  <a:lnTo>
                    <a:pt x="765747" y="1514729"/>
                  </a:lnTo>
                  <a:close/>
                </a:path>
                <a:path w="1325879" h="2038985">
                  <a:moveTo>
                    <a:pt x="1275461" y="1810639"/>
                  </a:moveTo>
                  <a:lnTo>
                    <a:pt x="1275461" y="1828038"/>
                  </a:lnTo>
                  <a:lnTo>
                    <a:pt x="1272921" y="1831975"/>
                  </a:lnTo>
                  <a:lnTo>
                    <a:pt x="1269619" y="1834769"/>
                  </a:lnTo>
                  <a:lnTo>
                    <a:pt x="1314719" y="1834769"/>
                  </a:lnTo>
                  <a:lnTo>
                    <a:pt x="1310436" y="1818005"/>
                  </a:lnTo>
                  <a:lnTo>
                    <a:pt x="1281811" y="1818005"/>
                  </a:lnTo>
                  <a:lnTo>
                    <a:pt x="1275461" y="1810639"/>
                  </a:lnTo>
                  <a:close/>
                </a:path>
                <a:path w="1325879" h="2038985">
                  <a:moveTo>
                    <a:pt x="977654" y="1466977"/>
                  </a:moveTo>
                  <a:lnTo>
                    <a:pt x="962533" y="1466977"/>
                  </a:lnTo>
                  <a:lnTo>
                    <a:pt x="1275461" y="1828038"/>
                  </a:lnTo>
                  <a:lnTo>
                    <a:pt x="1275461" y="1810639"/>
                  </a:lnTo>
                  <a:lnTo>
                    <a:pt x="977654" y="1466977"/>
                  </a:lnTo>
                  <a:close/>
                </a:path>
                <a:path w="1325879" h="2038985">
                  <a:moveTo>
                    <a:pt x="1286002" y="1811401"/>
                  </a:moveTo>
                  <a:lnTo>
                    <a:pt x="1281811" y="1818005"/>
                  </a:lnTo>
                  <a:lnTo>
                    <a:pt x="1310436" y="1818005"/>
                  </a:lnTo>
                  <a:lnTo>
                    <a:pt x="1310307" y="1817497"/>
                  </a:lnTo>
                  <a:lnTo>
                    <a:pt x="1289685" y="1817497"/>
                  </a:lnTo>
                  <a:lnTo>
                    <a:pt x="1286002" y="1811401"/>
                  </a:lnTo>
                  <a:close/>
                </a:path>
                <a:path w="1325879" h="2038985">
                  <a:moveTo>
                    <a:pt x="1306576" y="1802892"/>
                  </a:moveTo>
                  <a:lnTo>
                    <a:pt x="1289685" y="1817497"/>
                  </a:lnTo>
                  <a:lnTo>
                    <a:pt x="1310307" y="1817497"/>
                  </a:lnTo>
                  <a:lnTo>
                    <a:pt x="1306576" y="1802892"/>
                  </a:lnTo>
                  <a:close/>
                </a:path>
                <a:path w="1325879" h="2038985">
                  <a:moveTo>
                    <a:pt x="730631" y="1492377"/>
                  </a:moveTo>
                  <a:lnTo>
                    <a:pt x="730631" y="1505966"/>
                  </a:lnTo>
                  <a:lnTo>
                    <a:pt x="37846" y="1657731"/>
                  </a:lnTo>
                  <a:lnTo>
                    <a:pt x="91283" y="1657731"/>
                  </a:lnTo>
                  <a:lnTo>
                    <a:pt x="744474" y="1514729"/>
                  </a:lnTo>
                  <a:lnTo>
                    <a:pt x="765747" y="1514729"/>
                  </a:lnTo>
                  <a:lnTo>
                    <a:pt x="760349" y="1511300"/>
                  </a:lnTo>
                  <a:lnTo>
                    <a:pt x="800322" y="1502537"/>
                  </a:lnTo>
                  <a:lnTo>
                    <a:pt x="746633" y="1502537"/>
                  </a:lnTo>
                  <a:lnTo>
                    <a:pt x="730631" y="1492377"/>
                  </a:lnTo>
                  <a:close/>
                </a:path>
                <a:path w="1325879" h="2038985">
                  <a:moveTo>
                    <a:pt x="478155" y="1331976"/>
                  </a:moveTo>
                  <a:lnTo>
                    <a:pt x="478155" y="1345565"/>
                  </a:lnTo>
                  <a:lnTo>
                    <a:pt x="35432" y="1645412"/>
                  </a:lnTo>
                  <a:lnTo>
                    <a:pt x="56022" y="1645412"/>
                  </a:lnTo>
                  <a:lnTo>
                    <a:pt x="488696" y="1352169"/>
                  </a:lnTo>
                  <a:lnTo>
                    <a:pt x="509975" y="1352169"/>
                  </a:lnTo>
                  <a:lnTo>
                    <a:pt x="498982" y="1345184"/>
                  </a:lnTo>
                  <a:lnTo>
                    <a:pt x="508740" y="1338580"/>
                  </a:lnTo>
                  <a:lnTo>
                    <a:pt x="488442" y="1338580"/>
                  </a:lnTo>
                  <a:lnTo>
                    <a:pt x="478155" y="1331976"/>
                  </a:lnTo>
                  <a:close/>
                </a:path>
                <a:path w="1325879" h="2038985">
                  <a:moveTo>
                    <a:pt x="509975" y="1352169"/>
                  </a:moveTo>
                  <a:lnTo>
                    <a:pt x="488696" y="1352169"/>
                  </a:lnTo>
                  <a:lnTo>
                    <a:pt x="730631" y="1505966"/>
                  </a:lnTo>
                  <a:lnTo>
                    <a:pt x="730631" y="1492377"/>
                  </a:lnTo>
                  <a:lnTo>
                    <a:pt x="509975" y="1352169"/>
                  </a:lnTo>
                  <a:close/>
                </a:path>
                <a:path w="1325879" h="2038985">
                  <a:moveTo>
                    <a:pt x="954024" y="1439672"/>
                  </a:moveTo>
                  <a:lnTo>
                    <a:pt x="954024" y="1457071"/>
                  </a:lnTo>
                  <a:lnTo>
                    <a:pt x="746633" y="1502537"/>
                  </a:lnTo>
                  <a:lnTo>
                    <a:pt x="800322" y="1502537"/>
                  </a:lnTo>
                  <a:lnTo>
                    <a:pt x="962533" y="1466977"/>
                  </a:lnTo>
                  <a:lnTo>
                    <a:pt x="977654" y="1466977"/>
                  </a:lnTo>
                  <a:lnTo>
                    <a:pt x="975233" y="1464183"/>
                  </a:lnTo>
                  <a:lnTo>
                    <a:pt x="1020525" y="1454277"/>
                  </a:lnTo>
                  <a:lnTo>
                    <a:pt x="966724" y="1454277"/>
                  </a:lnTo>
                  <a:lnTo>
                    <a:pt x="954024" y="1439672"/>
                  </a:lnTo>
                  <a:close/>
                </a:path>
                <a:path w="1325879" h="2038985">
                  <a:moveTo>
                    <a:pt x="708219" y="1231900"/>
                  </a:moveTo>
                  <a:lnTo>
                    <a:pt x="666369" y="1231900"/>
                  </a:lnTo>
                  <a:lnTo>
                    <a:pt x="789051" y="1266698"/>
                  </a:lnTo>
                  <a:lnTo>
                    <a:pt x="954024" y="1457071"/>
                  </a:lnTo>
                  <a:lnTo>
                    <a:pt x="954024" y="1439672"/>
                  </a:lnTo>
                  <a:lnTo>
                    <a:pt x="809116" y="1272413"/>
                  </a:lnTo>
                  <a:lnTo>
                    <a:pt x="850903" y="1272413"/>
                  </a:lnTo>
                  <a:lnTo>
                    <a:pt x="795527" y="1256664"/>
                  </a:lnTo>
                  <a:lnTo>
                    <a:pt x="790562" y="1250950"/>
                  </a:lnTo>
                  <a:lnTo>
                    <a:pt x="775335" y="1250950"/>
                  </a:lnTo>
                  <a:lnTo>
                    <a:pt x="708219" y="1231900"/>
                  </a:lnTo>
                  <a:close/>
                </a:path>
                <a:path w="1325879" h="2038985">
                  <a:moveTo>
                    <a:pt x="1191640" y="1369314"/>
                  </a:moveTo>
                  <a:lnTo>
                    <a:pt x="1191640" y="1394333"/>
                  </a:lnTo>
                  <a:lnTo>
                    <a:pt x="1188465" y="1405763"/>
                  </a:lnTo>
                  <a:lnTo>
                    <a:pt x="966724" y="1454277"/>
                  </a:lnTo>
                  <a:lnTo>
                    <a:pt x="1020525" y="1454277"/>
                  </a:lnTo>
                  <a:lnTo>
                    <a:pt x="1196466" y="1415796"/>
                  </a:lnTo>
                  <a:lnTo>
                    <a:pt x="1237010" y="1415796"/>
                  </a:lnTo>
                  <a:lnTo>
                    <a:pt x="1262252" y="1395476"/>
                  </a:lnTo>
                  <a:lnTo>
                    <a:pt x="1262910" y="1395476"/>
                  </a:lnTo>
                  <a:lnTo>
                    <a:pt x="1236374" y="1371219"/>
                  </a:lnTo>
                  <a:lnTo>
                    <a:pt x="1198245" y="1371219"/>
                  </a:lnTo>
                  <a:lnTo>
                    <a:pt x="1191640" y="1369314"/>
                  </a:lnTo>
                  <a:close/>
                </a:path>
                <a:path w="1325879" h="2038985">
                  <a:moveTo>
                    <a:pt x="1237010" y="1415796"/>
                  </a:moveTo>
                  <a:lnTo>
                    <a:pt x="1196466" y="1415796"/>
                  </a:lnTo>
                  <a:lnTo>
                    <a:pt x="1202563" y="1443609"/>
                  </a:lnTo>
                  <a:lnTo>
                    <a:pt x="1237010" y="1415796"/>
                  </a:lnTo>
                  <a:close/>
                </a:path>
                <a:path w="1325879" h="2038985">
                  <a:moveTo>
                    <a:pt x="850903" y="1272413"/>
                  </a:moveTo>
                  <a:lnTo>
                    <a:pt x="809116" y="1272413"/>
                  </a:lnTo>
                  <a:lnTo>
                    <a:pt x="1188593" y="1380236"/>
                  </a:lnTo>
                  <a:lnTo>
                    <a:pt x="1191640" y="1394333"/>
                  </a:lnTo>
                  <a:lnTo>
                    <a:pt x="1191640" y="1369314"/>
                  </a:lnTo>
                  <a:lnTo>
                    <a:pt x="850903" y="1272413"/>
                  </a:lnTo>
                  <a:close/>
                </a:path>
                <a:path w="1325879" h="2038985">
                  <a:moveTo>
                    <a:pt x="1206119" y="1343660"/>
                  </a:moveTo>
                  <a:lnTo>
                    <a:pt x="1198245" y="1371219"/>
                  </a:lnTo>
                  <a:lnTo>
                    <a:pt x="1236374" y="1371219"/>
                  </a:lnTo>
                  <a:lnTo>
                    <a:pt x="1206119" y="1343660"/>
                  </a:lnTo>
                  <a:close/>
                </a:path>
                <a:path w="1325879" h="2038985">
                  <a:moveTo>
                    <a:pt x="363957" y="1259459"/>
                  </a:moveTo>
                  <a:lnTo>
                    <a:pt x="342646" y="1259459"/>
                  </a:lnTo>
                  <a:lnTo>
                    <a:pt x="478155" y="1345565"/>
                  </a:lnTo>
                  <a:lnTo>
                    <a:pt x="478155" y="1331976"/>
                  </a:lnTo>
                  <a:lnTo>
                    <a:pt x="363957" y="1259459"/>
                  </a:lnTo>
                  <a:close/>
                </a:path>
                <a:path w="1325879" h="2038985">
                  <a:moveTo>
                    <a:pt x="652018" y="1215898"/>
                  </a:moveTo>
                  <a:lnTo>
                    <a:pt x="652018" y="1227709"/>
                  </a:lnTo>
                  <a:lnTo>
                    <a:pt x="488442" y="1338580"/>
                  </a:lnTo>
                  <a:lnTo>
                    <a:pt x="508740" y="1338580"/>
                  </a:lnTo>
                  <a:lnTo>
                    <a:pt x="666369" y="1231900"/>
                  </a:lnTo>
                  <a:lnTo>
                    <a:pt x="708219" y="1231900"/>
                  </a:lnTo>
                  <a:lnTo>
                    <a:pt x="678688" y="1223518"/>
                  </a:lnTo>
                  <a:lnTo>
                    <a:pt x="684676" y="1219453"/>
                  </a:lnTo>
                  <a:lnTo>
                    <a:pt x="664337" y="1219453"/>
                  </a:lnTo>
                  <a:lnTo>
                    <a:pt x="652018" y="1215898"/>
                  </a:lnTo>
                  <a:close/>
                </a:path>
                <a:path w="1325879" h="2038985">
                  <a:moveTo>
                    <a:pt x="739798" y="1192402"/>
                  </a:moveTo>
                  <a:lnTo>
                    <a:pt x="724535" y="1192402"/>
                  </a:lnTo>
                  <a:lnTo>
                    <a:pt x="775335" y="1250950"/>
                  </a:lnTo>
                  <a:lnTo>
                    <a:pt x="775335" y="1233424"/>
                  </a:lnTo>
                  <a:lnTo>
                    <a:pt x="739798" y="1192402"/>
                  </a:lnTo>
                  <a:close/>
                </a:path>
                <a:path w="1325879" h="2038985">
                  <a:moveTo>
                    <a:pt x="775335" y="1233424"/>
                  </a:moveTo>
                  <a:lnTo>
                    <a:pt x="775335" y="1250950"/>
                  </a:lnTo>
                  <a:lnTo>
                    <a:pt x="790562" y="1250950"/>
                  </a:lnTo>
                  <a:lnTo>
                    <a:pt x="775335" y="1233424"/>
                  </a:lnTo>
                  <a:close/>
                </a:path>
                <a:path w="1325879" h="2038985">
                  <a:moveTo>
                    <a:pt x="408431" y="1146683"/>
                  </a:moveTo>
                  <a:lnTo>
                    <a:pt x="408431" y="1158494"/>
                  </a:lnTo>
                  <a:lnTo>
                    <a:pt x="340106" y="1244346"/>
                  </a:lnTo>
                  <a:lnTo>
                    <a:pt x="354612" y="1244346"/>
                  </a:lnTo>
                  <a:lnTo>
                    <a:pt x="420243" y="1161923"/>
                  </a:lnTo>
                  <a:lnTo>
                    <a:pt x="462352" y="1161923"/>
                  </a:lnTo>
                  <a:lnTo>
                    <a:pt x="427990" y="1152144"/>
                  </a:lnTo>
                  <a:lnTo>
                    <a:pt x="430618" y="1148841"/>
                  </a:lnTo>
                  <a:lnTo>
                    <a:pt x="416051" y="1148841"/>
                  </a:lnTo>
                  <a:lnTo>
                    <a:pt x="408431" y="1146683"/>
                  </a:lnTo>
                  <a:close/>
                </a:path>
                <a:path w="1325879" h="2038985">
                  <a:moveTo>
                    <a:pt x="462352" y="1161923"/>
                  </a:moveTo>
                  <a:lnTo>
                    <a:pt x="420243" y="1161923"/>
                  </a:lnTo>
                  <a:lnTo>
                    <a:pt x="652018" y="1227709"/>
                  </a:lnTo>
                  <a:lnTo>
                    <a:pt x="652018" y="1215898"/>
                  </a:lnTo>
                  <a:lnTo>
                    <a:pt x="462352" y="1161923"/>
                  </a:lnTo>
                  <a:close/>
                </a:path>
                <a:path w="1325879" h="2038985">
                  <a:moveTo>
                    <a:pt x="717042" y="1166114"/>
                  </a:moveTo>
                  <a:lnTo>
                    <a:pt x="717042" y="1183639"/>
                  </a:lnTo>
                  <a:lnTo>
                    <a:pt x="664337" y="1219453"/>
                  </a:lnTo>
                  <a:lnTo>
                    <a:pt x="684676" y="1219453"/>
                  </a:lnTo>
                  <a:lnTo>
                    <a:pt x="724535" y="1192402"/>
                  </a:lnTo>
                  <a:lnTo>
                    <a:pt x="739798" y="1192402"/>
                  </a:lnTo>
                  <a:lnTo>
                    <a:pt x="734187" y="1185926"/>
                  </a:lnTo>
                  <a:lnTo>
                    <a:pt x="747118" y="1177163"/>
                  </a:lnTo>
                  <a:lnTo>
                    <a:pt x="726567" y="1177163"/>
                  </a:lnTo>
                  <a:lnTo>
                    <a:pt x="717042" y="1166114"/>
                  </a:lnTo>
                  <a:close/>
                </a:path>
                <a:path w="1325879" h="2038985">
                  <a:moveTo>
                    <a:pt x="568500" y="994663"/>
                  </a:moveTo>
                  <a:lnTo>
                    <a:pt x="553338" y="994663"/>
                  </a:lnTo>
                  <a:lnTo>
                    <a:pt x="717042" y="1183639"/>
                  </a:lnTo>
                  <a:lnTo>
                    <a:pt x="717042" y="1166114"/>
                  </a:lnTo>
                  <a:lnTo>
                    <a:pt x="568500" y="994663"/>
                  </a:lnTo>
                  <a:close/>
                </a:path>
                <a:path w="1325879" h="2038985">
                  <a:moveTo>
                    <a:pt x="1250188" y="829310"/>
                  </a:moveTo>
                  <a:lnTo>
                    <a:pt x="1174241" y="839343"/>
                  </a:lnTo>
                  <a:lnTo>
                    <a:pt x="1190244" y="863091"/>
                  </a:lnTo>
                  <a:lnTo>
                    <a:pt x="726567" y="1177163"/>
                  </a:lnTo>
                  <a:lnTo>
                    <a:pt x="747118" y="1177163"/>
                  </a:lnTo>
                  <a:lnTo>
                    <a:pt x="1196721" y="872489"/>
                  </a:lnTo>
                  <a:lnTo>
                    <a:pt x="1226043" y="872489"/>
                  </a:lnTo>
                  <a:lnTo>
                    <a:pt x="1250188" y="829310"/>
                  </a:lnTo>
                  <a:close/>
                </a:path>
                <a:path w="1325879" h="2038985">
                  <a:moveTo>
                    <a:pt x="82218" y="1053973"/>
                  </a:moveTo>
                  <a:lnTo>
                    <a:pt x="40512" y="1053973"/>
                  </a:lnTo>
                  <a:lnTo>
                    <a:pt x="408431" y="1158494"/>
                  </a:lnTo>
                  <a:lnTo>
                    <a:pt x="408431" y="1146683"/>
                  </a:lnTo>
                  <a:lnTo>
                    <a:pt x="82218" y="1053973"/>
                  </a:lnTo>
                  <a:close/>
                </a:path>
                <a:path w="1325879" h="2038985">
                  <a:moveTo>
                    <a:pt x="545719" y="968375"/>
                  </a:moveTo>
                  <a:lnTo>
                    <a:pt x="545719" y="985901"/>
                  </a:lnTo>
                  <a:lnTo>
                    <a:pt x="416051" y="1148841"/>
                  </a:lnTo>
                  <a:lnTo>
                    <a:pt x="430618" y="1148841"/>
                  </a:lnTo>
                  <a:lnTo>
                    <a:pt x="553338" y="994663"/>
                  </a:lnTo>
                  <a:lnTo>
                    <a:pt x="568500" y="994663"/>
                  </a:lnTo>
                  <a:lnTo>
                    <a:pt x="560578" y="985520"/>
                  </a:lnTo>
                  <a:lnTo>
                    <a:pt x="567545" y="976757"/>
                  </a:lnTo>
                  <a:lnTo>
                    <a:pt x="552957" y="976757"/>
                  </a:lnTo>
                  <a:lnTo>
                    <a:pt x="545719" y="968375"/>
                  </a:lnTo>
                  <a:close/>
                </a:path>
                <a:path w="1325879" h="2038985">
                  <a:moveTo>
                    <a:pt x="481203" y="893826"/>
                  </a:moveTo>
                  <a:lnTo>
                    <a:pt x="481203" y="911351"/>
                  </a:lnTo>
                  <a:lnTo>
                    <a:pt x="27431" y="1025271"/>
                  </a:lnTo>
                  <a:lnTo>
                    <a:pt x="74545" y="1025271"/>
                  </a:lnTo>
                  <a:lnTo>
                    <a:pt x="489457" y="921003"/>
                  </a:lnTo>
                  <a:lnTo>
                    <a:pt x="504672" y="921003"/>
                  </a:lnTo>
                  <a:lnTo>
                    <a:pt x="502031" y="917956"/>
                  </a:lnTo>
                  <a:lnTo>
                    <a:pt x="540399" y="908303"/>
                  </a:lnTo>
                  <a:lnTo>
                    <a:pt x="493649" y="908303"/>
                  </a:lnTo>
                  <a:lnTo>
                    <a:pt x="481203" y="893826"/>
                  </a:lnTo>
                  <a:close/>
                </a:path>
                <a:path w="1325879" h="2038985">
                  <a:moveTo>
                    <a:pt x="504672" y="921003"/>
                  </a:moveTo>
                  <a:lnTo>
                    <a:pt x="489457" y="921003"/>
                  </a:lnTo>
                  <a:lnTo>
                    <a:pt x="545719" y="985901"/>
                  </a:lnTo>
                  <a:lnTo>
                    <a:pt x="545719" y="968375"/>
                  </a:lnTo>
                  <a:lnTo>
                    <a:pt x="504672" y="921003"/>
                  </a:lnTo>
                  <a:close/>
                </a:path>
                <a:path w="1325879" h="2038985">
                  <a:moveTo>
                    <a:pt x="1250188" y="109727"/>
                  </a:moveTo>
                  <a:lnTo>
                    <a:pt x="1180719" y="141986"/>
                  </a:lnTo>
                  <a:lnTo>
                    <a:pt x="1203071" y="159765"/>
                  </a:lnTo>
                  <a:lnTo>
                    <a:pt x="635888" y="872489"/>
                  </a:lnTo>
                  <a:lnTo>
                    <a:pt x="624205" y="875411"/>
                  </a:lnTo>
                  <a:lnTo>
                    <a:pt x="624205" y="887222"/>
                  </a:lnTo>
                  <a:lnTo>
                    <a:pt x="552957" y="976757"/>
                  </a:lnTo>
                  <a:lnTo>
                    <a:pt x="567545" y="976757"/>
                  </a:lnTo>
                  <a:lnTo>
                    <a:pt x="642366" y="882650"/>
                  </a:lnTo>
                  <a:lnTo>
                    <a:pt x="701012" y="867918"/>
                  </a:lnTo>
                  <a:lnTo>
                    <a:pt x="654176" y="867918"/>
                  </a:lnTo>
                  <a:lnTo>
                    <a:pt x="1211961" y="166877"/>
                  </a:lnTo>
                  <a:lnTo>
                    <a:pt x="1238108" y="166877"/>
                  </a:lnTo>
                  <a:lnTo>
                    <a:pt x="1241552" y="150749"/>
                  </a:lnTo>
                  <a:lnTo>
                    <a:pt x="1250188" y="109727"/>
                  </a:lnTo>
                  <a:close/>
                </a:path>
                <a:path w="1325879" h="2038985">
                  <a:moveTo>
                    <a:pt x="363635" y="758189"/>
                  </a:moveTo>
                  <a:lnTo>
                    <a:pt x="348488" y="758189"/>
                  </a:lnTo>
                  <a:lnTo>
                    <a:pt x="481203" y="911351"/>
                  </a:lnTo>
                  <a:lnTo>
                    <a:pt x="481203" y="893826"/>
                  </a:lnTo>
                  <a:lnTo>
                    <a:pt x="363635" y="758189"/>
                  </a:lnTo>
                  <a:close/>
                </a:path>
                <a:path w="1325879" h="2038985">
                  <a:moveTo>
                    <a:pt x="624205" y="875411"/>
                  </a:moveTo>
                  <a:lnTo>
                    <a:pt x="493649" y="908303"/>
                  </a:lnTo>
                  <a:lnTo>
                    <a:pt x="540399" y="908303"/>
                  </a:lnTo>
                  <a:lnTo>
                    <a:pt x="624205" y="887222"/>
                  </a:lnTo>
                  <a:lnTo>
                    <a:pt x="624205" y="875411"/>
                  </a:lnTo>
                  <a:close/>
                </a:path>
                <a:path w="1325879" h="2038985">
                  <a:moveTo>
                    <a:pt x="1226043" y="872489"/>
                  </a:moveTo>
                  <a:lnTo>
                    <a:pt x="1196721" y="872489"/>
                  </a:lnTo>
                  <a:lnTo>
                    <a:pt x="1212723" y="896238"/>
                  </a:lnTo>
                  <a:lnTo>
                    <a:pt x="1226043" y="872489"/>
                  </a:lnTo>
                  <a:close/>
                </a:path>
                <a:path w="1325879" h="2038985">
                  <a:moveTo>
                    <a:pt x="1187831" y="704469"/>
                  </a:moveTo>
                  <a:lnTo>
                    <a:pt x="1194815" y="732154"/>
                  </a:lnTo>
                  <a:lnTo>
                    <a:pt x="654176" y="867918"/>
                  </a:lnTo>
                  <a:lnTo>
                    <a:pt x="701012" y="867918"/>
                  </a:lnTo>
                  <a:lnTo>
                    <a:pt x="1197483" y="743203"/>
                  </a:lnTo>
                  <a:lnTo>
                    <a:pt x="1236859" y="743203"/>
                  </a:lnTo>
                  <a:lnTo>
                    <a:pt x="1262634" y="721106"/>
                  </a:lnTo>
                  <a:lnTo>
                    <a:pt x="1187831" y="704469"/>
                  </a:lnTo>
                  <a:close/>
                </a:path>
                <a:path w="1325879" h="2038985">
                  <a:moveTo>
                    <a:pt x="1236859" y="743203"/>
                  </a:moveTo>
                  <a:lnTo>
                    <a:pt x="1197483" y="743203"/>
                  </a:lnTo>
                  <a:lnTo>
                    <a:pt x="1204468" y="771016"/>
                  </a:lnTo>
                  <a:lnTo>
                    <a:pt x="1236859" y="743203"/>
                  </a:lnTo>
                  <a:close/>
                </a:path>
                <a:path w="1325879" h="2038985">
                  <a:moveTo>
                    <a:pt x="1250696" y="0"/>
                  </a:moveTo>
                  <a:lnTo>
                    <a:pt x="1176020" y="17525"/>
                  </a:lnTo>
                  <a:lnTo>
                    <a:pt x="1194308" y="39370"/>
                  </a:lnTo>
                  <a:lnTo>
                    <a:pt x="349757" y="742188"/>
                  </a:lnTo>
                  <a:lnTo>
                    <a:pt x="367630" y="742188"/>
                  </a:lnTo>
                  <a:lnTo>
                    <a:pt x="1201674" y="48260"/>
                  </a:lnTo>
                  <a:lnTo>
                    <a:pt x="1229538" y="48260"/>
                  </a:lnTo>
                  <a:lnTo>
                    <a:pt x="1250696" y="0"/>
                  </a:lnTo>
                  <a:close/>
                </a:path>
                <a:path w="1325879" h="2038985">
                  <a:moveTo>
                    <a:pt x="1238108" y="166877"/>
                  </a:moveTo>
                  <a:lnTo>
                    <a:pt x="1211961" y="166877"/>
                  </a:lnTo>
                  <a:lnTo>
                    <a:pt x="1234313" y="184658"/>
                  </a:lnTo>
                  <a:lnTo>
                    <a:pt x="1238108" y="166877"/>
                  </a:lnTo>
                  <a:close/>
                </a:path>
                <a:path w="1325879" h="2038985">
                  <a:moveTo>
                    <a:pt x="1229538" y="48260"/>
                  </a:moveTo>
                  <a:lnTo>
                    <a:pt x="1201674" y="48260"/>
                  </a:lnTo>
                  <a:lnTo>
                    <a:pt x="1219962" y="70103"/>
                  </a:lnTo>
                  <a:lnTo>
                    <a:pt x="1229538" y="4826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87161" y="2154173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1"/>
                  </a:moveTo>
                  <a:lnTo>
                    <a:pt x="4317" y="166624"/>
                  </a:lnTo>
                  <a:lnTo>
                    <a:pt x="16890" y="127508"/>
                  </a:lnTo>
                  <a:lnTo>
                    <a:pt x="36702" y="92075"/>
                  </a:lnTo>
                  <a:lnTo>
                    <a:pt x="62864" y="61087"/>
                  </a:lnTo>
                  <a:lnTo>
                    <a:pt x="94614" y="35687"/>
                  </a:lnTo>
                  <a:lnTo>
                    <a:pt x="131063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6" y="16383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4" y="92075"/>
                  </a:lnTo>
                  <a:lnTo>
                    <a:pt x="412496" y="127508"/>
                  </a:lnTo>
                  <a:lnTo>
                    <a:pt x="424941" y="166624"/>
                  </a:lnTo>
                  <a:lnTo>
                    <a:pt x="429260" y="208661"/>
                  </a:lnTo>
                  <a:lnTo>
                    <a:pt x="424941" y="250698"/>
                  </a:lnTo>
                  <a:lnTo>
                    <a:pt x="412496" y="289940"/>
                  </a:lnTo>
                  <a:lnTo>
                    <a:pt x="392684" y="325374"/>
                  </a:lnTo>
                  <a:lnTo>
                    <a:pt x="366395" y="356235"/>
                  </a:lnTo>
                  <a:lnTo>
                    <a:pt x="334645" y="381635"/>
                  </a:lnTo>
                  <a:lnTo>
                    <a:pt x="298196" y="400938"/>
                  </a:lnTo>
                  <a:lnTo>
                    <a:pt x="257937" y="413130"/>
                  </a:lnTo>
                  <a:lnTo>
                    <a:pt x="214629" y="417322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5"/>
                  </a:lnTo>
                  <a:lnTo>
                    <a:pt x="62864" y="356235"/>
                  </a:lnTo>
                  <a:lnTo>
                    <a:pt x="36702" y="325374"/>
                  </a:lnTo>
                  <a:lnTo>
                    <a:pt x="16890" y="289940"/>
                  </a:lnTo>
                  <a:lnTo>
                    <a:pt x="4317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0961" y="2273046"/>
              <a:ext cx="76580" cy="6426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189476" y="1569720"/>
              <a:ext cx="1242060" cy="737870"/>
            </a:xfrm>
            <a:custGeom>
              <a:avLst/>
              <a:gdLst/>
              <a:ahLst/>
              <a:cxnLst/>
              <a:rect l="l" t="t" r="r" b="b"/>
              <a:pathLst>
                <a:path w="1242060" h="737869">
                  <a:moveTo>
                    <a:pt x="5714" y="0"/>
                  </a:moveTo>
                  <a:lnTo>
                    <a:pt x="0" y="9778"/>
                  </a:lnTo>
                  <a:lnTo>
                    <a:pt x="1236090" y="737742"/>
                  </a:lnTo>
                  <a:lnTo>
                    <a:pt x="1241806" y="727963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93258" y="2785110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7" y="167258"/>
                  </a:lnTo>
                  <a:lnTo>
                    <a:pt x="16890" y="128015"/>
                  </a:lnTo>
                  <a:lnTo>
                    <a:pt x="36702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10"/>
                  </a:lnTo>
                  <a:lnTo>
                    <a:pt x="171450" y="4317"/>
                  </a:lnTo>
                  <a:lnTo>
                    <a:pt x="214629" y="0"/>
                  </a:lnTo>
                  <a:lnTo>
                    <a:pt x="257937" y="4317"/>
                  </a:lnTo>
                  <a:lnTo>
                    <a:pt x="298195" y="16510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3" y="92328"/>
                  </a:lnTo>
                  <a:lnTo>
                    <a:pt x="412495" y="128015"/>
                  </a:lnTo>
                  <a:lnTo>
                    <a:pt x="424941" y="167258"/>
                  </a:lnTo>
                  <a:lnTo>
                    <a:pt x="429259" y="209550"/>
                  </a:lnTo>
                  <a:lnTo>
                    <a:pt x="424941" y="251840"/>
                  </a:lnTo>
                  <a:lnTo>
                    <a:pt x="412495" y="291083"/>
                  </a:lnTo>
                  <a:lnTo>
                    <a:pt x="392683" y="326770"/>
                  </a:lnTo>
                  <a:lnTo>
                    <a:pt x="366394" y="357758"/>
                  </a:lnTo>
                  <a:lnTo>
                    <a:pt x="334644" y="383285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29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5"/>
                  </a:lnTo>
                  <a:lnTo>
                    <a:pt x="62864" y="357758"/>
                  </a:lnTo>
                  <a:lnTo>
                    <a:pt x="36702" y="326770"/>
                  </a:lnTo>
                  <a:lnTo>
                    <a:pt x="16890" y="291083"/>
                  </a:lnTo>
                  <a:lnTo>
                    <a:pt x="4317" y="25184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45920" y="1571243"/>
              <a:ext cx="4638675" cy="2032635"/>
            </a:xfrm>
            <a:custGeom>
              <a:avLst/>
              <a:gdLst/>
              <a:ahLst/>
              <a:cxnLst/>
              <a:rect l="l" t="t" r="r" b="b"/>
              <a:pathLst>
                <a:path w="4638675" h="2032635">
                  <a:moveTo>
                    <a:pt x="430530" y="383540"/>
                  </a:moveTo>
                  <a:lnTo>
                    <a:pt x="372110" y="383540"/>
                  </a:lnTo>
                  <a:lnTo>
                    <a:pt x="371729" y="411988"/>
                  </a:lnTo>
                  <a:lnTo>
                    <a:pt x="430530" y="383540"/>
                  </a:lnTo>
                  <a:close/>
                </a:path>
                <a:path w="4638675" h="2032635">
                  <a:moveTo>
                    <a:pt x="440690" y="378587"/>
                  </a:moveTo>
                  <a:lnTo>
                    <a:pt x="372618" y="343408"/>
                  </a:lnTo>
                  <a:lnTo>
                    <a:pt x="372237" y="371983"/>
                  </a:lnTo>
                  <a:lnTo>
                    <a:pt x="23368" y="366903"/>
                  </a:lnTo>
                  <a:lnTo>
                    <a:pt x="23241" y="378333"/>
                  </a:lnTo>
                  <a:lnTo>
                    <a:pt x="372110" y="383413"/>
                  </a:lnTo>
                  <a:lnTo>
                    <a:pt x="430911" y="383413"/>
                  </a:lnTo>
                  <a:lnTo>
                    <a:pt x="440690" y="378587"/>
                  </a:lnTo>
                  <a:close/>
                </a:path>
                <a:path w="4638675" h="2032635">
                  <a:moveTo>
                    <a:pt x="441325" y="1065022"/>
                  </a:moveTo>
                  <a:lnTo>
                    <a:pt x="372745" y="1030732"/>
                  </a:lnTo>
                  <a:lnTo>
                    <a:pt x="372745" y="1059307"/>
                  </a:lnTo>
                  <a:lnTo>
                    <a:pt x="0" y="1059307"/>
                  </a:lnTo>
                  <a:lnTo>
                    <a:pt x="0" y="1070737"/>
                  </a:lnTo>
                  <a:lnTo>
                    <a:pt x="372745" y="1070737"/>
                  </a:lnTo>
                  <a:lnTo>
                    <a:pt x="372745" y="1099312"/>
                  </a:lnTo>
                  <a:lnTo>
                    <a:pt x="441325" y="1065022"/>
                  </a:lnTo>
                  <a:close/>
                </a:path>
                <a:path w="4638675" h="2032635">
                  <a:moveTo>
                    <a:pt x="446659" y="1696974"/>
                  </a:moveTo>
                  <a:lnTo>
                    <a:pt x="378079" y="1662684"/>
                  </a:lnTo>
                  <a:lnTo>
                    <a:pt x="378079" y="1691259"/>
                  </a:lnTo>
                  <a:lnTo>
                    <a:pt x="23368" y="1691259"/>
                  </a:lnTo>
                  <a:lnTo>
                    <a:pt x="23368" y="1702689"/>
                  </a:lnTo>
                  <a:lnTo>
                    <a:pt x="378079" y="1702689"/>
                  </a:lnTo>
                  <a:lnTo>
                    <a:pt x="378079" y="1731264"/>
                  </a:lnTo>
                  <a:lnTo>
                    <a:pt x="446659" y="1696974"/>
                  </a:lnTo>
                  <a:close/>
                </a:path>
                <a:path w="4638675" h="2032635">
                  <a:moveTo>
                    <a:pt x="3846830" y="1398778"/>
                  </a:moveTo>
                  <a:lnTo>
                    <a:pt x="3846715" y="1398397"/>
                  </a:lnTo>
                  <a:lnTo>
                    <a:pt x="3835717" y="1361059"/>
                  </a:lnTo>
                  <a:lnTo>
                    <a:pt x="3830434" y="1343164"/>
                  </a:lnTo>
                  <a:lnTo>
                    <a:pt x="3825113" y="1325118"/>
                  </a:lnTo>
                  <a:lnTo>
                    <a:pt x="3805809" y="1343164"/>
                  </a:lnTo>
                  <a:lnTo>
                    <a:pt x="3803167" y="1339469"/>
                  </a:lnTo>
                  <a:lnTo>
                    <a:pt x="3800983" y="1336421"/>
                  </a:lnTo>
                  <a:lnTo>
                    <a:pt x="3799332" y="1339469"/>
                  </a:lnTo>
                  <a:lnTo>
                    <a:pt x="3793744" y="1333373"/>
                  </a:lnTo>
                  <a:lnTo>
                    <a:pt x="3793744" y="1350264"/>
                  </a:lnTo>
                  <a:lnTo>
                    <a:pt x="3789553" y="1358265"/>
                  </a:lnTo>
                  <a:lnTo>
                    <a:pt x="3786505" y="1361059"/>
                  </a:lnTo>
                  <a:lnTo>
                    <a:pt x="3777361" y="1356360"/>
                  </a:lnTo>
                  <a:lnTo>
                    <a:pt x="3777361" y="1369187"/>
                  </a:lnTo>
                  <a:lnTo>
                    <a:pt x="3777361" y="1369695"/>
                  </a:lnTo>
                  <a:lnTo>
                    <a:pt x="3774948" y="1371854"/>
                  </a:lnTo>
                  <a:lnTo>
                    <a:pt x="3777361" y="1372743"/>
                  </a:lnTo>
                  <a:lnTo>
                    <a:pt x="3777361" y="1381633"/>
                  </a:lnTo>
                  <a:lnTo>
                    <a:pt x="3777361" y="1414145"/>
                  </a:lnTo>
                  <a:lnTo>
                    <a:pt x="3777361" y="1425321"/>
                  </a:lnTo>
                  <a:lnTo>
                    <a:pt x="2593340" y="2003806"/>
                  </a:lnTo>
                  <a:lnTo>
                    <a:pt x="3261741" y="1403858"/>
                  </a:lnTo>
                  <a:lnTo>
                    <a:pt x="3772281" y="1403858"/>
                  </a:lnTo>
                  <a:lnTo>
                    <a:pt x="3777361" y="1414145"/>
                  </a:lnTo>
                  <a:lnTo>
                    <a:pt x="3777361" y="1381633"/>
                  </a:lnTo>
                  <a:lnTo>
                    <a:pt x="3771646" y="1392428"/>
                  </a:lnTo>
                  <a:lnTo>
                    <a:pt x="3274441" y="1392428"/>
                  </a:lnTo>
                  <a:lnTo>
                    <a:pt x="3475863" y="1211580"/>
                  </a:lnTo>
                  <a:lnTo>
                    <a:pt x="3777361" y="1369187"/>
                  </a:lnTo>
                  <a:lnTo>
                    <a:pt x="3777361" y="1356360"/>
                  </a:lnTo>
                  <a:lnTo>
                    <a:pt x="3500424" y="1211580"/>
                  </a:lnTo>
                  <a:lnTo>
                    <a:pt x="3484880" y="1203452"/>
                  </a:lnTo>
                  <a:lnTo>
                    <a:pt x="3491103" y="1197864"/>
                  </a:lnTo>
                  <a:lnTo>
                    <a:pt x="3578606" y="1119378"/>
                  </a:lnTo>
                  <a:lnTo>
                    <a:pt x="3793744" y="1350264"/>
                  </a:lnTo>
                  <a:lnTo>
                    <a:pt x="3793744" y="1333373"/>
                  </a:lnTo>
                  <a:lnTo>
                    <a:pt x="3594214" y="1119378"/>
                  </a:lnTo>
                  <a:lnTo>
                    <a:pt x="3587115" y="1111758"/>
                  </a:lnTo>
                  <a:lnTo>
                    <a:pt x="3596436" y="1103376"/>
                  </a:lnTo>
                  <a:lnTo>
                    <a:pt x="3792601" y="927227"/>
                  </a:lnTo>
                  <a:lnTo>
                    <a:pt x="3811651" y="948436"/>
                  </a:lnTo>
                  <a:lnTo>
                    <a:pt x="3820007" y="927227"/>
                  </a:lnTo>
                  <a:lnTo>
                    <a:pt x="3826383" y="911098"/>
                  </a:lnTo>
                  <a:lnTo>
                    <a:pt x="3839845" y="877189"/>
                  </a:lnTo>
                  <a:lnTo>
                    <a:pt x="3765931" y="897509"/>
                  </a:lnTo>
                  <a:lnTo>
                    <a:pt x="3784981" y="918718"/>
                  </a:lnTo>
                  <a:lnTo>
                    <a:pt x="3579368" y="1103376"/>
                  </a:lnTo>
                  <a:lnTo>
                    <a:pt x="3570859" y="1094232"/>
                  </a:lnTo>
                  <a:lnTo>
                    <a:pt x="3570859" y="1110996"/>
                  </a:lnTo>
                  <a:lnTo>
                    <a:pt x="3474212" y="1197864"/>
                  </a:lnTo>
                  <a:lnTo>
                    <a:pt x="3465068" y="1193038"/>
                  </a:lnTo>
                  <a:lnTo>
                    <a:pt x="3465068" y="1205992"/>
                  </a:lnTo>
                  <a:lnTo>
                    <a:pt x="3257423" y="1392428"/>
                  </a:lnTo>
                  <a:lnTo>
                    <a:pt x="2581910" y="1392428"/>
                  </a:lnTo>
                  <a:lnTo>
                    <a:pt x="3220212" y="1077849"/>
                  </a:lnTo>
                  <a:lnTo>
                    <a:pt x="3465068" y="1205992"/>
                  </a:lnTo>
                  <a:lnTo>
                    <a:pt x="3465068" y="1193038"/>
                  </a:lnTo>
                  <a:lnTo>
                    <a:pt x="3244799" y="1077849"/>
                  </a:lnTo>
                  <a:lnTo>
                    <a:pt x="3232912" y="1071626"/>
                  </a:lnTo>
                  <a:lnTo>
                    <a:pt x="3246043" y="1065149"/>
                  </a:lnTo>
                  <a:lnTo>
                    <a:pt x="3439287" y="969899"/>
                  </a:lnTo>
                  <a:lnTo>
                    <a:pt x="3570859" y="1110996"/>
                  </a:lnTo>
                  <a:lnTo>
                    <a:pt x="3570859" y="1094232"/>
                  </a:lnTo>
                  <a:lnTo>
                    <a:pt x="3455047" y="969899"/>
                  </a:lnTo>
                  <a:lnTo>
                    <a:pt x="3450082" y="964565"/>
                  </a:lnTo>
                  <a:lnTo>
                    <a:pt x="3467608" y="955929"/>
                  </a:lnTo>
                  <a:lnTo>
                    <a:pt x="3780917" y="801624"/>
                  </a:lnTo>
                  <a:lnTo>
                    <a:pt x="3793490" y="827151"/>
                  </a:lnTo>
                  <a:lnTo>
                    <a:pt x="3812908" y="801624"/>
                  </a:lnTo>
                  <a:lnTo>
                    <a:pt x="3824605" y="786257"/>
                  </a:lnTo>
                  <a:lnTo>
                    <a:pt x="3839083" y="766953"/>
                  </a:lnTo>
                  <a:lnTo>
                    <a:pt x="3839845" y="766699"/>
                  </a:lnTo>
                  <a:lnTo>
                    <a:pt x="3839337" y="766699"/>
                  </a:lnTo>
                  <a:lnTo>
                    <a:pt x="3839845" y="766191"/>
                  </a:lnTo>
                  <a:lnTo>
                    <a:pt x="3838702" y="766191"/>
                  </a:lnTo>
                  <a:lnTo>
                    <a:pt x="3772408" y="730250"/>
                  </a:lnTo>
                  <a:lnTo>
                    <a:pt x="3771519" y="758825"/>
                  </a:lnTo>
                  <a:lnTo>
                    <a:pt x="3770757" y="758825"/>
                  </a:lnTo>
                  <a:lnTo>
                    <a:pt x="3770757" y="780923"/>
                  </a:lnTo>
                  <a:lnTo>
                    <a:pt x="3770376" y="794004"/>
                  </a:lnTo>
                  <a:lnTo>
                    <a:pt x="3441954" y="955929"/>
                  </a:lnTo>
                  <a:lnTo>
                    <a:pt x="3431159" y="944372"/>
                  </a:lnTo>
                  <a:lnTo>
                    <a:pt x="3431159" y="961263"/>
                  </a:lnTo>
                  <a:lnTo>
                    <a:pt x="3220339" y="1065149"/>
                  </a:lnTo>
                  <a:lnTo>
                    <a:pt x="2582545" y="731520"/>
                  </a:lnTo>
                  <a:lnTo>
                    <a:pt x="3236976" y="752856"/>
                  </a:lnTo>
                  <a:lnTo>
                    <a:pt x="3431159" y="961263"/>
                  </a:lnTo>
                  <a:lnTo>
                    <a:pt x="3431159" y="944372"/>
                  </a:lnTo>
                  <a:lnTo>
                    <a:pt x="3253232" y="753364"/>
                  </a:lnTo>
                  <a:lnTo>
                    <a:pt x="3765423" y="770001"/>
                  </a:lnTo>
                  <a:lnTo>
                    <a:pt x="3770757" y="780923"/>
                  </a:lnTo>
                  <a:lnTo>
                    <a:pt x="3770757" y="758825"/>
                  </a:lnTo>
                  <a:lnTo>
                    <a:pt x="3603625" y="753364"/>
                  </a:lnTo>
                  <a:lnTo>
                    <a:pt x="3242183" y="741553"/>
                  </a:lnTo>
                  <a:lnTo>
                    <a:pt x="3241700" y="741045"/>
                  </a:lnTo>
                  <a:lnTo>
                    <a:pt x="2551049" y="0"/>
                  </a:lnTo>
                  <a:lnTo>
                    <a:pt x="2542667" y="7747"/>
                  </a:lnTo>
                  <a:lnTo>
                    <a:pt x="3226054" y="741045"/>
                  </a:lnTo>
                  <a:lnTo>
                    <a:pt x="2933052" y="731520"/>
                  </a:lnTo>
                  <a:lnTo>
                    <a:pt x="2558034" y="719328"/>
                  </a:lnTo>
                  <a:lnTo>
                    <a:pt x="2557780" y="725043"/>
                  </a:lnTo>
                  <a:lnTo>
                    <a:pt x="2555240" y="729996"/>
                  </a:lnTo>
                  <a:lnTo>
                    <a:pt x="3207766" y="1071372"/>
                  </a:lnTo>
                  <a:lnTo>
                    <a:pt x="2555367" y="1392936"/>
                  </a:lnTo>
                  <a:lnTo>
                    <a:pt x="2557780" y="1398016"/>
                  </a:lnTo>
                  <a:lnTo>
                    <a:pt x="2557780" y="1403858"/>
                  </a:lnTo>
                  <a:lnTo>
                    <a:pt x="3244723" y="1403858"/>
                  </a:lnTo>
                  <a:lnTo>
                    <a:pt x="2556129" y="2021967"/>
                  </a:lnTo>
                  <a:lnTo>
                    <a:pt x="2555367" y="2022348"/>
                  </a:lnTo>
                  <a:lnTo>
                    <a:pt x="2555367" y="2022602"/>
                  </a:lnTo>
                  <a:lnTo>
                    <a:pt x="2554097" y="2023872"/>
                  </a:lnTo>
                  <a:lnTo>
                    <a:pt x="2558415" y="2028825"/>
                  </a:lnTo>
                  <a:lnTo>
                    <a:pt x="2560066" y="2032127"/>
                  </a:lnTo>
                  <a:lnTo>
                    <a:pt x="2560193" y="2032381"/>
                  </a:lnTo>
                  <a:lnTo>
                    <a:pt x="2560320" y="2032635"/>
                  </a:lnTo>
                  <a:lnTo>
                    <a:pt x="2561463" y="2032127"/>
                  </a:lnTo>
                  <a:lnTo>
                    <a:pt x="2561590" y="2032381"/>
                  </a:lnTo>
                  <a:lnTo>
                    <a:pt x="2561844" y="2032127"/>
                  </a:lnTo>
                  <a:lnTo>
                    <a:pt x="2562225" y="2031746"/>
                  </a:lnTo>
                  <a:lnTo>
                    <a:pt x="2619387" y="2003806"/>
                  </a:lnTo>
                  <a:lnTo>
                    <a:pt x="3786632" y="1433322"/>
                  </a:lnTo>
                  <a:lnTo>
                    <a:pt x="3799205" y="1459103"/>
                  </a:lnTo>
                  <a:lnTo>
                    <a:pt x="3818915" y="1433322"/>
                  </a:lnTo>
                  <a:lnTo>
                    <a:pt x="3830574" y="1418082"/>
                  </a:lnTo>
                  <a:lnTo>
                    <a:pt x="3845458" y="1398778"/>
                  </a:lnTo>
                  <a:lnTo>
                    <a:pt x="3845560" y="1398651"/>
                  </a:lnTo>
                  <a:lnTo>
                    <a:pt x="3845941" y="1398651"/>
                  </a:lnTo>
                  <a:lnTo>
                    <a:pt x="3845687" y="1398397"/>
                  </a:lnTo>
                  <a:lnTo>
                    <a:pt x="3846830" y="1398778"/>
                  </a:lnTo>
                  <a:close/>
                </a:path>
                <a:path w="4638675" h="2032635">
                  <a:moveTo>
                    <a:pt x="4627118" y="790829"/>
                  </a:moveTo>
                  <a:lnTo>
                    <a:pt x="4558538" y="756539"/>
                  </a:lnTo>
                  <a:lnTo>
                    <a:pt x="4558538" y="785114"/>
                  </a:lnTo>
                  <a:lnTo>
                    <a:pt x="4269486" y="785114"/>
                  </a:lnTo>
                  <a:lnTo>
                    <a:pt x="4269486" y="796544"/>
                  </a:lnTo>
                  <a:lnTo>
                    <a:pt x="4558538" y="796544"/>
                  </a:lnTo>
                  <a:lnTo>
                    <a:pt x="4558538" y="825119"/>
                  </a:lnTo>
                  <a:lnTo>
                    <a:pt x="4627118" y="790829"/>
                  </a:lnTo>
                  <a:close/>
                </a:path>
                <a:path w="4638675" h="2032635">
                  <a:moveTo>
                    <a:pt x="4638675" y="1422781"/>
                  </a:moveTo>
                  <a:lnTo>
                    <a:pt x="4570095" y="1388491"/>
                  </a:lnTo>
                  <a:lnTo>
                    <a:pt x="4570095" y="1417066"/>
                  </a:lnTo>
                  <a:lnTo>
                    <a:pt x="4274947" y="1417066"/>
                  </a:lnTo>
                  <a:lnTo>
                    <a:pt x="4274947" y="1428496"/>
                  </a:lnTo>
                  <a:lnTo>
                    <a:pt x="4570095" y="1428496"/>
                  </a:lnTo>
                  <a:lnTo>
                    <a:pt x="4570095" y="1457071"/>
                  </a:lnTo>
                  <a:lnTo>
                    <a:pt x="4638675" y="1422781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716785" y="4070350"/>
            <a:ext cx="94615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70528" y="4070350"/>
            <a:ext cx="110490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Hidden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88458" y="4043629"/>
            <a:ext cx="109855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Output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64909" y="2216658"/>
            <a:ext cx="2197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y</a:t>
            </a:r>
            <a:r>
              <a:rPr sz="1425" spc="-37" baseline="-17543" dirty="0">
                <a:latin typeface="Calibri"/>
                <a:cs typeface="Calibri"/>
              </a:rPr>
              <a:t>1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73419" y="2827147"/>
            <a:ext cx="2197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y</a:t>
            </a:r>
            <a:r>
              <a:rPr sz="1425" spc="-37" baseline="-17543" dirty="0">
                <a:latin typeface="Calibri"/>
                <a:cs typeface="Calibri"/>
              </a:rPr>
              <a:t>2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97885" y="1419097"/>
            <a:ext cx="246379" cy="111760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R="10160" algn="ctr">
              <a:lnSpc>
                <a:spcPct val="100000"/>
              </a:lnSpc>
              <a:spcBef>
                <a:spcPts val="885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  <a:p>
            <a:pPr marL="17780" algn="ctr">
              <a:lnSpc>
                <a:spcPts val="1350"/>
              </a:lnSpc>
              <a:spcBef>
                <a:spcPts val="790"/>
              </a:spcBef>
            </a:pPr>
            <a:r>
              <a:rPr sz="1250" spc="-25" dirty="0">
                <a:latin typeface="Calibri"/>
                <a:cs typeface="Calibri"/>
              </a:rPr>
              <a:t>0.5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ts val="2010"/>
              </a:lnSpc>
            </a:pP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22270" y="3360801"/>
            <a:ext cx="30924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latin typeface="Calibri"/>
                <a:cs typeface="Calibri"/>
              </a:rPr>
              <a:t>0.25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752594" y="1664589"/>
            <a:ext cx="22860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latin typeface="Calibri"/>
                <a:cs typeface="Calibri"/>
              </a:rPr>
              <a:t>0.1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70246" y="1966417"/>
            <a:ext cx="228600" cy="7423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405"/>
              </a:lnSpc>
              <a:spcBef>
                <a:spcPts val="110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  <a:p>
            <a:pPr marL="26034">
              <a:lnSpc>
                <a:spcPts val="2065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62880" y="3281298"/>
            <a:ext cx="30924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latin typeface="Calibri"/>
                <a:cs typeface="Calibri"/>
              </a:rPr>
              <a:t>0.15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92451" y="4387596"/>
            <a:ext cx="288290" cy="775970"/>
          </a:xfrm>
          <a:prstGeom prst="rect">
            <a:avLst/>
          </a:prstGeom>
          <a:ln w="9525">
            <a:solidFill>
              <a:srgbClr val="C0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83185">
              <a:lnSpc>
                <a:spcPct val="100000"/>
              </a:lnSpc>
              <a:spcBef>
                <a:spcPts val="30"/>
              </a:spcBef>
            </a:pPr>
            <a:r>
              <a:rPr sz="1600" spc="-50" dirty="0"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  <a:p>
            <a:pPr marL="83185">
              <a:lnSpc>
                <a:spcPct val="100000"/>
              </a:lnSpc>
              <a:spcBef>
                <a:spcPts val="20"/>
              </a:spcBef>
            </a:pP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61872" y="1772539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latin typeface="Calibri"/>
                <a:cs typeface="Calibri"/>
              </a:rPr>
              <a:t>X</a:t>
            </a:r>
            <a:r>
              <a:rPr sz="1425" b="1" spc="-30" baseline="-17543" dirty="0">
                <a:latin typeface="Calibri"/>
                <a:cs typeface="Calibri"/>
              </a:rPr>
              <a:t>1</a:t>
            </a:r>
            <a:r>
              <a:rPr sz="1450" b="1" spc="-20" dirty="0">
                <a:latin typeface="Calibri"/>
                <a:cs typeface="Calibri"/>
              </a:rPr>
              <a:t>=1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14627" y="2469896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latin typeface="Calibri"/>
                <a:cs typeface="Calibri"/>
              </a:rPr>
              <a:t>X</a:t>
            </a:r>
            <a:r>
              <a:rPr sz="1425" b="1" spc="-30" baseline="-17543" dirty="0">
                <a:latin typeface="Calibri"/>
                <a:cs typeface="Calibri"/>
              </a:rPr>
              <a:t>2</a:t>
            </a:r>
            <a:r>
              <a:rPr sz="1450" b="1" spc="-20" dirty="0">
                <a:latin typeface="Calibri"/>
                <a:cs typeface="Calibri"/>
              </a:rPr>
              <a:t>=0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56030" y="3114548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latin typeface="Calibri"/>
                <a:cs typeface="Calibri"/>
              </a:rPr>
              <a:t>X</a:t>
            </a:r>
            <a:r>
              <a:rPr sz="1425" b="1" spc="-30" baseline="-17543" dirty="0">
                <a:latin typeface="Calibri"/>
                <a:cs typeface="Calibri"/>
              </a:rPr>
              <a:t>3</a:t>
            </a:r>
            <a:r>
              <a:rPr sz="1450" b="1" spc="-20" dirty="0">
                <a:latin typeface="Calibri"/>
                <a:cs typeface="Calibri"/>
              </a:rPr>
              <a:t>=1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22191" y="4387596"/>
            <a:ext cx="699770" cy="1026160"/>
          </a:xfrm>
          <a:prstGeom prst="rect">
            <a:avLst/>
          </a:prstGeom>
          <a:ln w="9525">
            <a:solidFill>
              <a:srgbClr val="C0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latin typeface="Calibri"/>
                <a:cs typeface="Calibri"/>
              </a:rPr>
              <a:t>0.668</a:t>
            </a:r>
            <a:endParaRPr sz="1600">
              <a:latin typeface="Calibri"/>
              <a:cs typeface="Calibri"/>
            </a:endParaRPr>
          </a:p>
          <a:p>
            <a:pPr marL="83185">
              <a:lnSpc>
                <a:spcPct val="100000"/>
              </a:lnSpc>
              <a:spcBef>
                <a:spcPts val="30"/>
              </a:spcBef>
            </a:pPr>
            <a:r>
              <a:rPr sz="1600" spc="-10" dirty="0">
                <a:latin typeface="Calibri"/>
                <a:cs typeface="Calibri"/>
              </a:rPr>
              <a:t>0.912</a:t>
            </a:r>
            <a:endParaRPr sz="1600">
              <a:latin typeface="Calibri"/>
              <a:cs typeface="Calibri"/>
            </a:endParaRPr>
          </a:p>
          <a:p>
            <a:pPr marL="83185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latin typeface="Calibri"/>
                <a:cs typeface="Calibri"/>
              </a:rPr>
              <a:t>0.102</a:t>
            </a:r>
            <a:endParaRPr sz="1600">
              <a:latin typeface="Calibri"/>
              <a:cs typeface="Calibri"/>
            </a:endParaRPr>
          </a:p>
          <a:p>
            <a:pPr marL="83185">
              <a:lnSpc>
                <a:spcPct val="100000"/>
              </a:lnSpc>
              <a:spcBef>
                <a:spcPts val="25"/>
              </a:spcBef>
            </a:pPr>
            <a:r>
              <a:rPr sz="1600" spc="-10" dirty="0">
                <a:latin typeface="Calibri"/>
                <a:cs typeface="Calibri"/>
              </a:rPr>
              <a:t>0.471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4890" y="301828"/>
            <a:ext cx="25857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80" dirty="0">
                <a:latin typeface="Calibri Light"/>
                <a:cs typeface="Calibri Light"/>
              </a:rPr>
              <a:t>Forward</a:t>
            </a:r>
            <a:r>
              <a:rPr sz="3950" spc="-260" dirty="0">
                <a:latin typeface="Calibri Light"/>
                <a:cs typeface="Calibri Light"/>
              </a:rPr>
              <a:t> </a:t>
            </a:r>
            <a:r>
              <a:rPr sz="3950" spc="-20" dirty="0">
                <a:latin typeface="Calibri Light"/>
                <a:cs typeface="Calibri Light"/>
              </a:rPr>
              <a:t>Pass</a:t>
            </a:r>
            <a:endParaRPr sz="39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45920" y="1377950"/>
            <a:ext cx="4638675" cy="2468880"/>
            <a:chOff x="1645920" y="1377950"/>
            <a:chExt cx="4638675" cy="2468880"/>
          </a:xfrm>
        </p:grpSpPr>
        <p:sp>
          <p:nvSpPr>
            <p:cNvPr id="4" name="object 4"/>
            <p:cNvSpPr/>
            <p:nvPr/>
          </p:nvSpPr>
          <p:spPr>
            <a:xfrm>
              <a:off x="2088642" y="1742693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0"/>
                  </a:moveTo>
                  <a:lnTo>
                    <a:pt x="4318" y="166623"/>
                  </a:lnTo>
                  <a:lnTo>
                    <a:pt x="16890" y="127507"/>
                  </a:lnTo>
                  <a:lnTo>
                    <a:pt x="36702" y="92075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30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3" y="92075"/>
                  </a:lnTo>
                  <a:lnTo>
                    <a:pt x="412495" y="127507"/>
                  </a:lnTo>
                  <a:lnTo>
                    <a:pt x="424941" y="166623"/>
                  </a:lnTo>
                  <a:lnTo>
                    <a:pt x="429259" y="208660"/>
                  </a:lnTo>
                  <a:lnTo>
                    <a:pt x="424941" y="250697"/>
                  </a:lnTo>
                  <a:lnTo>
                    <a:pt x="412495" y="289940"/>
                  </a:lnTo>
                  <a:lnTo>
                    <a:pt x="392683" y="325373"/>
                  </a:lnTo>
                  <a:lnTo>
                    <a:pt x="366394" y="356234"/>
                  </a:lnTo>
                  <a:lnTo>
                    <a:pt x="334644" y="381634"/>
                  </a:lnTo>
                  <a:lnTo>
                    <a:pt x="298195" y="400938"/>
                  </a:lnTo>
                  <a:lnTo>
                    <a:pt x="257937" y="413130"/>
                  </a:lnTo>
                  <a:lnTo>
                    <a:pt x="214630" y="417321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4"/>
                  </a:lnTo>
                  <a:lnTo>
                    <a:pt x="62864" y="356234"/>
                  </a:lnTo>
                  <a:lnTo>
                    <a:pt x="36702" y="325373"/>
                  </a:lnTo>
                  <a:lnTo>
                    <a:pt x="16890" y="289940"/>
                  </a:lnTo>
                  <a:lnTo>
                    <a:pt x="4318" y="250697"/>
                  </a:lnTo>
                  <a:lnTo>
                    <a:pt x="0" y="208660"/>
                  </a:lnTo>
                  <a:close/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63518" y="1390650"/>
              <a:ext cx="431165" cy="417830"/>
            </a:xfrm>
            <a:custGeom>
              <a:avLst/>
              <a:gdLst/>
              <a:ahLst/>
              <a:cxnLst/>
              <a:rect l="l" t="t" r="r" b="b"/>
              <a:pathLst>
                <a:path w="431164" h="417830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8"/>
                  </a:lnTo>
                  <a:lnTo>
                    <a:pt x="36830" y="92075"/>
                  </a:lnTo>
                  <a:lnTo>
                    <a:pt x="63119" y="61087"/>
                  </a:lnTo>
                  <a:lnTo>
                    <a:pt x="94996" y="35687"/>
                  </a:lnTo>
                  <a:lnTo>
                    <a:pt x="131572" y="16383"/>
                  </a:lnTo>
                  <a:lnTo>
                    <a:pt x="172085" y="4190"/>
                  </a:lnTo>
                  <a:lnTo>
                    <a:pt x="215519" y="0"/>
                  </a:lnTo>
                  <a:lnTo>
                    <a:pt x="258953" y="4190"/>
                  </a:lnTo>
                  <a:lnTo>
                    <a:pt x="299466" y="16383"/>
                  </a:lnTo>
                  <a:lnTo>
                    <a:pt x="336042" y="35687"/>
                  </a:lnTo>
                  <a:lnTo>
                    <a:pt x="367919" y="61087"/>
                  </a:lnTo>
                  <a:lnTo>
                    <a:pt x="394208" y="92075"/>
                  </a:lnTo>
                  <a:lnTo>
                    <a:pt x="414147" y="127508"/>
                  </a:lnTo>
                  <a:lnTo>
                    <a:pt x="426720" y="166624"/>
                  </a:lnTo>
                  <a:lnTo>
                    <a:pt x="431038" y="208661"/>
                  </a:lnTo>
                  <a:lnTo>
                    <a:pt x="426720" y="250698"/>
                  </a:lnTo>
                  <a:lnTo>
                    <a:pt x="414147" y="289940"/>
                  </a:lnTo>
                  <a:lnTo>
                    <a:pt x="394208" y="325374"/>
                  </a:lnTo>
                  <a:lnTo>
                    <a:pt x="367919" y="356235"/>
                  </a:lnTo>
                  <a:lnTo>
                    <a:pt x="336042" y="381635"/>
                  </a:lnTo>
                  <a:lnTo>
                    <a:pt x="299466" y="400938"/>
                  </a:lnTo>
                  <a:lnTo>
                    <a:pt x="258953" y="413130"/>
                  </a:lnTo>
                  <a:lnTo>
                    <a:pt x="215519" y="417322"/>
                  </a:lnTo>
                  <a:lnTo>
                    <a:pt x="172085" y="413130"/>
                  </a:lnTo>
                  <a:lnTo>
                    <a:pt x="131572" y="400938"/>
                  </a:lnTo>
                  <a:lnTo>
                    <a:pt x="94996" y="381635"/>
                  </a:lnTo>
                  <a:lnTo>
                    <a:pt x="63119" y="356235"/>
                  </a:lnTo>
                  <a:lnTo>
                    <a:pt x="36830" y="325374"/>
                  </a:lnTo>
                  <a:lnTo>
                    <a:pt x="16891" y="289940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14600" y="1610995"/>
              <a:ext cx="1183640" cy="344170"/>
            </a:xfrm>
            <a:custGeom>
              <a:avLst/>
              <a:gdLst/>
              <a:ahLst/>
              <a:cxnLst/>
              <a:rect l="l" t="t" r="r" b="b"/>
              <a:pathLst>
                <a:path w="1183639" h="344169">
                  <a:moveTo>
                    <a:pt x="1180338" y="0"/>
                  </a:moveTo>
                  <a:lnTo>
                    <a:pt x="0" y="332993"/>
                  </a:lnTo>
                  <a:lnTo>
                    <a:pt x="3175" y="343915"/>
                  </a:lnTo>
                  <a:lnTo>
                    <a:pt x="1183513" y="10921"/>
                  </a:lnTo>
                  <a:lnTo>
                    <a:pt x="1180338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7191" y="1583436"/>
              <a:ext cx="75311" cy="660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75710" y="2113026"/>
              <a:ext cx="429259" cy="415925"/>
            </a:xfrm>
            <a:custGeom>
              <a:avLst/>
              <a:gdLst/>
              <a:ahLst/>
              <a:cxnLst/>
              <a:rect l="l" t="t" r="r" b="b"/>
              <a:pathLst>
                <a:path w="429260" h="415925">
                  <a:moveTo>
                    <a:pt x="0" y="207899"/>
                  </a:moveTo>
                  <a:lnTo>
                    <a:pt x="4317" y="165988"/>
                  </a:lnTo>
                  <a:lnTo>
                    <a:pt x="16890" y="127000"/>
                  </a:lnTo>
                  <a:lnTo>
                    <a:pt x="36702" y="91694"/>
                  </a:lnTo>
                  <a:lnTo>
                    <a:pt x="62864" y="60960"/>
                  </a:lnTo>
                  <a:lnTo>
                    <a:pt x="94614" y="35560"/>
                  </a:lnTo>
                  <a:lnTo>
                    <a:pt x="131063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5" y="16383"/>
                  </a:lnTo>
                  <a:lnTo>
                    <a:pt x="334644" y="35560"/>
                  </a:lnTo>
                  <a:lnTo>
                    <a:pt x="366394" y="60960"/>
                  </a:lnTo>
                  <a:lnTo>
                    <a:pt x="392684" y="91694"/>
                  </a:lnTo>
                  <a:lnTo>
                    <a:pt x="412495" y="127000"/>
                  </a:lnTo>
                  <a:lnTo>
                    <a:pt x="424941" y="165988"/>
                  </a:lnTo>
                  <a:lnTo>
                    <a:pt x="429260" y="207899"/>
                  </a:lnTo>
                  <a:lnTo>
                    <a:pt x="424941" y="249809"/>
                  </a:lnTo>
                  <a:lnTo>
                    <a:pt x="412495" y="288798"/>
                  </a:lnTo>
                  <a:lnTo>
                    <a:pt x="392684" y="324103"/>
                  </a:lnTo>
                  <a:lnTo>
                    <a:pt x="366394" y="354964"/>
                  </a:lnTo>
                  <a:lnTo>
                    <a:pt x="334644" y="380364"/>
                  </a:lnTo>
                  <a:lnTo>
                    <a:pt x="298195" y="399541"/>
                  </a:lnTo>
                  <a:lnTo>
                    <a:pt x="257937" y="411607"/>
                  </a:lnTo>
                  <a:lnTo>
                    <a:pt x="214629" y="415798"/>
                  </a:lnTo>
                  <a:lnTo>
                    <a:pt x="171450" y="411607"/>
                  </a:lnTo>
                  <a:lnTo>
                    <a:pt x="131063" y="399541"/>
                  </a:lnTo>
                  <a:lnTo>
                    <a:pt x="94614" y="380364"/>
                  </a:lnTo>
                  <a:lnTo>
                    <a:pt x="62864" y="354964"/>
                  </a:lnTo>
                  <a:lnTo>
                    <a:pt x="36702" y="324103"/>
                  </a:lnTo>
                  <a:lnTo>
                    <a:pt x="16890" y="288798"/>
                  </a:lnTo>
                  <a:lnTo>
                    <a:pt x="4317" y="249809"/>
                  </a:lnTo>
                  <a:lnTo>
                    <a:pt x="0" y="207899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9129" y="2268474"/>
              <a:ext cx="75565" cy="6578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14600" y="1944623"/>
              <a:ext cx="1196340" cy="362585"/>
            </a:xfrm>
            <a:custGeom>
              <a:avLst/>
              <a:gdLst/>
              <a:ahLst/>
              <a:cxnLst/>
              <a:rect l="l" t="t" r="r" b="b"/>
              <a:pathLst>
                <a:path w="1196339" h="362585">
                  <a:moveTo>
                    <a:pt x="3175" y="0"/>
                  </a:moveTo>
                  <a:lnTo>
                    <a:pt x="0" y="11049"/>
                  </a:lnTo>
                  <a:lnTo>
                    <a:pt x="1192657" y="362330"/>
                  </a:lnTo>
                  <a:lnTo>
                    <a:pt x="1195832" y="351281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88642" y="2428494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0"/>
                  </a:moveTo>
                  <a:lnTo>
                    <a:pt x="4318" y="166623"/>
                  </a:lnTo>
                  <a:lnTo>
                    <a:pt x="16890" y="127507"/>
                  </a:lnTo>
                  <a:lnTo>
                    <a:pt x="36702" y="92075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30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3" y="92075"/>
                  </a:lnTo>
                  <a:lnTo>
                    <a:pt x="412495" y="127507"/>
                  </a:lnTo>
                  <a:lnTo>
                    <a:pt x="424941" y="166623"/>
                  </a:lnTo>
                  <a:lnTo>
                    <a:pt x="429259" y="208660"/>
                  </a:lnTo>
                  <a:lnTo>
                    <a:pt x="424941" y="250697"/>
                  </a:lnTo>
                  <a:lnTo>
                    <a:pt x="412495" y="289940"/>
                  </a:lnTo>
                  <a:lnTo>
                    <a:pt x="392683" y="325373"/>
                  </a:lnTo>
                  <a:lnTo>
                    <a:pt x="366394" y="356234"/>
                  </a:lnTo>
                  <a:lnTo>
                    <a:pt x="334644" y="381634"/>
                  </a:lnTo>
                  <a:lnTo>
                    <a:pt x="298195" y="400938"/>
                  </a:lnTo>
                  <a:lnTo>
                    <a:pt x="257937" y="413130"/>
                  </a:lnTo>
                  <a:lnTo>
                    <a:pt x="214630" y="417321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4"/>
                  </a:lnTo>
                  <a:lnTo>
                    <a:pt x="62864" y="356234"/>
                  </a:lnTo>
                  <a:lnTo>
                    <a:pt x="36702" y="325373"/>
                  </a:lnTo>
                  <a:lnTo>
                    <a:pt x="16890" y="289940"/>
                  </a:lnTo>
                  <a:lnTo>
                    <a:pt x="4318" y="250697"/>
                  </a:lnTo>
                  <a:lnTo>
                    <a:pt x="0" y="208660"/>
                  </a:lnTo>
                  <a:close/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75710" y="2785110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7" y="167258"/>
                  </a:lnTo>
                  <a:lnTo>
                    <a:pt x="16890" y="128015"/>
                  </a:lnTo>
                  <a:lnTo>
                    <a:pt x="36702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10"/>
                  </a:lnTo>
                  <a:lnTo>
                    <a:pt x="171450" y="4317"/>
                  </a:lnTo>
                  <a:lnTo>
                    <a:pt x="214629" y="0"/>
                  </a:lnTo>
                  <a:lnTo>
                    <a:pt x="257937" y="4317"/>
                  </a:lnTo>
                  <a:lnTo>
                    <a:pt x="298195" y="16510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4" y="92328"/>
                  </a:lnTo>
                  <a:lnTo>
                    <a:pt x="412495" y="128015"/>
                  </a:lnTo>
                  <a:lnTo>
                    <a:pt x="424941" y="167258"/>
                  </a:lnTo>
                  <a:lnTo>
                    <a:pt x="429260" y="209550"/>
                  </a:lnTo>
                  <a:lnTo>
                    <a:pt x="424941" y="251840"/>
                  </a:lnTo>
                  <a:lnTo>
                    <a:pt x="412495" y="291083"/>
                  </a:lnTo>
                  <a:lnTo>
                    <a:pt x="392684" y="326770"/>
                  </a:lnTo>
                  <a:lnTo>
                    <a:pt x="366394" y="357758"/>
                  </a:lnTo>
                  <a:lnTo>
                    <a:pt x="334644" y="383285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29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5"/>
                  </a:lnTo>
                  <a:lnTo>
                    <a:pt x="62864" y="357758"/>
                  </a:lnTo>
                  <a:lnTo>
                    <a:pt x="36702" y="326770"/>
                  </a:lnTo>
                  <a:lnTo>
                    <a:pt x="16890" y="291083"/>
                  </a:lnTo>
                  <a:lnTo>
                    <a:pt x="4317" y="25184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9764" y="2924175"/>
              <a:ext cx="74675" cy="7023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513076" y="1946148"/>
              <a:ext cx="1212215" cy="1009015"/>
            </a:xfrm>
            <a:custGeom>
              <a:avLst/>
              <a:gdLst/>
              <a:ahLst/>
              <a:cxnLst/>
              <a:rect l="l" t="t" r="r" b="b"/>
              <a:pathLst>
                <a:path w="1212214" h="1009014">
                  <a:moveTo>
                    <a:pt x="7366" y="0"/>
                  </a:moveTo>
                  <a:lnTo>
                    <a:pt x="0" y="8636"/>
                  </a:lnTo>
                  <a:lnTo>
                    <a:pt x="1204976" y="1008888"/>
                  </a:lnTo>
                  <a:lnTo>
                    <a:pt x="1212214" y="1000125"/>
                  </a:lnTo>
                  <a:lnTo>
                    <a:pt x="7366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94738" y="3059429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8" y="167258"/>
                  </a:lnTo>
                  <a:lnTo>
                    <a:pt x="16891" y="128015"/>
                  </a:lnTo>
                  <a:lnTo>
                    <a:pt x="36703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09"/>
                  </a:lnTo>
                  <a:lnTo>
                    <a:pt x="171450" y="4318"/>
                  </a:lnTo>
                  <a:lnTo>
                    <a:pt x="214630" y="0"/>
                  </a:lnTo>
                  <a:lnTo>
                    <a:pt x="257937" y="4318"/>
                  </a:lnTo>
                  <a:lnTo>
                    <a:pt x="298195" y="16509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4" y="92328"/>
                  </a:lnTo>
                  <a:lnTo>
                    <a:pt x="412495" y="128015"/>
                  </a:lnTo>
                  <a:lnTo>
                    <a:pt x="424942" y="167258"/>
                  </a:lnTo>
                  <a:lnTo>
                    <a:pt x="429260" y="209550"/>
                  </a:lnTo>
                  <a:lnTo>
                    <a:pt x="424942" y="251840"/>
                  </a:lnTo>
                  <a:lnTo>
                    <a:pt x="412495" y="291083"/>
                  </a:lnTo>
                  <a:lnTo>
                    <a:pt x="392684" y="326770"/>
                  </a:lnTo>
                  <a:lnTo>
                    <a:pt x="366394" y="357758"/>
                  </a:lnTo>
                  <a:lnTo>
                    <a:pt x="334644" y="383286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30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6"/>
                  </a:lnTo>
                  <a:lnTo>
                    <a:pt x="62864" y="357758"/>
                  </a:lnTo>
                  <a:lnTo>
                    <a:pt x="36703" y="326770"/>
                  </a:lnTo>
                  <a:lnTo>
                    <a:pt x="16891" y="291083"/>
                  </a:lnTo>
                  <a:lnTo>
                    <a:pt x="4318" y="251840"/>
                  </a:lnTo>
                  <a:lnTo>
                    <a:pt x="0" y="209550"/>
                  </a:lnTo>
                  <a:close/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75710" y="3416045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29">
                  <a:moveTo>
                    <a:pt x="0" y="208787"/>
                  </a:moveTo>
                  <a:lnTo>
                    <a:pt x="4317" y="166750"/>
                  </a:lnTo>
                  <a:lnTo>
                    <a:pt x="16890" y="127507"/>
                  </a:lnTo>
                  <a:lnTo>
                    <a:pt x="36702" y="92074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4" y="92074"/>
                  </a:lnTo>
                  <a:lnTo>
                    <a:pt x="412495" y="127507"/>
                  </a:lnTo>
                  <a:lnTo>
                    <a:pt x="424941" y="166750"/>
                  </a:lnTo>
                  <a:lnTo>
                    <a:pt x="429260" y="208787"/>
                  </a:lnTo>
                  <a:lnTo>
                    <a:pt x="424941" y="250824"/>
                  </a:lnTo>
                  <a:lnTo>
                    <a:pt x="412495" y="290067"/>
                  </a:lnTo>
                  <a:lnTo>
                    <a:pt x="392684" y="325500"/>
                  </a:lnTo>
                  <a:lnTo>
                    <a:pt x="366394" y="356488"/>
                  </a:lnTo>
                  <a:lnTo>
                    <a:pt x="334644" y="381888"/>
                  </a:lnTo>
                  <a:lnTo>
                    <a:pt x="298195" y="401192"/>
                  </a:lnTo>
                  <a:lnTo>
                    <a:pt x="257937" y="413384"/>
                  </a:lnTo>
                  <a:lnTo>
                    <a:pt x="214629" y="417575"/>
                  </a:lnTo>
                  <a:lnTo>
                    <a:pt x="171450" y="413384"/>
                  </a:lnTo>
                  <a:lnTo>
                    <a:pt x="131063" y="401192"/>
                  </a:lnTo>
                  <a:lnTo>
                    <a:pt x="94614" y="381888"/>
                  </a:lnTo>
                  <a:lnTo>
                    <a:pt x="62864" y="356488"/>
                  </a:lnTo>
                  <a:lnTo>
                    <a:pt x="36702" y="325500"/>
                  </a:lnTo>
                  <a:lnTo>
                    <a:pt x="16890" y="290067"/>
                  </a:lnTo>
                  <a:lnTo>
                    <a:pt x="4317" y="250824"/>
                  </a:lnTo>
                  <a:lnTo>
                    <a:pt x="0" y="208787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13076" y="1598675"/>
              <a:ext cx="1325880" cy="2038985"/>
            </a:xfrm>
            <a:custGeom>
              <a:avLst/>
              <a:gdLst/>
              <a:ahLst/>
              <a:cxnLst/>
              <a:rect l="l" t="t" r="r" b="b"/>
              <a:pathLst>
                <a:path w="1325879" h="2038985">
                  <a:moveTo>
                    <a:pt x="8636" y="348488"/>
                  </a:moveTo>
                  <a:lnTo>
                    <a:pt x="0" y="356108"/>
                  </a:lnTo>
                  <a:lnTo>
                    <a:pt x="340994" y="749553"/>
                  </a:lnTo>
                  <a:lnTo>
                    <a:pt x="635" y="1032637"/>
                  </a:lnTo>
                  <a:lnTo>
                    <a:pt x="4318" y="1037209"/>
                  </a:lnTo>
                  <a:lnTo>
                    <a:pt x="4318" y="1037716"/>
                  </a:lnTo>
                  <a:lnTo>
                    <a:pt x="1269" y="1042543"/>
                  </a:lnTo>
                  <a:lnTo>
                    <a:pt x="332994" y="1253236"/>
                  </a:lnTo>
                  <a:lnTo>
                    <a:pt x="5334" y="1664970"/>
                  </a:lnTo>
                  <a:lnTo>
                    <a:pt x="8128" y="1667129"/>
                  </a:lnTo>
                  <a:lnTo>
                    <a:pt x="9779" y="1669796"/>
                  </a:lnTo>
                  <a:lnTo>
                    <a:pt x="8255" y="1675130"/>
                  </a:lnTo>
                  <a:lnTo>
                    <a:pt x="1194562" y="2011553"/>
                  </a:lnTo>
                  <a:lnTo>
                    <a:pt x="1186814" y="2038985"/>
                  </a:lnTo>
                  <a:lnTo>
                    <a:pt x="1262252" y="2024888"/>
                  </a:lnTo>
                  <a:lnTo>
                    <a:pt x="1235647" y="2000631"/>
                  </a:lnTo>
                  <a:lnTo>
                    <a:pt x="1197737" y="2000631"/>
                  </a:lnTo>
                  <a:lnTo>
                    <a:pt x="33274" y="1670431"/>
                  </a:lnTo>
                  <a:lnTo>
                    <a:pt x="91283" y="1657731"/>
                  </a:lnTo>
                  <a:lnTo>
                    <a:pt x="37846" y="1657731"/>
                  </a:lnTo>
                  <a:lnTo>
                    <a:pt x="56022" y="1645412"/>
                  </a:lnTo>
                  <a:lnTo>
                    <a:pt x="35432" y="1645412"/>
                  </a:lnTo>
                  <a:lnTo>
                    <a:pt x="342646" y="1259459"/>
                  </a:lnTo>
                  <a:lnTo>
                    <a:pt x="363957" y="1259459"/>
                  </a:lnTo>
                  <a:lnTo>
                    <a:pt x="349757" y="1250441"/>
                  </a:lnTo>
                  <a:lnTo>
                    <a:pt x="354612" y="1244346"/>
                  </a:lnTo>
                  <a:lnTo>
                    <a:pt x="340106" y="1244346"/>
                  </a:lnTo>
                  <a:lnTo>
                    <a:pt x="40512" y="1053973"/>
                  </a:lnTo>
                  <a:lnTo>
                    <a:pt x="82218" y="1053973"/>
                  </a:lnTo>
                  <a:lnTo>
                    <a:pt x="25018" y="1037716"/>
                  </a:lnTo>
                  <a:lnTo>
                    <a:pt x="74545" y="1025271"/>
                  </a:lnTo>
                  <a:lnTo>
                    <a:pt x="27431" y="1025271"/>
                  </a:lnTo>
                  <a:lnTo>
                    <a:pt x="348488" y="758189"/>
                  </a:lnTo>
                  <a:lnTo>
                    <a:pt x="363635" y="758189"/>
                  </a:lnTo>
                  <a:lnTo>
                    <a:pt x="357250" y="750824"/>
                  </a:lnTo>
                  <a:lnTo>
                    <a:pt x="367630" y="742188"/>
                  </a:lnTo>
                  <a:lnTo>
                    <a:pt x="349757" y="742188"/>
                  </a:lnTo>
                  <a:lnTo>
                    <a:pt x="8636" y="348488"/>
                  </a:lnTo>
                  <a:close/>
                </a:path>
                <a:path w="1325879" h="2038985">
                  <a:moveTo>
                    <a:pt x="1205484" y="1973072"/>
                  </a:moveTo>
                  <a:lnTo>
                    <a:pt x="1197737" y="2000631"/>
                  </a:lnTo>
                  <a:lnTo>
                    <a:pt x="1235647" y="2000631"/>
                  </a:lnTo>
                  <a:lnTo>
                    <a:pt x="1205484" y="1973072"/>
                  </a:lnTo>
                  <a:close/>
                </a:path>
                <a:path w="1325879" h="2038985">
                  <a:moveTo>
                    <a:pt x="765747" y="1514729"/>
                  </a:moveTo>
                  <a:lnTo>
                    <a:pt x="744474" y="1514729"/>
                  </a:lnTo>
                  <a:lnTo>
                    <a:pt x="1260602" y="1842643"/>
                  </a:lnTo>
                  <a:lnTo>
                    <a:pt x="1254633" y="1847723"/>
                  </a:lnTo>
                  <a:lnTo>
                    <a:pt x="1261237" y="1850517"/>
                  </a:lnTo>
                  <a:lnTo>
                    <a:pt x="1249299" y="1869186"/>
                  </a:lnTo>
                  <a:lnTo>
                    <a:pt x="1325499" y="1877187"/>
                  </a:lnTo>
                  <a:lnTo>
                    <a:pt x="1314719" y="1834769"/>
                  </a:lnTo>
                  <a:lnTo>
                    <a:pt x="1269619" y="1834769"/>
                  </a:lnTo>
                  <a:lnTo>
                    <a:pt x="765747" y="1514729"/>
                  </a:lnTo>
                  <a:close/>
                </a:path>
                <a:path w="1325879" h="2038985">
                  <a:moveTo>
                    <a:pt x="1275461" y="1810639"/>
                  </a:moveTo>
                  <a:lnTo>
                    <a:pt x="1275461" y="1828038"/>
                  </a:lnTo>
                  <a:lnTo>
                    <a:pt x="1272921" y="1831975"/>
                  </a:lnTo>
                  <a:lnTo>
                    <a:pt x="1269619" y="1834769"/>
                  </a:lnTo>
                  <a:lnTo>
                    <a:pt x="1314719" y="1834769"/>
                  </a:lnTo>
                  <a:lnTo>
                    <a:pt x="1310436" y="1818005"/>
                  </a:lnTo>
                  <a:lnTo>
                    <a:pt x="1281811" y="1818005"/>
                  </a:lnTo>
                  <a:lnTo>
                    <a:pt x="1275461" y="1810639"/>
                  </a:lnTo>
                  <a:close/>
                </a:path>
                <a:path w="1325879" h="2038985">
                  <a:moveTo>
                    <a:pt x="977654" y="1466977"/>
                  </a:moveTo>
                  <a:lnTo>
                    <a:pt x="962533" y="1466977"/>
                  </a:lnTo>
                  <a:lnTo>
                    <a:pt x="1275461" y="1828038"/>
                  </a:lnTo>
                  <a:lnTo>
                    <a:pt x="1275461" y="1810639"/>
                  </a:lnTo>
                  <a:lnTo>
                    <a:pt x="977654" y="1466977"/>
                  </a:lnTo>
                  <a:close/>
                </a:path>
                <a:path w="1325879" h="2038985">
                  <a:moveTo>
                    <a:pt x="1286002" y="1811401"/>
                  </a:moveTo>
                  <a:lnTo>
                    <a:pt x="1281811" y="1818005"/>
                  </a:lnTo>
                  <a:lnTo>
                    <a:pt x="1310436" y="1818005"/>
                  </a:lnTo>
                  <a:lnTo>
                    <a:pt x="1310307" y="1817497"/>
                  </a:lnTo>
                  <a:lnTo>
                    <a:pt x="1289685" y="1817497"/>
                  </a:lnTo>
                  <a:lnTo>
                    <a:pt x="1286002" y="1811401"/>
                  </a:lnTo>
                  <a:close/>
                </a:path>
                <a:path w="1325879" h="2038985">
                  <a:moveTo>
                    <a:pt x="1306576" y="1802892"/>
                  </a:moveTo>
                  <a:lnTo>
                    <a:pt x="1289685" y="1817497"/>
                  </a:lnTo>
                  <a:lnTo>
                    <a:pt x="1310307" y="1817497"/>
                  </a:lnTo>
                  <a:lnTo>
                    <a:pt x="1306576" y="1802892"/>
                  </a:lnTo>
                  <a:close/>
                </a:path>
                <a:path w="1325879" h="2038985">
                  <a:moveTo>
                    <a:pt x="730631" y="1492377"/>
                  </a:moveTo>
                  <a:lnTo>
                    <a:pt x="730631" y="1505966"/>
                  </a:lnTo>
                  <a:lnTo>
                    <a:pt x="37846" y="1657731"/>
                  </a:lnTo>
                  <a:lnTo>
                    <a:pt x="91283" y="1657731"/>
                  </a:lnTo>
                  <a:lnTo>
                    <a:pt x="744474" y="1514729"/>
                  </a:lnTo>
                  <a:lnTo>
                    <a:pt x="765747" y="1514729"/>
                  </a:lnTo>
                  <a:lnTo>
                    <a:pt x="760349" y="1511300"/>
                  </a:lnTo>
                  <a:lnTo>
                    <a:pt x="800322" y="1502537"/>
                  </a:lnTo>
                  <a:lnTo>
                    <a:pt x="746633" y="1502537"/>
                  </a:lnTo>
                  <a:lnTo>
                    <a:pt x="730631" y="1492377"/>
                  </a:lnTo>
                  <a:close/>
                </a:path>
                <a:path w="1325879" h="2038985">
                  <a:moveTo>
                    <a:pt x="478155" y="1331976"/>
                  </a:moveTo>
                  <a:lnTo>
                    <a:pt x="478155" y="1345565"/>
                  </a:lnTo>
                  <a:lnTo>
                    <a:pt x="35432" y="1645412"/>
                  </a:lnTo>
                  <a:lnTo>
                    <a:pt x="56022" y="1645412"/>
                  </a:lnTo>
                  <a:lnTo>
                    <a:pt x="488696" y="1352169"/>
                  </a:lnTo>
                  <a:lnTo>
                    <a:pt x="509975" y="1352169"/>
                  </a:lnTo>
                  <a:lnTo>
                    <a:pt x="498982" y="1345184"/>
                  </a:lnTo>
                  <a:lnTo>
                    <a:pt x="508740" y="1338580"/>
                  </a:lnTo>
                  <a:lnTo>
                    <a:pt x="488442" y="1338580"/>
                  </a:lnTo>
                  <a:lnTo>
                    <a:pt x="478155" y="1331976"/>
                  </a:lnTo>
                  <a:close/>
                </a:path>
                <a:path w="1325879" h="2038985">
                  <a:moveTo>
                    <a:pt x="509975" y="1352169"/>
                  </a:moveTo>
                  <a:lnTo>
                    <a:pt x="488696" y="1352169"/>
                  </a:lnTo>
                  <a:lnTo>
                    <a:pt x="730631" y="1505966"/>
                  </a:lnTo>
                  <a:lnTo>
                    <a:pt x="730631" y="1492377"/>
                  </a:lnTo>
                  <a:lnTo>
                    <a:pt x="509975" y="1352169"/>
                  </a:lnTo>
                  <a:close/>
                </a:path>
                <a:path w="1325879" h="2038985">
                  <a:moveTo>
                    <a:pt x="954024" y="1439672"/>
                  </a:moveTo>
                  <a:lnTo>
                    <a:pt x="954024" y="1457071"/>
                  </a:lnTo>
                  <a:lnTo>
                    <a:pt x="746633" y="1502537"/>
                  </a:lnTo>
                  <a:lnTo>
                    <a:pt x="800322" y="1502537"/>
                  </a:lnTo>
                  <a:lnTo>
                    <a:pt x="962533" y="1466977"/>
                  </a:lnTo>
                  <a:lnTo>
                    <a:pt x="977654" y="1466977"/>
                  </a:lnTo>
                  <a:lnTo>
                    <a:pt x="975233" y="1464183"/>
                  </a:lnTo>
                  <a:lnTo>
                    <a:pt x="1020525" y="1454277"/>
                  </a:lnTo>
                  <a:lnTo>
                    <a:pt x="966724" y="1454277"/>
                  </a:lnTo>
                  <a:lnTo>
                    <a:pt x="954024" y="1439672"/>
                  </a:lnTo>
                  <a:close/>
                </a:path>
                <a:path w="1325879" h="2038985">
                  <a:moveTo>
                    <a:pt x="708219" y="1231900"/>
                  </a:moveTo>
                  <a:lnTo>
                    <a:pt x="666369" y="1231900"/>
                  </a:lnTo>
                  <a:lnTo>
                    <a:pt x="789051" y="1266698"/>
                  </a:lnTo>
                  <a:lnTo>
                    <a:pt x="954024" y="1457071"/>
                  </a:lnTo>
                  <a:lnTo>
                    <a:pt x="954024" y="1439672"/>
                  </a:lnTo>
                  <a:lnTo>
                    <a:pt x="809116" y="1272413"/>
                  </a:lnTo>
                  <a:lnTo>
                    <a:pt x="850903" y="1272413"/>
                  </a:lnTo>
                  <a:lnTo>
                    <a:pt x="795527" y="1256664"/>
                  </a:lnTo>
                  <a:lnTo>
                    <a:pt x="790562" y="1250950"/>
                  </a:lnTo>
                  <a:lnTo>
                    <a:pt x="775335" y="1250950"/>
                  </a:lnTo>
                  <a:lnTo>
                    <a:pt x="708219" y="1231900"/>
                  </a:lnTo>
                  <a:close/>
                </a:path>
                <a:path w="1325879" h="2038985">
                  <a:moveTo>
                    <a:pt x="1191640" y="1369314"/>
                  </a:moveTo>
                  <a:lnTo>
                    <a:pt x="1191640" y="1394333"/>
                  </a:lnTo>
                  <a:lnTo>
                    <a:pt x="1188465" y="1405763"/>
                  </a:lnTo>
                  <a:lnTo>
                    <a:pt x="966724" y="1454277"/>
                  </a:lnTo>
                  <a:lnTo>
                    <a:pt x="1020525" y="1454277"/>
                  </a:lnTo>
                  <a:lnTo>
                    <a:pt x="1196466" y="1415796"/>
                  </a:lnTo>
                  <a:lnTo>
                    <a:pt x="1237010" y="1415796"/>
                  </a:lnTo>
                  <a:lnTo>
                    <a:pt x="1262252" y="1395476"/>
                  </a:lnTo>
                  <a:lnTo>
                    <a:pt x="1262910" y="1395476"/>
                  </a:lnTo>
                  <a:lnTo>
                    <a:pt x="1236374" y="1371219"/>
                  </a:lnTo>
                  <a:lnTo>
                    <a:pt x="1198245" y="1371219"/>
                  </a:lnTo>
                  <a:lnTo>
                    <a:pt x="1191640" y="1369314"/>
                  </a:lnTo>
                  <a:close/>
                </a:path>
                <a:path w="1325879" h="2038985">
                  <a:moveTo>
                    <a:pt x="1237010" y="1415796"/>
                  </a:moveTo>
                  <a:lnTo>
                    <a:pt x="1196466" y="1415796"/>
                  </a:lnTo>
                  <a:lnTo>
                    <a:pt x="1202563" y="1443609"/>
                  </a:lnTo>
                  <a:lnTo>
                    <a:pt x="1237010" y="1415796"/>
                  </a:lnTo>
                  <a:close/>
                </a:path>
                <a:path w="1325879" h="2038985">
                  <a:moveTo>
                    <a:pt x="850903" y="1272413"/>
                  </a:moveTo>
                  <a:lnTo>
                    <a:pt x="809116" y="1272413"/>
                  </a:lnTo>
                  <a:lnTo>
                    <a:pt x="1188593" y="1380236"/>
                  </a:lnTo>
                  <a:lnTo>
                    <a:pt x="1191640" y="1394333"/>
                  </a:lnTo>
                  <a:lnTo>
                    <a:pt x="1191640" y="1369314"/>
                  </a:lnTo>
                  <a:lnTo>
                    <a:pt x="850903" y="1272413"/>
                  </a:lnTo>
                  <a:close/>
                </a:path>
                <a:path w="1325879" h="2038985">
                  <a:moveTo>
                    <a:pt x="1206119" y="1343660"/>
                  </a:moveTo>
                  <a:lnTo>
                    <a:pt x="1198245" y="1371219"/>
                  </a:lnTo>
                  <a:lnTo>
                    <a:pt x="1236374" y="1371219"/>
                  </a:lnTo>
                  <a:lnTo>
                    <a:pt x="1206119" y="1343660"/>
                  </a:lnTo>
                  <a:close/>
                </a:path>
                <a:path w="1325879" h="2038985">
                  <a:moveTo>
                    <a:pt x="363957" y="1259459"/>
                  </a:moveTo>
                  <a:lnTo>
                    <a:pt x="342646" y="1259459"/>
                  </a:lnTo>
                  <a:lnTo>
                    <a:pt x="478155" y="1345565"/>
                  </a:lnTo>
                  <a:lnTo>
                    <a:pt x="478155" y="1331976"/>
                  </a:lnTo>
                  <a:lnTo>
                    <a:pt x="363957" y="1259459"/>
                  </a:lnTo>
                  <a:close/>
                </a:path>
                <a:path w="1325879" h="2038985">
                  <a:moveTo>
                    <a:pt x="652018" y="1215898"/>
                  </a:moveTo>
                  <a:lnTo>
                    <a:pt x="652018" y="1227709"/>
                  </a:lnTo>
                  <a:lnTo>
                    <a:pt x="488442" y="1338580"/>
                  </a:lnTo>
                  <a:lnTo>
                    <a:pt x="508740" y="1338580"/>
                  </a:lnTo>
                  <a:lnTo>
                    <a:pt x="666369" y="1231900"/>
                  </a:lnTo>
                  <a:lnTo>
                    <a:pt x="708219" y="1231900"/>
                  </a:lnTo>
                  <a:lnTo>
                    <a:pt x="678688" y="1223518"/>
                  </a:lnTo>
                  <a:lnTo>
                    <a:pt x="684676" y="1219453"/>
                  </a:lnTo>
                  <a:lnTo>
                    <a:pt x="664337" y="1219453"/>
                  </a:lnTo>
                  <a:lnTo>
                    <a:pt x="652018" y="1215898"/>
                  </a:lnTo>
                  <a:close/>
                </a:path>
                <a:path w="1325879" h="2038985">
                  <a:moveTo>
                    <a:pt x="739798" y="1192402"/>
                  </a:moveTo>
                  <a:lnTo>
                    <a:pt x="724535" y="1192402"/>
                  </a:lnTo>
                  <a:lnTo>
                    <a:pt x="775335" y="1250950"/>
                  </a:lnTo>
                  <a:lnTo>
                    <a:pt x="775335" y="1233424"/>
                  </a:lnTo>
                  <a:lnTo>
                    <a:pt x="739798" y="1192402"/>
                  </a:lnTo>
                  <a:close/>
                </a:path>
                <a:path w="1325879" h="2038985">
                  <a:moveTo>
                    <a:pt x="775335" y="1233424"/>
                  </a:moveTo>
                  <a:lnTo>
                    <a:pt x="775335" y="1250950"/>
                  </a:lnTo>
                  <a:lnTo>
                    <a:pt x="790562" y="1250950"/>
                  </a:lnTo>
                  <a:lnTo>
                    <a:pt x="775335" y="1233424"/>
                  </a:lnTo>
                  <a:close/>
                </a:path>
                <a:path w="1325879" h="2038985">
                  <a:moveTo>
                    <a:pt x="408431" y="1146683"/>
                  </a:moveTo>
                  <a:lnTo>
                    <a:pt x="408431" y="1158494"/>
                  </a:lnTo>
                  <a:lnTo>
                    <a:pt x="340106" y="1244346"/>
                  </a:lnTo>
                  <a:lnTo>
                    <a:pt x="354612" y="1244346"/>
                  </a:lnTo>
                  <a:lnTo>
                    <a:pt x="420243" y="1161923"/>
                  </a:lnTo>
                  <a:lnTo>
                    <a:pt x="462352" y="1161923"/>
                  </a:lnTo>
                  <a:lnTo>
                    <a:pt x="427990" y="1152144"/>
                  </a:lnTo>
                  <a:lnTo>
                    <a:pt x="430618" y="1148841"/>
                  </a:lnTo>
                  <a:lnTo>
                    <a:pt x="416051" y="1148841"/>
                  </a:lnTo>
                  <a:lnTo>
                    <a:pt x="408431" y="1146683"/>
                  </a:lnTo>
                  <a:close/>
                </a:path>
                <a:path w="1325879" h="2038985">
                  <a:moveTo>
                    <a:pt x="462352" y="1161923"/>
                  </a:moveTo>
                  <a:lnTo>
                    <a:pt x="420243" y="1161923"/>
                  </a:lnTo>
                  <a:lnTo>
                    <a:pt x="652018" y="1227709"/>
                  </a:lnTo>
                  <a:lnTo>
                    <a:pt x="652018" y="1215898"/>
                  </a:lnTo>
                  <a:lnTo>
                    <a:pt x="462352" y="1161923"/>
                  </a:lnTo>
                  <a:close/>
                </a:path>
                <a:path w="1325879" h="2038985">
                  <a:moveTo>
                    <a:pt x="717042" y="1166114"/>
                  </a:moveTo>
                  <a:lnTo>
                    <a:pt x="717042" y="1183639"/>
                  </a:lnTo>
                  <a:lnTo>
                    <a:pt x="664337" y="1219453"/>
                  </a:lnTo>
                  <a:lnTo>
                    <a:pt x="684676" y="1219453"/>
                  </a:lnTo>
                  <a:lnTo>
                    <a:pt x="724535" y="1192402"/>
                  </a:lnTo>
                  <a:lnTo>
                    <a:pt x="739798" y="1192402"/>
                  </a:lnTo>
                  <a:lnTo>
                    <a:pt x="734187" y="1185926"/>
                  </a:lnTo>
                  <a:lnTo>
                    <a:pt x="747118" y="1177163"/>
                  </a:lnTo>
                  <a:lnTo>
                    <a:pt x="726567" y="1177163"/>
                  </a:lnTo>
                  <a:lnTo>
                    <a:pt x="717042" y="1166114"/>
                  </a:lnTo>
                  <a:close/>
                </a:path>
                <a:path w="1325879" h="2038985">
                  <a:moveTo>
                    <a:pt x="568500" y="994663"/>
                  </a:moveTo>
                  <a:lnTo>
                    <a:pt x="553338" y="994663"/>
                  </a:lnTo>
                  <a:lnTo>
                    <a:pt x="717042" y="1183639"/>
                  </a:lnTo>
                  <a:lnTo>
                    <a:pt x="717042" y="1166114"/>
                  </a:lnTo>
                  <a:lnTo>
                    <a:pt x="568500" y="994663"/>
                  </a:lnTo>
                  <a:close/>
                </a:path>
                <a:path w="1325879" h="2038985">
                  <a:moveTo>
                    <a:pt x="1250188" y="829310"/>
                  </a:moveTo>
                  <a:lnTo>
                    <a:pt x="1174241" y="839343"/>
                  </a:lnTo>
                  <a:lnTo>
                    <a:pt x="1190244" y="863091"/>
                  </a:lnTo>
                  <a:lnTo>
                    <a:pt x="726567" y="1177163"/>
                  </a:lnTo>
                  <a:lnTo>
                    <a:pt x="747118" y="1177163"/>
                  </a:lnTo>
                  <a:lnTo>
                    <a:pt x="1196721" y="872489"/>
                  </a:lnTo>
                  <a:lnTo>
                    <a:pt x="1226043" y="872489"/>
                  </a:lnTo>
                  <a:lnTo>
                    <a:pt x="1250188" y="829310"/>
                  </a:lnTo>
                  <a:close/>
                </a:path>
                <a:path w="1325879" h="2038985">
                  <a:moveTo>
                    <a:pt x="82218" y="1053973"/>
                  </a:moveTo>
                  <a:lnTo>
                    <a:pt x="40512" y="1053973"/>
                  </a:lnTo>
                  <a:lnTo>
                    <a:pt x="408431" y="1158494"/>
                  </a:lnTo>
                  <a:lnTo>
                    <a:pt x="408431" y="1146683"/>
                  </a:lnTo>
                  <a:lnTo>
                    <a:pt x="82218" y="1053973"/>
                  </a:lnTo>
                  <a:close/>
                </a:path>
                <a:path w="1325879" h="2038985">
                  <a:moveTo>
                    <a:pt x="545719" y="968375"/>
                  </a:moveTo>
                  <a:lnTo>
                    <a:pt x="545719" y="985901"/>
                  </a:lnTo>
                  <a:lnTo>
                    <a:pt x="416051" y="1148841"/>
                  </a:lnTo>
                  <a:lnTo>
                    <a:pt x="430618" y="1148841"/>
                  </a:lnTo>
                  <a:lnTo>
                    <a:pt x="553338" y="994663"/>
                  </a:lnTo>
                  <a:lnTo>
                    <a:pt x="568500" y="994663"/>
                  </a:lnTo>
                  <a:lnTo>
                    <a:pt x="560578" y="985520"/>
                  </a:lnTo>
                  <a:lnTo>
                    <a:pt x="567545" y="976757"/>
                  </a:lnTo>
                  <a:lnTo>
                    <a:pt x="552957" y="976757"/>
                  </a:lnTo>
                  <a:lnTo>
                    <a:pt x="545719" y="968375"/>
                  </a:lnTo>
                  <a:close/>
                </a:path>
                <a:path w="1325879" h="2038985">
                  <a:moveTo>
                    <a:pt x="481203" y="893826"/>
                  </a:moveTo>
                  <a:lnTo>
                    <a:pt x="481203" y="911351"/>
                  </a:lnTo>
                  <a:lnTo>
                    <a:pt x="27431" y="1025271"/>
                  </a:lnTo>
                  <a:lnTo>
                    <a:pt x="74545" y="1025271"/>
                  </a:lnTo>
                  <a:lnTo>
                    <a:pt x="489457" y="921003"/>
                  </a:lnTo>
                  <a:lnTo>
                    <a:pt x="504672" y="921003"/>
                  </a:lnTo>
                  <a:lnTo>
                    <a:pt x="502031" y="917956"/>
                  </a:lnTo>
                  <a:lnTo>
                    <a:pt x="540399" y="908303"/>
                  </a:lnTo>
                  <a:lnTo>
                    <a:pt x="493649" y="908303"/>
                  </a:lnTo>
                  <a:lnTo>
                    <a:pt x="481203" y="893826"/>
                  </a:lnTo>
                  <a:close/>
                </a:path>
                <a:path w="1325879" h="2038985">
                  <a:moveTo>
                    <a:pt x="504672" y="921003"/>
                  </a:moveTo>
                  <a:lnTo>
                    <a:pt x="489457" y="921003"/>
                  </a:lnTo>
                  <a:lnTo>
                    <a:pt x="545719" y="985901"/>
                  </a:lnTo>
                  <a:lnTo>
                    <a:pt x="545719" y="968375"/>
                  </a:lnTo>
                  <a:lnTo>
                    <a:pt x="504672" y="921003"/>
                  </a:lnTo>
                  <a:close/>
                </a:path>
                <a:path w="1325879" h="2038985">
                  <a:moveTo>
                    <a:pt x="1250188" y="109727"/>
                  </a:moveTo>
                  <a:lnTo>
                    <a:pt x="1180719" y="141986"/>
                  </a:lnTo>
                  <a:lnTo>
                    <a:pt x="1203071" y="159765"/>
                  </a:lnTo>
                  <a:lnTo>
                    <a:pt x="635888" y="872489"/>
                  </a:lnTo>
                  <a:lnTo>
                    <a:pt x="624205" y="875411"/>
                  </a:lnTo>
                  <a:lnTo>
                    <a:pt x="624205" y="887222"/>
                  </a:lnTo>
                  <a:lnTo>
                    <a:pt x="552957" y="976757"/>
                  </a:lnTo>
                  <a:lnTo>
                    <a:pt x="567545" y="976757"/>
                  </a:lnTo>
                  <a:lnTo>
                    <a:pt x="642366" y="882650"/>
                  </a:lnTo>
                  <a:lnTo>
                    <a:pt x="701012" y="867918"/>
                  </a:lnTo>
                  <a:lnTo>
                    <a:pt x="654176" y="867918"/>
                  </a:lnTo>
                  <a:lnTo>
                    <a:pt x="1211961" y="166877"/>
                  </a:lnTo>
                  <a:lnTo>
                    <a:pt x="1238108" y="166877"/>
                  </a:lnTo>
                  <a:lnTo>
                    <a:pt x="1241552" y="150749"/>
                  </a:lnTo>
                  <a:lnTo>
                    <a:pt x="1250188" y="109727"/>
                  </a:lnTo>
                  <a:close/>
                </a:path>
                <a:path w="1325879" h="2038985">
                  <a:moveTo>
                    <a:pt x="363635" y="758189"/>
                  </a:moveTo>
                  <a:lnTo>
                    <a:pt x="348488" y="758189"/>
                  </a:lnTo>
                  <a:lnTo>
                    <a:pt x="481203" y="911351"/>
                  </a:lnTo>
                  <a:lnTo>
                    <a:pt x="481203" y="893826"/>
                  </a:lnTo>
                  <a:lnTo>
                    <a:pt x="363635" y="758189"/>
                  </a:lnTo>
                  <a:close/>
                </a:path>
                <a:path w="1325879" h="2038985">
                  <a:moveTo>
                    <a:pt x="624205" y="875411"/>
                  </a:moveTo>
                  <a:lnTo>
                    <a:pt x="493649" y="908303"/>
                  </a:lnTo>
                  <a:lnTo>
                    <a:pt x="540399" y="908303"/>
                  </a:lnTo>
                  <a:lnTo>
                    <a:pt x="624205" y="887222"/>
                  </a:lnTo>
                  <a:lnTo>
                    <a:pt x="624205" y="875411"/>
                  </a:lnTo>
                  <a:close/>
                </a:path>
                <a:path w="1325879" h="2038985">
                  <a:moveTo>
                    <a:pt x="1226043" y="872489"/>
                  </a:moveTo>
                  <a:lnTo>
                    <a:pt x="1196721" y="872489"/>
                  </a:lnTo>
                  <a:lnTo>
                    <a:pt x="1212723" y="896238"/>
                  </a:lnTo>
                  <a:lnTo>
                    <a:pt x="1226043" y="872489"/>
                  </a:lnTo>
                  <a:close/>
                </a:path>
                <a:path w="1325879" h="2038985">
                  <a:moveTo>
                    <a:pt x="1187831" y="704469"/>
                  </a:moveTo>
                  <a:lnTo>
                    <a:pt x="1194815" y="732154"/>
                  </a:lnTo>
                  <a:lnTo>
                    <a:pt x="654176" y="867918"/>
                  </a:lnTo>
                  <a:lnTo>
                    <a:pt x="701012" y="867918"/>
                  </a:lnTo>
                  <a:lnTo>
                    <a:pt x="1197483" y="743203"/>
                  </a:lnTo>
                  <a:lnTo>
                    <a:pt x="1236859" y="743203"/>
                  </a:lnTo>
                  <a:lnTo>
                    <a:pt x="1262634" y="721106"/>
                  </a:lnTo>
                  <a:lnTo>
                    <a:pt x="1187831" y="704469"/>
                  </a:lnTo>
                  <a:close/>
                </a:path>
                <a:path w="1325879" h="2038985">
                  <a:moveTo>
                    <a:pt x="1236859" y="743203"/>
                  </a:moveTo>
                  <a:lnTo>
                    <a:pt x="1197483" y="743203"/>
                  </a:lnTo>
                  <a:lnTo>
                    <a:pt x="1204468" y="771016"/>
                  </a:lnTo>
                  <a:lnTo>
                    <a:pt x="1236859" y="743203"/>
                  </a:lnTo>
                  <a:close/>
                </a:path>
                <a:path w="1325879" h="2038985">
                  <a:moveTo>
                    <a:pt x="1250696" y="0"/>
                  </a:moveTo>
                  <a:lnTo>
                    <a:pt x="1176020" y="17525"/>
                  </a:lnTo>
                  <a:lnTo>
                    <a:pt x="1194308" y="39370"/>
                  </a:lnTo>
                  <a:lnTo>
                    <a:pt x="349757" y="742188"/>
                  </a:lnTo>
                  <a:lnTo>
                    <a:pt x="367630" y="742188"/>
                  </a:lnTo>
                  <a:lnTo>
                    <a:pt x="1201674" y="48260"/>
                  </a:lnTo>
                  <a:lnTo>
                    <a:pt x="1229538" y="48260"/>
                  </a:lnTo>
                  <a:lnTo>
                    <a:pt x="1250696" y="0"/>
                  </a:lnTo>
                  <a:close/>
                </a:path>
                <a:path w="1325879" h="2038985">
                  <a:moveTo>
                    <a:pt x="1238108" y="166877"/>
                  </a:moveTo>
                  <a:lnTo>
                    <a:pt x="1211961" y="166877"/>
                  </a:lnTo>
                  <a:lnTo>
                    <a:pt x="1234313" y="184658"/>
                  </a:lnTo>
                  <a:lnTo>
                    <a:pt x="1238108" y="166877"/>
                  </a:lnTo>
                  <a:close/>
                </a:path>
                <a:path w="1325879" h="2038985">
                  <a:moveTo>
                    <a:pt x="1229538" y="48260"/>
                  </a:moveTo>
                  <a:lnTo>
                    <a:pt x="1201674" y="48260"/>
                  </a:lnTo>
                  <a:lnTo>
                    <a:pt x="1219962" y="70103"/>
                  </a:lnTo>
                  <a:lnTo>
                    <a:pt x="1229538" y="4826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87161" y="2154173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1"/>
                  </a:moveTo>
                  <a:lnTo>
                    <a:pt x="4317" y="166624"/>
                  </a:lnTo>
                  <a:lnTo>
                    <a:pt x="16890" y="127508"/>
                  </a:lnTo>
                  <a:lnTo>
                    <a:pt x="36702" y="92075"/>
                  </a:lnTo>
                  <a:lnTo>
                    <a:pt x="62864" y="61087"/>
                  </a:lnTo>
                  <a:lnTo>
                    <a:pt x="94614" y="35687"/>
                  </a:lnTo>
                  <a:lnTo>
                    <a:pt x="131063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6" y="16383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4" y="92075"/>
                  </a:lnTo>
                  <a:lnTo>
                    <a:pt x="412496" y="127508"/>
                  </a:lnTo>
                  <a:lnTo>
                    <a:pt x="424941" y="166624"/>
                  </a:lnTo>
                  <a:lnTo>
                    <a:pt x="429260" y="208661"/>
                  </a:lnTo>
                  <a:lnTo>
                    <a:pt x="424941" y="250698"/>
                  </a:lnTo>
                  <a:lnTo>
                    <a:pt x="412496" y="289940"/>
                  </a:lnTo>
                  <a:lnTo>
                    <a:pt x="392684" y="325374"/>
                  </a:lnTo>
                  <a:lnTo>
                    <a:pt x="366395" y="356235"/>
                  </a:lnTo>
                  <a:lnTo>
                    <a:pt x="334645" y="381635"/>
                  </a:lnTo>
                  <a:lnTo>
                    <a:pt x="298196" y="400938"/>
                  </a:lnTo>
                  <a:lnTo>
                    <a:pt x="257937" y="413130"/>
                  </a:lnTo>
                  <a:lnTo>
                    <a:pt x="214629" y="417322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5"/>
                  </a:lnTo>
                  <a:lnTo>
                    <a:pt x="62864" y="356235"/>
                  </a:lnTo>
                  <a:lnTo>
                    <a:pt x="36702" y="325374"/>
                  </a:lnTo>
                  <a:lnTo>
                    <a:pt x="16890" y="289940"/>
                  </a:lnTo>
                  <a:lnTo>
                    <a:pt x="4317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0961" y="2273046"/>
              <a:ext cx="76580" cy="6426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189476" y="1569720"/>
              <a:ext cx="1242060" cy="737870"/>
            </a:xfrm>
            <a:custGeom>
              <a:avLst/>
              <a:gdLst/>
              <a:ahLst/>
              <a:cxnLst/>
              <a:rect l="l" t="t" r="r" b="b"/>
              <a:pathLst>
                <a:path w="1242060" h="737869">
                  <a:moveTo>
                    <a:pt x="5714" y="0"/>
                  </a:moveTo>
                  <a:lnTo>
                    <a:pt x="0" y="9778"/>
                  </a:lnTo>
                  <a:lnTo>
                    <a:pt x="1236090" y="737742"/>
                  </a:lnTo>
                  <a:lnTo>
                    <a:pt x="1241806" y="727963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93258" y="2785110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7" y="167258"/>
                  </a:lnTo>
                  <a:lnTo>
                    <a:pt x="16890" y="128015"/>
                  </a:lnTo>
                  <a:lnTo>
                    <a:pt x="36702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10"/>
                  </a:lnTo>
                  <a:lnTo>
                    <a:pt x="171450" y="4317"/>
                  </a:lnTo>
                  <a:lnTo>
                    <a:pt x="214629" y="0"/>
                  </a:lnTo>
                  <a:lnTo>
                    <a:pt x="257937" y="4317"/>
                  </a:lnTo>
                  <a:lnTo>
                    <a:pt x="298195" y="16510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3" y="92328"/>
                  </a:lnTo>
                  <a:lnTo>
                    <a:pt x="412495" y="128015"/>
                  </a:lnTo>
                  <a:lnTo>
                    <a:pt x="424941" y="167258"/>
                  </a:lnTo>
                  <a:lnTo>
                    <a:pt x="429259" y="209550"/>
                  </a:lnTo>
                  <a:lnTo>
                    <a:pt x="424941" y="251840"/>
                  </a:lnTo>
                  <a:lnTo>
                    <a:pt x="412495" y="291083"/>
                  </a:lnTo>
                  <a:lnTo>
                    <a:pt x="392683" y="326770"/>
                  </a:lnTo>
                  <a:lnTo>
                    <a:pt x="366394" y="357758"/>
                  </a:lnTo>
                  <a:lnTo>
                    <a:pt x="334644" y="383285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29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5"/>
                  </a:lnTo>
                  <a:lnTo>
                    <a:pt x="62864" y="357758"/>
                  </a:lnTo>
                  <a:lnTo>
                    <a:pt x="36702" y="326770"/>
                  </a:lnTo>
                  <a:lnTo>
                    <a:pt x="16890" y="291083"/>
                  </a:lnTo>
                  <a:lnTo>
                    <a:pt x="4317" y="25184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89476" y="1571244"/>
              <a:ext cx="1304290" cy="2032635"/>
            </a:xfrm>
            <a:custGeom>
              <a:avLst/>
              <a:gdLst/>
              <a:ahLst/>
              <a:cxnLst/>
              <a:rect l="l" t="t" r="r" b="b"/>
              <a:pathLst>
                <a:path w="1304289" h="2032635">
                  <a:moveTo>
                    <a:pt x="719074" y="1403857"/>
                  </a:moveTo>
                  <a:lnTo>
                    <a:pt x="702056" y="1403857"/>
                  </a:lnTo>
                  <a:lnTo>
                    <a:pt x="13588" y="2021966"/>
                  </a:lnTo>
                  <a:lnTo>
                    <a:pt x="12700" y="2022347"/>
                  </a:lnTo>
                  <a:lnTo>
                    <a:pt x="12826" y="2022601"/>
                  </a:lnTo>
                  <a:lnTo>
                    <a:pt x="11429" y="2023871"/>
                  </a:lnTo>
                  <a:lnTo>
                    <a:pt x="15875" y="2028824"/>
                  </a:lnTo>
                  <a:lnTo>
                    <a:pt x="17415" y="2032126"/>
                  </a:lnTo>
                  <a:lnTo>
                    <a:pt x="17534" y="2032380"/>
                  </a:lnTo>
                  <a:lnTo>
                    <a:pt x="17652" y="2032634"/>
                  </a:lnTo>
                  <a:lnTo>
                    <a:pt x="18796" y="2032126"/>
                  </a:lnTo>
                  <a:lnTo>
                    <a:pt x="19227" y="2032126"/>
                  </a:lnTo>
                  <a:lnTo>
                    <a:pt x="19685" y="2031745"/>
                  </a:lnTo>
                  <a:lnTo>
                    <a:pt x="76845" y="2003805"/>
                  </a:lnTo>
                  <a:lnTo>
                    <a:pt x="50800" y="2003805"/>
                  </a:lnTo>
                  <a:lnTo>
                    <a:pt x="719074" y="1403857"/>
                  </a:lnTo>
                  <a:close/>
                </a:path>
                <a:path w="1304289" h="2032635">
                  <a:moveTo>
                    <a:pt x="19227" y="2032126"/>
                  </a:moveTo>
                  <a:lnTo>
                    <a:pt x="18796" y="2032126"/>
                  </a:lnTo>
                  <a:lnTo>
                    <a:pt x="18923" y="2032380"/>
                  </a:lnTo>
                  <a:lnTo>
                    <a:pt x="19227" y="2032126"/>
                  </a:lnTo>
                  <a:close/>
                </a:path>
                <a:path w="1304289" h="2032635">
                  <a:moveTo>
                    <a:pt x="1234566" y="1356359"/>
                  </a:moveTo>
                  <a:lnTo>
                    <a:pt x="1234566" y="1369694"/>
                  </a:lnTo>
                  <a:lnTo>
                    <a:pt x="1232153" y="1371853"/>
                  </a:lnTo>
                  <a:lnTo>
                    <a:pt x="1234566" y="1372742"/>
                  </a:lnTo>
                  <a:lnTo>
                    <a:pt x="1234566" y="1425320"/>
                  </a:lnTo>
                  <a:lnTo>
                    <a:pt x="50800" y="2003805"/>
                  </a:lnTo>
                  <a:lnTo>
                    <a:pt x="76845" y="2003805"/>
                  </a:lnTo>
                  <a:lnTo>
                    <a:pt x="1243964" y="1433321"/>
                  </a:lnTo>
                  <a:lnTo>
                    <a:pt x="1276252" y="1433321"/>
                  </a:lnTo>
                  <a:lnTo>
                    <a:pt x="1302668" y="1398777"/>
                  </a:lnTo>
                  <a:lnTo>
                    <a:pt x="1302765" y="1398650"/>
                  </a:lnTo>
                  <a:lnTo>
                    <a:pt x="1303147" y="1398650"/>
                  </a:lnTo>
                  <a:lnTo>
                    <a:pt x="1303020" y="1398396"/>
                  </a:lnTo>
                  <a:lnTo>
                    <a:pt x="1303923" y="1398396"/>
                  </a:lnTo>
                  <a:lnTo>
                    <a:pt x="1292934" y="1361058"/>
                  </a:lnTo>
                  <a:lnTo>
                    <a:pt x="1243711" y="1361058"/>
                  </a:lnTo>
                  <a:lnTo>
                    <a:pt x="1234566" y="1356359"/>
                  </a:lnTo>
                  <a:close/>
                </a:path>
                <a:path w="1304289" h="2032635">
                  <a:moveTo>
                    <a:pt x="1276252" y="1433321"/>
                  </a:moveTo>
                  <a:lnTo>
                    <a:pt x="1243964" y="1433321"/>
                  </a:lnTo>
                  <a:lnTo>
                    <a:pt x="1256538" y="1459102"/>
                  </a:lnTo>
                  <a:lnTo>
                    <a:pt x="1276252" y="1433321"/>
                  </a:lnTo>
                  <a:close/>
                </a:path>
                <a:path w="1304289" h="2032635">
                  <a:moveTo>
                    <a:pt x="15366" y="719327"/>
                  </a:moveTo>
                  <a:lnTo>
                    <a:pt x="15239" y="725042"/>
                  </a:lnTo>
                  <a:lnTo>
                    <a:pt x="12573" y="729995"/>
                  </a:lnTo>
                  <a:lnTo>
                    <a:pt x="665099" y="1071371"/>
                  </a:lnTo>
                  <a:lnTo>
                    <a:pt x="12700" y="1392935"/>
                  </a:lnTo>
                  <a:lnTo>
                    <a:pt x="15239" y="1398015"/>
                  </a:lnTo>
                  <a:lnTo>
                    <a:pt x="15239" y="1403857"/>
                  </a:lnTo>
                  <a:lnTo>
                    <a:pt x="1229614" y="1403857"/>
                  </a:lnTo>
                  <a:lnTo>
                    <a:pt x="1234566" y="1414144"/>
                  </a:lnTo>
                  <a:lnTo>
                    <a:pt x="1234566" y="1392427"/>
                  </a:lnTo>
                  <a:lnTo>
                    <a:pt x="39243" y="1392427"/>
                  </a:lnTo>
                  <a:lnTo>
                    <a:pt x="677545" y="1077848"/>
                  </a:lnTo>
                  <a:lnTo>
                    <a:pt x="702144" y="1077848"/>
                  </a:lnTo>
                  <a:lnTo>
                    <a:pt x="690245" y="1071626"/>
                  </a:lnTo>
                  <a:lnTo>
                    <a:pt x="703384" y="1065148"/>
                  </a:lnTo>
                  <a:lnTo>
                    <a:pt x="677672" y="1065148"/>
                  </a:lnTo>
                  <a:lnTo>
                    <a:pt x="39877" y="731519"/>
                  </a:lnTo>
                  <a:lnTo>
                    <a:pt x="390395" y="731519"/>
                  </a:lnTo>
                  <a:lnTo>
                    <a:pt x="15366" y="719327"/>
                  </a:lnTo>
                  <a:close/>
                </a:path>
                <a:path w="1304289" h="2032635">
                  <a:moveTo>
                    <a:pt x="1303923" y="1398396"/>
                  </a:moveTo>
                  <a:lnTo>
                    <a:pt x="1303020" y="1398396"/>
                  </a:lnTo>
                  <a:lnTo>
                    <a:pt x="1304036" y="1398777"/>
                  </a:lnTo>
                  <a:lnTo>
                    <a:pt x="1303923" y="1398396"/>
                  </a:lnTo>
                  <a:close/>
                </a:path>
                <a:path w="1304289" h="2032635">
                  <a:moveTo>
                    <a:pt x="922401" y="1193038"/>
                  </a:moveTo>
                  <a:lnTo>
                    <a:pt x="922401" y="1205991"/>
                  </a:lnTo>
                  <a:lnTo>
                    <a:pt x="714756" y="1392427"/>
                  </a:lnTo>
                  <a:lnTo>
                    <a:pt x="731774" y="1392427"/>
                  </a:lnTo>
                  <a:lnTo>
                    <a:pt x="933196" y="1211579"/>
                  </a:lnTo>
                  <a:lnTo>
                    <a:pt x="957753" y="1211579"/>
                  </a:lnTo>
                  <a:lnTo>
                    <a:pt x="942213" y="1203452"/>
                  </a:lnTo>
                  <a:lnTo>
                    <a:pt x="948442" y="1197864"/>
                  </a:lnTo>
                  <a:lnTo>
                    <a:pt x="931545" y="1197864"/>
                  </a:lnTo>
                  <a:lnTo>
                    <a:pt x="922401" y="1193038"/>
                  </a:lnTo>
                  <a:close/>
                </a:path>
                <a:path w="1304289" h="2032635">
                  <a:moveTo>
                    <a:pt x="1234566" y="1381632"/>
                  </a:moveTo>
                  <a:lnTo>
                    <a:pt x="1228978" y="1392427"/>
                  </a:lnTo>
                  <a:lnTo>
                    <a:pt x="1234566" y="1392427"/>
                  </a:lnTo>
                  <a:lnTo>
                    <a:pt x="1234566" y="1381632"/>
                  </a:lnTo>
                  <a:close/>
                </a:path>
                <a:path w="1304289" h="2032635">
                  <a:moveTo>
                    <a:pt x="957753" y="1211579"/>
                  </a:moveTo>
                  <a:lnTo>
                    <a:pt x="933196" y="1211579"/>
                  </a:lnTo>
                  <a:lnTo>
                    <a:pt x="1234566" y="1369186"/>
                  </a:lnTo>
                  <a:lnTo>
                    <a:pt x="1234566" y="1356359"/>
                  </a:lnTo>
                  <a:lnTo>
                    <a:pt x="957753" y="1211579"/>
                  </a:lnTo>
                  <a:close/>
                </a:path>
                <a:path w="1304289" h="2032635">
                  <a:moveTo>
                    <a:pt x="1251077" y="1333372"/>
                  </a:moveTo>
                  <a:lnTo>
                    <a:pt x="1251077" y="1350263"/>
                  </a:lnTo>
                  <a:lnTo>
                    <a:pt x="1246886" y="1358264"/>
                  </a:lnTo>
                  <a:lnTo>
                    <a:pt x="1243711" y="1361058"/>
                  </a:lnTo>
                  <a:lnTo>
                    <a:pt x="1292934" y="1361058"/>
                  </a:lnTo>
                  <a:lnTo>
                    <a:pt x="1287645" y="1343152"/>
                  </a:lnTo>
                  <a:lnTo>
                    <a:pt x="1263014" y="1343152"/>
                  </a:lnTo>
                  <a:lnTo>
                    <a:pt x="1260443" y="1339468"/>
                  </a:lnTo>
                  <a:lnTo>
                    <a:pt x="1256664" y="1339468"/>
                  </a:lnTo>
                  <a:lnTo>
                    <a:pt x="1251077" y="1333372"/>
                  </a:lnTo>
                  <a:close/>
                </a:path>
                <a:path w="1304289" h="2032635">
                  <a:moveTo>
                    <a:pt x="1051552" y="1119377"/>
                  </a:moveTo>
                  <a:lnTo>
                    <a:pt x="1035938" y="1119377"/>
                  </a:lnTo>
                  <a:lnTo>
                    <a:pt x="1251077" y="1350263"/>
                  </a:lnTo>
                  <a:lnTo>
                    <a:pt x="1251077" y="1333372"/>
                  </a:lnTo>
                  <a:lnTo>
                    <a:pt x="1051552" y="1119377"/>
                  </a:lnTo>
                  <a:close/>
                </a:path>
                <a:path w="1304289" h="2032635">
                  <a:moveTo>
                    <a:pt x="1282319" y="1325117"/>
                  </a:moveTo>
                  <a:lnTo>
                    <a:pt x="1263014" y="1343152"/>
                  </a:lnTo>
                  <a:lnTo>
                    <a:pt x="1287645" y="1343152"/>
                  </a:lnTo>
                  <a:lnTo>
                    <a:pt x="1282319" y="1325117"/>
                  </a:lnTo>
                  <a:close/>
                </a:path>
                <a:path w="1304289" h="2032635">
                  <a:moveTo>
                    <a:pt x="1258315" y="1336420"/>
                  </a:moveTo>
                  <a:lnTo>
                    <a:pt x="1256664" y="1339468"/>
                  </a:lnTo>
                  <a:lnTo>
                    <a:pt x="1260443" y="1339468"/>
                  </a:lnTo>
                  <a:lnTo>
                    <a:pt x="1258315" y="1336420"/>
                  </a:lnTo>
                  <a:close/>
                </a:path>
                <a:path w="1304289" h="2032635">
                  <a:moveTo>
                    <a:pt x="702144" y="1077848"/>
                  </a:moveTo>
                  <a:lnTo>
                    <a:pt x="677545" y="1077848"/>
                  </a:lnTo>
                  <a:lnTo>
                    <a:pt x="922401" y="1205991"/>
                  </a:lnTo>
                  <a:lnTo>
                    <a:pt x="922401" y="1193038"/>
                  </a:lnTo>
                  <a:lnTo>
                    <a:pt x="702144" y="1077848"/>
                  </a:lnTo>
                  <a:close/>
                </a:path>
                <a:path w="1304289" h="2032635">
                  <a:moveTo>
                    <a:pt x="1028064" y="1094231"/>
                  </a:moveTo>
                  <a:lnTo>
                    <a:pt x="1028064" y="1110995"/>
                  </a:lnTo>
                  <a:lnTo>
                    <a:pt x="931545" y="1197864"/>
                  </a:lnTo>
                  <a:lnTo>
                    <a:pt x="948442" y="1197864"/>
                  </a:lnTo>
                  <a:lnTo>
                    <a:pt x="1035938" y="1119377"/>
                  </a:lnTo>
                  <a:lnTo>
                    <a:pt x="1051552" y="1119377"/>
                  </a:lnTo>
                  <a:lnTo>
                    <a:pt x="1044448" y="1111757"/>
                  </a:lnTo>
                  <a:lnTo>
                    <a:pt x="1053781" y="1103376"/>
                  </a:lnTo>
                  <a:lnTo>
                    <a:pt x="1036701" y="1103376"/>
                  </a:lnTo>
                  <a:lnTo>
                    <a:pt x="1028064" y="1094231"/>
                  </a:lnTo>
                  <a:close/>
                </a:path>
                <a:path w="1304289" h="2032635">
                  <a:moveTo>
                    <a:pt x="912378" y="969898"/>
                  </a:moveTo>
                  <a:lnTo>
                    <a:pt x="896620" y="969898"/>
                  </a:lnTo>
                  <a:lnTo>
                    <a:pt x="1028064" y="1110995"/>
                  </a:lnTo>
                  <a:lnTo>
                    <a:pt x="1028064" y="1094231"/>
                  </a:lnTo>
                  <a:lnTo>
                    <a:pt x="912378" y="969898"/>
                  </a:lnTo>
                  <a:close/>
                </a:path>
                <a:path w="1304289" h="2032635">
                  <a:moveTo>
                    <a:pt x="1297177" y="877188"/>
                  </a:moveTo>
                  <a:lnTo>
                    <a:pt x="1223137" y="897508"/>
                  </a:lnTo>
                  <a:lnTo>
                    <a:pt x="1242314" y="918717"/>
                  </a:lnTo>
                  <a:lnTo>
                    <a:pt x="1036701" y="1103376"/>
                  </a:lnTo>
                  <a:lnTo>
                    <a:pt x="1053781" y="1103376"/>
                  </a:lnTo>
                  <a:lnTo>
                    <a:pt x="1249934" y="927226"/>
                  </a:lnTo>
                  <a:lnTo>
                    <a:pt x="1277352" y="927226"/>
                  </a:lnTo>
                  <a:lnTo>
                    <a:pt x="1283715" y="911097"/>
                  </a:lnTo>
                  <a:lnTo>
                    <a:pt x="1297177" y="877188"/>
                  </a:lnTo>
                  <a:close/>
                </a:path>
                <a:path w="1304289" h="2032635">
                  <a:moveTo>
                    <a:pt x="888491" y="944371"/>
                  </a:moveTo>
                  <a:lnTo>
                    <a:pt x="888491" y="961263"/>
                  </a:lnTo>
                  <a:lnTo>
                    <a:pt x="677672" y="1065148"/>
                  </a:lnTo>
                  <a:lnTo>
                    <a:pt x="703384" y="1065148"/>
                  </a:lnTo>
                  <a:lnTo>
                    <a:pt x="896620" y="969898"/>
                  </a:lnTo>
                  <a:lnTo>
                    <a:pt x="912378" y="969898"/>
                  </a:lnTo>
                  <a:lnTo>
                    <a:pt x="907414" y="964564"/>
                  </a:lnTo>
                  <a:lnTo>
                    <a:pt x="924949" y="955928"/>
                  </a:lnTo>
                  <a:lnTo>
                    <a:pt x="899287" y="955928"/>
                  </a:lnTo>
                  <a:lnTo>
                    <a:pt x="888491" y="944371"/>
                  </a:lnTo>
                  <a:close/>
                </a:path>
                <a:path w="1304289" h="2032635">
                  <a:moveTo>
                    <a:pt x="390395" y="731519"/>
                  </a:moveTo>
                  <a:lnTo>
                    <a:pt x="39877" y="731519"/>
                  </a:lnTo>
                  <a:lnTo>
                    <a:pt x="694309" y="752855"/>
                  </a:lnTo>
                  <a:lnTo>
                    <a:pt x="888491" y="961263"/>
                  </a:lnTo>
                  <a:lnTo>
                    <a:pt x="888491" y="944371"/>
                  </a:lnTo>
                  <a:lnTo>
                    <a:pt x="710564" y="753363"/>
                  </a:lnTo>
                  <a:lnTo>
                    <a:pt x="1060967" y="753363"/>
                  </a:lnTo>
                  <a:lnTo>
                    <a:pt x="699515" y="741552"/>
                  </a:lnTo>
                  <a:lnTo>
                    <a:pt x="699042" y="741044"/>
                  </a:lnTo>
                  <a:lnTo>
                    <a:pt x="683387" y="741044"/>
                  </a:lnTo>
                  <a:lnTo>
                    <a:pt x="390395" y="731519"/>
                  </a:lnTo>
                  <a:close/>
                </a:path>
                <a:path w="1304289" h="2032635">
                  <a:moveTo>
                    <a:pt x="1229740" y="730250"/>
                  </a:moveTo>
                  <a:lnTo>
                    <a:pt x="1228725" y="758825"/>
                  </a:lnTo>
                  <a:lnTo>
                    <a:pt x="1228089" y="758825"/>
                  </a:lnTo>
                  <a:lnTo>
                    <a:pt x="1228089" y="780922"/>
                  </a:lnTo>
                  <a:lnTo>
                    <a:pt x="1227709" y="794003"/>
                  </a:lnTo>
                  <a:lnTo>
                    <a:pt x="899287" y="955928"/>
                  </a:lnTo>
                  <a:lnTo>
                    <a:pt x="924949" y="955928"/>
                  </a:lnTo>
                  <a:lnTo>
                    <a:pt x="1238250" y="801623"/>
                  </a:lnTo>
                  <a:lnTo>
                    <a:pt x="1270156" y="801623"/>
                  </a:lnTo>
                  <a:lnTo>
                    <a:pt x="1296415" y="766952"/>
                  </a:lnTo>
                  <a:lnTo>
                    <a:pt x="1297177" y="766698"/>
                  </a:lnTo>
                  <a:lnTo>
                    <a:pt x="1296670" y="766698"/>
                  </a:lnTo>
                  <a:lnTo>
                    <a:pt x="1297177" y="766190"/>
                  </a:lnTo>
                  <a:lnTo>
                    <a:pt x="1296035" y="766190"/>
                  </a:lnTo>
                  <a:lnTo>
                    <a:pt x="1229740" y="730250"/>
                  </a:lnTo>
                  <a:close/>
                </a:path>
                <a:path w="1304289" h="2032635">
                  <a:moveTo>
                    <a:pt x="1277352" y="927226"/>
                  </a:moveTo>
                  <a:lnTo>
                    <a:pt x="1249934" y="927226"/>
                  </a:lnTo>
                  <a:lnTo>
                    <a:pt x="1268984" y="948435"/>
                  </a:lnTo>
                  <a:lnTo>
                    <a:pt x="1277352" y="927226"/>
                  </a:lnTo>
                  <a:close/>
                </a:path>
                <a:path w="1304289" h="2032635">
                  <a:moveTo>
                    <a:pt x="1270156" y="801623"/>
                  </a:moveTo>
                  <a:lnTo>
                    <a:pt x="1238250" y="801623"/>
                  </a:lnTo>
                  <a:lnTo>
                    <a:pt x="1250823" y="827151"/>
                  </a:lnTo>
                  <a:lnTo>
                    <a:pt x="1270156" y="801623"/>
                  </a:lnTo>
                  <a:close/>
                </a:path>
                <a:path w="1304289" h="2032635">
                  <a:moveTo>
                    <a:pt x="1060967" y="753363"/>
                  </a:moveTo>
                  <a:lnTo>
                    <a:pt x="710564" y="753363"/>
                  </a:lnTo>
                  <a:lnTo>
                    <a:pt x="1222628" y="770001"/>
                  </a:lnTo>
                  <a:lnTo>
                    <a:pt x="1228089" y="780922"/>
                  </a:lnTo>
                  <a:lnTo>
                    <a:pt x="1228089" y="758825"/>
                  </a:lnTo>
                  <a:lnTo>
                    <a:pt x="1060967" y="753363"/>
                  </a:lnTo>
                  <a:close/>
                </a:path>
                <a:path w="1304289" h="2032635">
                  <a:moveTo>
                    <a:pt x="8509" y="0"/>
                  </a:moveTo>
                  <a:lnTo>
                    <a:pt x="0" y="7746"/>
                  </a:lnTo>
                  <a:lnTo>
                    <a:pt x="683387" y="741044"/>
                  </a:lnTo>
                  <a:lnTo>
                    <a:pt x="699042" y="741044"/>
                  </a:lnTo>
                  <a:lnTo>
                    <a:pt x="850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45920" y="1914143"/>
              <a:ext cx="446405" cy="1388110"/>
            </a:xfrm>
            <a:custGeom>
              <a:avLst/>
              <a:gdLst/>
              <a:ahLst/>
              <a:cxnLst/>
              <a:rect l="l" t="t" r="r" b="b"/>
              <a:pathLst>
                <a:path w="446405" h="1388110">
                  <a:moveTo>
                    <a:pt x="430149" y="40132"/>
                  </a:moveTo>
                  <a:lnTo>
                    <a:pt x="371729" y="40132"/>
                  </a:lnTo>
                  <a:lnTo>
                    <a:pt x="371348" y="68580"/>
                  </a:lnTo>
                  <a:lnTo>
                    <a:pt x="430149" y="40132"/>
                  </a:lnTo>
                  <a:close/>
                </a:path>
                <a:path w="446405" h="1388110">
                  <a:moveTo>
                    <a:pt x="440309" y="35179"/>
                  </a:moveTo>
                  <a:lnTo>
                    <a:pt x="372364" y="0"/>
                  </a:lnTo>
                  <a:lnTo>
                    <a:pt x="371856" y="28575"/>
                  </a:lnTo>
                  <a:lnTo>
                    <a:pt x="23368" y="23495"/>
                  </a:lnTo>
                  <a:lnTo>
                    <a:pt x="23241" y="34925"/>
                  </a:lnTo>
                  <a:lnTo>
                    <a:pt x="371729" y="40005"/>
                  </a:lnTo>
                  <a:lnTo>
                    <a:pt x="430530" y="40005"/>
                  </a:lnTo>
                  <a:lnTo>
                    <a:pt x="440309" y="35179"/>
                  </a:lnTo>
                  <a:close/>
                </a:path>
                <a:path w="446405" h="1388110">
                  <a:moveTo>
                    <a:pt x="440944" y="721741"/>
                  </a:moveTo>
                  <a:lnTo>
                    <a:pt x="372364" y="687451"/>
                  </a:lnTo>
                  <a:lnTo>
                    <a:pt x="372364" y="716026"/>
                  </a:lnTo>
                  <a:lnTo>
                    <a:pt x="0" y="716026"/>
                  </a:lnTo>
                  <a:lnTo>
                    <a:pt x="0" y="727456"/>
                  </a:lnTo>
                  <a:lnTo>
                    <a:pt x="372364" y="727456"/>
                  </a:lnTo>
                  <a:lnTo>
                    <a:pt x="372364" y="756031"/>
                  </a:lnTo>
                  <a:lnTo>
                    <a:pt x="440944" y="721741"/>
                  </a:lnTo>
                  <a:close/>
                </a:path>
                <a:path w="446405" h="1388110">
                  <a:moveTo>
                    <a:pt x="446278" y="1353820"/>
                  </a:moveTo>
                  <a:lnTo>
                    <a:pt x="377825" y="1319530"/>
                  </a:lnTo>
                  <a:lnTo>
                    <a:pt x="377825" y="1348105"/>
                  </a:lnTo>
                  <a:lnTo>
                    <a:pt x="23241" y="1348105"/>
                  </a:lnTo>
                  <a:lnTo>
                    <a:pt x="23241" y="1359535"/>
                  </a:lnTo>
                  <a:lnTo>
                    <a:pt x="377825" y="1359535"/>
                  </a:lnTo>
                  <a:lnTo>
                    <a:pt x="377825" y="1388110"/>
                  </a:lnTo>
                  <a:lnTo>
                    <a:pt x="446278" y="135382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16168" y="2327147"/>
              <a:ext cx="368300" cy="701040"/>
            </a:xfrm>
            <a:custGeom>
              <a:avLst/>
              <a:gdLst/>
              <a:ahLst/>
              <a:cxnLst/>
              <a:rect l="l" t="t" r="r" b="b"/>
              <a:pathLst>
                <a:path w="368300" h="701039">
                  <a:moveTo>
                    <a:pt x="356870" y="34290"/>
                  </a:moveTo>
                  <a:lnTo>
                    <a:pt x="288417" y="0"/>
                  </a:lnTo>
                  <a:lnTo>
                    <a:pt x="288417" y="28575"/>
                  </a:lnTo>
                  <a:lnTo>
                    <a:pt x="0" y="28575"/>
                  </a:lnTo>
                  <a:lnTo>
                    <a:pt x="0" y="40005"/>
                  </a:lnTo>
                  <a:lnTo>
                    <a:pt x="288417" y="40005"/>
                  </a:lnTo>
                  <a:lnTo>
                    <a:pt x="288417" y="68580"/>
                  </a:lnTo>
                  <a:lnTo>
                    <a:pt x="356870" y="34290"/>
                  </a:lnTo>
                  <a:close/>
                </a:path>
                <a:path w="368300" h="701039">
                  <a:moveTo>
                    <a:pt x="368300" y="666369"/>
                  </a:moveTo>
                  <a:lnTo>
                    <a:pt x="299974" y="632079"/>
                  </a:lnTo>
                  <a:lnTo>
                    <a:pt x="299974" y="660654"/>
                  </a:lnTo>
                  <a:lnTo>
                    <a:pt x="5461" y="660654"/>
                  </a:lnTo>
                  <a:lnTo>
                    <a:pt x="5461" y="672084"/>
                  </a:lnTo>
                  <a:lnTo>
                    <a:pt x="299974" y="672084"/>
                  </a:lnTo>
                  <a:lnTo>
                    <a:pt x="299974" y="700659"/>
                  </a:lnTo>
                  <a:lnTo>
                    <a:pt x="368300" y="66636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716785" y="4070350"/>
            <a:ext cx="94615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70528" y="4070350"/>
            <a:ext cx="110490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Hidden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88458" y="4043629"/>
            <a:ext cx="109855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Output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64909" y="2216658"/>
            <a:ext cx="2197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y</a:t>
            </a:r>
            <a:r>
              <a:rPr sz="1425" spc="-37" baseline="-17543" dirty="0">
                <a:latin typeface="Calibri"/>
                <a:cs typeface="Calibri"/>
              </a:rPr>
              <a:t>1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97885" y="1419097"/>
            <a:ext cx="246379" cy="111760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R="10160" algn="ctr">
              <a:lnSpc>
                <a:spcPct val="100000"/>
              </a:lnSpc>
              <a:spcBef>
                <a:spcPts val="885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  <a:p>
            <a:pPr marL="17780" algn="ctr">
              <a:lnSpc>
                <a:spcPts val="1350"/>
              </a:lnSpc>
              <a:spcBef>
                <a:spcPts val="790"/>
              </a:spcBef>
            </a:pPr>
            <a:r>
              <a:rPr sz="1250" spc="-25" dirty="0">
                <a:latin typeface="Calibri"/>
                <a:cs typeface="Calibri"/>
              </a:rPr>
              <a:t>0.5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ts val="2010"/>
              </a:lnSpc>
            </a:pP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22270" y="3360801"/>
            <a:ext cx="30924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latin typeface="Calibri"/>
                <a:cs typeface="Calibri"/>
              </a:rPr>
              <a:t>0.25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594" y="1664589"/>
            <a:ext cx="22860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latin typeface="Calibri"/>
                <a:cs typeface="Calibri"/>
              </a:rPr>
              <a:t>0.1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70246" y="1966417"/>
            <a:ext cx="228600" cy="7423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405"/>
              </a:lnSpc>
              <a:spcBef>
                <a:spcPts val="110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  <a:p>
            <a:pPr marL="26034">
              <a:lnSpc>
                <a:spcPts val="2065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62880" y="3281298"/>
            <a:ext cx="30924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latin typeface="Calibri"/>
                <a:cs typeface="Calibri"/>
              </a:rPr>
              <a:t>0.15</a:t>
            </a:r>
            <a:endParaRPr sz="1250">
              <a:latin typeface="Calibri"/>
              <a:cs typeface="Calibri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2084006" y="4367847"/>
          <a:ext cx="3890644" cy="109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  <a:lnT w="9525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0.668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  <a:lnT w="9525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0.812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  <a:lnT w="9525">
                      <a:solidFill>
                        <a:srgbClr val="C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R="3810" algn="ctr">
                        <a:lnSpc>
                          <a:spcPts val="1900"/>
                        </a:lnSpc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ts val="1900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0.912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ts val="1780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0.151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  <a:lnB w="9525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R="3810" algn="ctr">
                        <a:lnSpc>
                          <a:spcPts val="1710"/>
                        </a:lnSpc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  <a:lnB w="952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ts val="1710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0.102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C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C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ts val="1614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0.471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C00000"/>
                      </a:solidFill>
                      <a:prstDash val="solid"/>
                    </a:lnR>
                    <a:lnB w="952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>
            <a:off x="1261872" y="1772539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latin typeface="Calibri"/>
                <a:cs typeface="Calibri"/>
              </a:rPr>
              <a:t>X</a:t>
            </a:r>
            <a:r>
              <a:rPr sz="1425" b="1" spc="-30" baseline="-17543" dirty="0">
                <a:latin typeface="Calibri"/>
                <a:cs typeface="Calibri"/>
              </a:rPr>
              <a:t>1</a:t>
            </a:r>
            <a:r>
              <a:rPr sz="1450" b="1" spc="-20" dirty="0">
                <a:latin typeface="Calibri"/>
                <a:cs typeface="Calibri"/>
              </a:rPr>
              <a:t>=1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14627" y="2469896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latin typeface="Calibri"/>
                <a:cs typeface="Calibri"/>
              </a:rPr>
              <a:t>X</a:t>
            </a:r>
            <a:r>
              <a:rPr sz="1425" b="1" spc="-30" baseline="-17543" dirty="0">
                <a:latin typeface="Calibri"/>
                <a:cs typeface="Calibri"/>
              </a:rPr>
              <a:t>2</a:t>
            </a:r>
            <a:r>
              <a:rPr sz="1450" b="1" spc="-20" dirty="0">
                <a:latin typeface="Calibri"/>
                <a:cs typeface="Calibri"/>
              </a:rPr>
              <a:t>=0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56030" y="3114548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latin typeface="Calibri"/>
                <a:cs typeface="Calibri"/>
              </a:rPr>
              <a:t>X</a:t>
            </a:r>
            <a:r>
              <a:rPr sz="1425" b="1" spc="-30" baseline="-17543" dirty="0">
                <a:latin typeface="Calibri"/>
                <a:cs typeface="Calibri"/>
              </a:rPr>
              <a:t>3</a:t>
            </a:r>
            <a:r>
              <a:rPr sz="1450" b="1" spc="-20" dirty="0">
                <a:latin typeface="Calibri"/>
                <a:cs typeface="Calibri"/>
              </a:rPr>
              <a:t>=1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60719" y="2814066"/>
            <a:ext cx="906144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400050" algn="l"/>
              </a:tabLst>
            </a:pPr>
            <a:r>
              <a:rPr sz="2175" spc="-37" baseline="3831" dirty="0">
                <a:latin typeface="Calibri"/>
                <a:cs typeface="Calibri"/>
              </a:rPr>
              <a:t>y</a:t>
            </a:r>
            <a:r>
              <a:rPr sz="1425" spc="-37" baseline="-11695" dirty="0">
                <a:latin typeface="Calibri"/>
                <a:cs typeface="Calibri"/>
              </a:rPr>
              <a:t>2</a:t>
            </a:r>
            <a:r>
              <a:rPr sz="1425" baseline="-11695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0.151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48450" y="2212975"/>
            <a:ext cx="492759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10" dirty="0">
                <a:latin typeface="Calibri"/>
                <a:cs typeface="Calibri"/>
              </a:rPr>
              <a:t>0.812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4890" y="301828"/>
            <a:ext cx="27971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90" dirty="0">
                <a:latin typeface="Calibri Light"/>
                <a:cs typeface="Calibri Light"/>
              </a:rPr>
              <a:t>Weight</a:t>
            </a:r>
            <a:r>
              <a:rPr sz="3950" spc="-210" dirty="0">
                <a:latin typeface="Calibri Light"/>
                <a:cs typeface="Calibri Light"/>
              </a:rPr>
              <a:t> </a:t>
            </a:r>
            <a:r>
              <a:rPr sz="3950" spc="-35" dirty="0">
                <a:latin typeface="Calibri Light"/>
                <a:cs typeface="Calibri Light"/>
              </a:rPr>
              <a:t>Matrix</a:t>
            </a:r>
            <a:endParaRPr sz="39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45920" y="1377950"/>
            <a:ext cx="4638675" cy="2468245"/>
            <a:chOff x="1645920" y="1377950"/>
            <a:chExt cx="4638675" cy="2468245"/>
          </a:xfrm>
        </p:grpSpPr>
        <p:sp>
          <p:nvSpPr>
            <p:cNvPr id="4" name="object 4"/>
            <p:cNvSpPr/>
            <p:nvPr/>
          </p:nvSpPr>
          <p:spPr>
            <a:xfrm>
              <a:off x="2088642" y="1390650"/>
              <a:ext cx="2106295" cy="769620"/>
            </a:xfrm>
            <a:custGeom>
              <a:avLst/>
              <a:gdLst/>
              <a:ahLst/>
              <a:cxnLst/>
              <a:rect l="l" t="t" r="r" b="b"/>
              <a:pathLst>
                <a:path w="2106295" h="769619">
                  <a:moveTo>
                    <a:pt x="0" y="560832"/>
                  </a:moveTo>
                  <a:lnTo>
                    <a:pt x="4318" y="518795"/>
                  </a:lnTo>
                  <a:lnTo>
                    <a:pt x="16890" y="479678"/>
                  </a:lnTo>
                  <a:lnTo>
                    <a:pt x="36702" y="444373"/>
                  </a:lnTo>
                  <a:lnTo>
                    <a:pt x="62864" y="413512"/>
                  </a:lnTo>
                  <a:lnTo>
                    <a:pt x="94741" y="387985"/>
                  </a:lnTo>
                  <a:lnTo>
                    <a:pt x="131190" y="368808"/>
                  </a:lnTo>
                  <a:lnTo>
                    <a:pt x="171450" y="356615"/>
                  </a:lnTo>
                  <a:lnTo>
                    <a:pt x="214756" y="352425"/>
                  </a:lnTo>
                  <a:lnTo>
                    <a:pt x="258063" y="356615"/>
                  </a:lnTo>
                  <a:lnTo>
                    <a:pt x="298322" y="368808"/>
                  </a:lnTo>
                  <a:lnTo>
                    <a:pt x="334771" y="387985"/>
                  </a:lnTo>
                  <a:lnTo>
                    <a:pt x="366521" y="413512"/>
                  </a:lnTo>
                  <a:lnTo>
                    <a:pt x="392810" y="444373"/>
                  </a:lnTo>
                  <a:lnTo>
                    <a:pt x="412622" y="479678"/>
                  </a:lnTo>
                  <a:lnTo>
                    <a:pt x="425069" y="518795"/>
                  </a:lnTo>
                  <a:lnTo>
                    <a:pt x="429513" y="560832"/>
                  </a:lnTo>
                  <a:lnTo>
                    <a:pt x="425069" y="602869"/>
                  </a:lnTo>
                  <a:lnTo>
                    <a:pt x="412622" y="641985"/>
                  </a:lnTo>
                  <a:lnTo>
                    <a:pt x="392810" y="677417"/>
                  </a:lnTo>
                  <a:lnTo>
                    <a:pt x="366521" y="708151"/>
                  </a:lnTo>
                  <a:lnTo>
                    <a:pt x="334771" y="733678"/>
                  </a:lnTo>
                  <a:lnTo>
                    <a:pt x="298322" y="752855"/>
                  </a:lnTo>
                  <a:lnTo>
                    <a:pt x="258063" y="765048"/>
                  </a:lnTo>
                  <a:lnTo>
                    <a:pt x="214756" y="769238"/>
                  </a:lnTo>
                  <a:lnTo>
                    <a:pt x="171450" y="765048"/>
                  </a:lnTo>
                  <a:lnTo>
                    <a:pt x="131190" y="752855"/>
                  </a:lnTo>
                  <a:lnTo>
                    <a:pt x="94741" y="733678"/>
                  </a:lnTo>
                  <a:lnTo>
                    <a:pt x="62864" y="708151"/>
                  </a:lnTo>
                  <a:lnTo>
                    <a:pt x="36702" y="677417"/>
                  </a:lnTo>
                  <a:lnTo>
                    <a:pt x="16890" y="641985"/>
                  </a:lnTo>
                  <a:lnTo>
                    <a:pt x="4318" y="602869"/>
                  </a:lnTo>
                  <a:lnTo>
                    <a:pt x="0" y="560832"/>
                  </a:lnTo>
                  <a:close/>
                </a:path>
                <a:path w="2106295" h="769619">
                  <a:moveTo>
                    <a:pt x="1675383" y="208407"/>
                  </a:moveTo>
                  <a:lnTo>
                    <a:pt x="1679702" y="166497"/>
                  </a:lnTo>
                  <a:lnTo>
                    <a:pt x="1692274" y="127380"/>
                  </a:lnTo>
                  <a:lnTo>
                    <a:pt x="1712086" y="91948"/>
                  </a:lnTo>
                  <a:lnTo>
                    <a:pt x="1738375" y="61087"/>
                  </a:lnTo>
                  <a:lnTo>
                    <a:pt x="1770253" y="35560"/>
                  </a:lnTo>
                  <a:lnTo>
                    <a:pt x="1806829" y="16383"/>
                  </a:lnTo>
                  <a:lnTo>
                    <a:pt x="1847342" y="4190"/>
                  </a:lnTo>
                  <a:lnTo>
                    <a:pt x="1890775" y="0"/>
                  </a:lnTo>
                  <a:lnTo>
                    <a:pt x="1934209" y="4190"/>
                  </a:lnTo>
                  <a:lnTo>
                    <a:pt x="1974595" y="16383"/>
                  </a:lnTo>
                  <a:lnTo>
                    <a:pt x="2011171" y="35560"/>
                  </a:lnTo>
                  <a:lnTo>
                    <a:pt x="2043048" y="61087"/>
                  </a:lnTo>
                  <a:lnTo>
                    <a:pt x="2069337" y="91948"/>
                  </a:lnTo>
                  <a:lnTo>
                    <a:pt x="2089277" y="127380"/>
                  </a:lnTo>
                  <a:lnTo>
                    <a:pt x="2101849" y="166497"/>
                  </a:lnTo>
                  <a:lnTo>
                    <a:pt x="2106168" y="208407"/>
                  </a:lnTo>
                  <a:lnTo>
                    <a:pt x="2101849" y="250444"/>
                  </a:lnTo>
                  <a:lnTo>
                    <a:pt x="2089277" y="289560"/>
                  </a:lnTo>
                  <a:lnTo>
                    <a:pt x="2069337" y="324992"/>
                  </a:lnTo>
                  <a:lnTo>
                    <a:pt x="2043048" y="355853"/>
                  </a:lnTo>
                  <a:lnTo>
                    <a:pt x="2011171" y="381253"/>
                  </a:lnTo>
                  <a:lnTo>
                    <a:pt x="1974595" y="400430"/>
                  </a:lnTo>
                  <a:lnTo>
                    <a:pt x="1934209" y="412623"/>
                  </a:lnTo>
                  <a:lnTo>
                    <a:pt x="1890775" y="416813"/>
                  </a:lnTo>
                  <a:lnTo>
                    <a:pt x="1847342" y="412623"/>
                  </a:lnTo>
                  <a:lnTo>
                    <a:pt x="1806829" y="400430"/>
                  </a:lnTo>
                  <a:lnTo>
                    <a:pt x="1770253" y="381253"/>
                  </a:lnTo>
                  <a:lnTo>
                    <a:pt x="1738375" y="355853"/>
                  </a:lnTo>
                  <a:lnTo>
                    <a:pt x="1712086" y="324992"/>
                  </a:lnTo>
                  <a:lnTo>
                    <a:pt x="1692274" y="289560"/>
                  </a:lnTo>
                  <a:lnTo>
                    <a:pt x="1679702" y="250444"/>
                  </a:lnTo>
                  <a:lnTo>
                    <a:pt x="1675383" y="20840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14600" y="1610995"/>
              <a:ext cx="1183640" cy="344170"/>
            </a:xfrm>
            <a:custGeom>
              <a:avLst/>
              <a:gdLst/>
              <a:ahLst/>
              <a:cxnLst/>
              <a:rect l="l" t="t" r="r" b="b"/>
              <a:pathLst>
                <a:path w="1183639" h="344169">
                  <a:moveTo>
                    <a:pt x="1180338" y="0"/>
                  </a:moveTo>
                  <a:lnTo>
                    <a:pt x="0" y="332993"/>
                  </a:lnTo>
                  <a:lnTo>
                    <a:pt x="3175" y="343915"/>
                  </a:lnTo>
                  <a:lnTo>
                    <a:pt x="1183513" y="10921"/>
                  </a:lnTo>
                  <a:lnTo>
                    <a:pt x="118033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7191" y="1583436"/>
              <a:ext cx="75311" cy="6603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775710" y="2113026"/>
              <a:ext cx="429259" cy="415925"/>
            </a:xfrm>
            <a:custGeom>
              <a:avLst/>
              <a:gdLst/>
              <a:ahLst/>
              <a:cxnLst/>
              <a:rect l="l" t="t" r="r" b="b"/>
              <a:pathLst>
                <a:path w="429260" h="415925">
                  <a:moveTo>
                    <a:pt x="0" y="207899"/>
                  </a:moveTo>
                  <a:lnTo>
                    <a:pt x="4317" y="165988"/>
                  </a:lnTo>
                  <a:lnTo>
                    <a:pt x="16890" y="127000"/>
                  </a:lnTo>
                  <a:lnTo>
                    <a:pt x="36702" y="91694"/>
                  </a:lnTo>
                  <a:lnTo>
                    <a:pt x="62864" y="60960"/>
                  </a:lnTo>
                  <a:lnTo>
                    <a:pt x="94614" y="35560"/>
                  </a:lnTo>
                  <a:lnTo>
                    <a:pt x="131063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5" y="16383"/>
                  </a:lnTo>
                  <a:lnTo>
                    <a:pt x="334644" y="35560"/>
                  </a:lnTo>
                  <a:lnTo>
                    <a:pt x="366394" y="60960"/>
                  </a:lnTo>
                  <a:lnTo>
                    <a:pt x="392684" y="91694"/>
                  </a:lnTo>
                  <a:lnTo>
                    <a:pt x="412495" y="127000"/>
                  </a:lnTo>
                  <a:lnTo>
                    <a:pt x="424941" y="165988"/>
                  </a:lnTo>
                  <a:lnTo>
                    <a:pt x="429260" y="207899"/>
                  </a:lnTo>
                  <a:lnTo>
                    <a:pt x="424941" y="249809"/>
                  </a:lnTo>
                  <a:lnTo>
                    <a:pt x="412495" y="288798"/>
                  </a:lnTo>
                  <a:lnTo>
                    <a:pt x="392684" y="324103"/>
                  </a:lnTo>
                  <a:lnTo>
                    <a:pt x="366394" y="354964"/>
                  </a:lnTo>
                  <a:lnTo>
                    <a:pt x="334644" y="380364"/>
                  </a:lnTo>
                  <a:lnTo>
                    <a:pt x="298195" y="399541"/>
                  </a:lnTo>
                  <a:lnTo>
                    <a:pt x="257937" y="411607"/>
                  </a:lnTo>
                  <a:lnTo>
                    <a:pt x="214629" y="415798"/>
                  </a:lnTo>
                  <a:lnTo>
                    <a:pt x="171450" y="411607"/>
                  </a:lnTo>
                  <a:lnTo>
                    <a:pt x="131063" y="399541"/>
                  </a:lnTo>
                  <a:lnTo>
                    <a:pt x="94614" y="380364"/>
                  </a:lnTo>
                  <a:lnTo>
                    <a:pt x="62864" y="354964"/>
                  </a:lnTo>
                  <a:lnTo>
                    <a:pt x="36702" y="324103"/>
                  </a:lnTo>
                  <a:lnTo>
                    <a:pt x="16890" y="288798"/>
                  </a:lnTo>
                  <a:lnTo>
                    <a:pt x="4317" y="249809"/>
                  </a:lnTo>
                  <a:lnTo>
                    <a:pt x="0" y="2078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9129" y="2268474"/>
              <a:ext cx="75565" cy="6578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14600" y="1944623"/>
              <a:ext cx="1196340" cy="362585"/>
            </a:xfrm>
            <a:custGeom>
              <a:avLst/>
              <a:gdLst/>
              <a:ahLst/>
              <a:cxnLst/>
              <a:rect l="l" t="t" r="r" b="b"/>
              <a:pathLst>
                <a:path w="1196339" h="362585">
                  <a:moveTo>
                    <a:pt x="3175" y="0"/>
                  </a:moveTo>
                  <a:lnTo>
                    <a:pt x="0" y="11049"/>
                  </a:lnTo>
                  <a:lnTo>
                    <a:pt x="1192657" y="362330"/>
                  </a:lnTo>
                  <a:lnTo>
                    <a:pt x="1195832" y="351281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88642" y="2428494"/>
              <a:ext cx="2116455" cy="775970"/>
            </a:xfrm>
            <a:custGeom>
              <a:avLst/>
              <a:gdLst/>
              <a:ahLst/>
              <a:cxnLst/>
              <a:rect l="l" t="t" r="r" b="b"/>
              <a:pathLst>
                <a:path w="2116454" h="775969">
                  <a:moveTo>
                    <a:pt x="0" y="208660"/>
                  </a:moveTo>
                  <a:lnTo>
                    <a:pt x="4318" y="166623"/>
                  </a:lnTo>
                  <a:lnTo>
                    <a:pt x="16890" y="127507"/>
                  </a:lnTo>
                  <a:lnTo>
                    <a:pt x="36702" y="92075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30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3" y="92075"/>
                  </a:lnTo>
                  <a:lnTo>
                    <a:pt x="412495" y="127507"/>
                  </a:lnTo>
                  <a:lnTo>
                    <a:pt x="424941" y="166623"/>
                  </a:lnTo>
                  <a:lnTo>
                    <a:pt x="429259" y="208660"/>
                  </a:lnTo>
                  <a:lnTo>
                    <a:pt x="424941" y="250697"/>
                  </a:lnTo>
                  <a:lnTo>
                    <a:pt x="412495" y="289940"/>
                  </a:lnTo>
                  <a:lnTo>
                    <a:pt x="392683" y="325373"/>
                  </a:lnTo>
                  <a:lnTo>
                    <a:pt x="366394" y="356234"/>
                  </a:lnTo>
                  <a:lnTo>
                    <a:pt x="334644" y="381761"/>
                  </a:lnTo>
                  <a:lnTo>
                    <a:pt x="298195" y="400938"/>
                  </a:lnTo>
                  <a:lnTo>
                    <a:pt x="257937" y="413130"/>
                  </a:lnTo>
                  <a:lnTo>
                    <a:pt x="214630" y="417321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761"/>
                  </a:lnTo>
                  <a:lnTo>
                    <a:pt x="62864" y="356234"/>
                  </a:lnTo>
                  <a:lnTo>
                    <a:pt x="36702" y="325373"/>
                  </a:lnTo>
                  <a:lnTo>
                    <a:pt x="16890" y="289940"/>
                  </a:lnTo>
                  <a:lnTo>
                    <a:pt x="4318" y="250697"/>
                  </a:lnTo>
                  <a:lnTo>
                    <a:pt x="0" y="208660"/>
                  </a:lnTo>
                  <a:close/>
                </a:path>
                <a:path w="2116454" h="775969">
                  <a:moveTo>
                    <a:pt x="1687068" y="566292"/>
                  </a:moveTo>
                  <a:lnTo>
                    <a:pt x="1691385" y="524128"/>
                  </a:lnTo>
                  <a:lnTo>
                    <a:pt x="1703958" y="484885"/>
                  </a:lnTo>
                  <a:lnTo>
                    <a:pt x="1723770" y="449198"/>
                  </a:lnTo>
                  <a:lnTo>
                    <a:pt x="1749933" y="418338"/>
                  </a:lnTo>
                  <a:lnTo>
                    <a:pt x="1781683" y="392683"/>
                  </a:lnTo>
                  <a:lnTo>
                    <a:pt x="1818132" y="373379"/>
                  </a:lnTo>
                  <a:lnTo>
                    <a:pt x="1858518" y="361188"/>
                  </a:lnTo>
                  <a:lnTo>
                    <a:pt x="1901697" y="356996"/>
                  </a:lnTo>
                  <a:lnTo>
                    <a:pt x="1945005" y="361188"/>
                  </a:lnTo>
                  <a:lnTo>
                    <a:pt x="1985263" y="373379"/>
                  </a:lnTo>
                  <a:lnTo>
                    <a:pt x="2021712" y="392683"/>
                  </a:lnTo>
                  <a:lnTo>
                    <a:pt x="2053462" y="418338"/>
                  </a:lnTo>
                  <a:lnTo>
                    <a:pt x="2079752" y="449198"/>
                  </a:lnTo>
                  <a:lnTo>
                    <a:pt x="2099563" y="484885"/>
                  </a:lnTo>
                  <a:lnTo>
                    <a:pt x="2112010" y="524128"/>
                  </a:lnTo>
                  <a:lnTo>
                    <a:pt x="2116328" y="566292"/>
                  </a:lnTo>
                  <a:lnTo>
                    <a:pt x="2112010" y="608583"/>
                  </a:lnTo>
                  <a:lnTo>
                    <a:pt x="2099563" y="647826"/>
                  </a:lnTo>
                  <a:lnTo>
                    <a:pt x="2079752" y="683386"/>
                  </a:lnTo>
                  <a:lnTo>
                    <a:pt x="2053462" y="714374"/>
                  </a:lnTo>
                  <a:lnTo>
                    <a:pt x="2021712" y="740028"/>
                  </a:lnTo>
                  <a:lnTo>
                    <a:pt x="1985263" y="759205"/>
                  </a:lnTo>
                  <a:lnTo>
                    <a:pt x="1945005" y="771524"/>
                  </a:lnTo>
                  <a:lnTo>
                    <a:pt x="1901697" y="775715"/>
                  </a:lnTo>
                  <a:lnTo>
                    <a:pt x="1858518" y="771524"/>
                  </a:lnTo>
                  <a:lnTo>
                    <a:pt x="1818132" y="759205"/>
                  </a:lnTo>
                  <a:lnTo>
                    <a:pt x="1781683" y="740028"/>
                  </a:lnTo>
                  <a:lnTo>
                    <a:pt x="1749933" y="714374"/>
                  </a:lnTo>
                  <a:lnTo>
                    <a:pt x="1723770" y="683386"/>
                  </a:lnTo>
                  <a:lnTo>
                    <a:pt x="1703958" y="647826"/>
                  </a:lnTo>
                  <a:lnTo>
                    <a:pt x="1691385" y="608583"/>
                  </a:lnTo>
                  <a:lnTo>
                    <a:pt x="1687068" y="56629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9764" y="2924175"/>
              <a:ext cx="74675" cy="7023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13076" y="1946148"/>
              <a:ext cx="1212215" cy="1009015"/>
            </a:xfrm>
            <a:custGeom>
              <a:avLst/>
              <a:gdLst/>
              <a:ahLst/>
              <a:cxnLst/>
              <a:rect l="l" t="t" r="r" b="b"/>
              <a:pathLst>
                <a:path w="1212214" h="1009014">
                  <a:moveTo>
                    <a:pt x="7366" y="0"/>
                  </a:moveTo>
                  <a:lnTo>
                    <a:pt x="0" y="8636"/>
                  </a:lnTo>
                  <a:lnTo>
                    <a:pt x="1204976" y="1008888"/>
                  </a:lnTo>
                  <a:lnTo>
                    <a:pt x="1212214" y="1000125"/>
                  </a:lnTo>
                  <a:lnTo>
                    <a:pt x="736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94738" y="3059429"/>
              <a:ext cx="2110740" cy="774065"/>
            </a:xfrm>
            <a:custGeom>
              <a:avLst/>
              <a:gdLst/>
              <a:ahLst/>
              <a:cxnLst/>
              <a:rect l="l" t="t" r="r" b="b"/>
              <a:pathLst>
                <a:path w="2110740" h="774064">
                  <a:moveTo>
                    <a:pt x="0" y="209295"/>
                  </a:moveTo>
                  <a:lnTo>
                    <a:pt x="4318" y="167131"/>
                  </a:lnTo>
                  <a:lnTo>
                    <a:pt x="16891" y="127762"/>
                  </a:lnTo>
                  <a:lnTo>
                    <a:pt x="36703" y="92201"/>
                  </a:lnTo>
                  <a:lnTo>
                    <a:pt x="62864" y="61340"/>
                  </a:lnTo>
                  <a:lnTo>
                    <a:pt x="94614" y="35687"/>
                  </a:lnTo>
                  <a:lnTo>
                    <a:pt x="131063" y="16382"/>
                  </a:lnTo>
                  <a:lnTo>
                    <a:pt x="171323" y="4190"/>
                  </a:lnTo>
                  <a:lnTo>
                    <a:pt x="214630" y="0"/>
                  </a:lnTo>
                  <a:lnTo>
                    <a:pt x="257810" y="4190"/>
                  </a:lnTo>
                  <a:lnTo>
                    <a:pt x="298195" y="16382"/>
                  </a:lnTo>
                  <a:lnTo>
                    <a:pt x="334644" y="35687"/>
                  </a:lnTo>
                  <a:lnTo>
                    <a:pt x="366394" y="61340"/>
                  </a:lnTo>
                  <a:lnTo>
                    <a:pt x="392556" y="92201"/>
                  </a:lnTo>
                  <a:lnTo>
                    <a:pt x="412369" y="127762"/>
                  </a:lnTo>
                  <a:lnTo>
                    <a:pt x="424814" y="167131"/>
                  </a:lnTo>
                  <a:lnTo>
                    <a:pt x="429260" y="209295"/>
                  </a:lnTo>
                  <a:lnTo>
                    <a:pt x="424814" y="251459"/>
                  </a:lnTo>
                  <a:lnTo>
                    <a:pt x="412369" y="290702"/>
                  </a:lnTo>
                  <a:lnTo>
                    <a:pt x="392556" y="326263"/>
                  </a:lnTo>
                  <a:lnTo>
                    <a:pt x="366394" y="357250"/>
                  </a:lnTo>
                  <a:lnTo>
                    <a:pt x="334644" y="382777"/>
                  </a:lnTo>
                  <a:lnTo>
                    <a:pt x="298195" y="402081"/>
                  </a:lnTo>
                  <a:lnTo>
                    <a:pt x="257810" y="414274"/>
                  </a:lnTo>
                  <a:lnTo>
                    <a:pt x="214630" y="418592"/>
                  </a:lnTo>
                  <a:lnTo>
                    <a:pt x="171323" y="414274"/>
                  </a:lnTo>
                  <a:lnTo>
                    <a:pt x="131063" y="402081"/>
                  </a:lnTo>
                  <a:lnTo>
                    <a:pt x="94614" y="382777"/>
                  </a:lnTo>
                  <a:lnTo>
                    <a:pt x="62864" y="357250"/>
                  </a:lnTo>
                  <a:lnTo>
                    <a:pt x="36703" y="326263"/>
                  </a:lnTo>
                  <a:lnTo>
                    <a:pt x="16891" y="290702"/>
                  </a:lnTo>
                  <a:lnTo>
                    <a:pt x="4318" y="251459"/>
                  </a:lnTo>
                  <a:lnTo>
                    <a:pt x="0" y="209295"/>
                  </a:lnTo>
                  <a:close/>
                </a:path>
                <a:path w="2110740" h="774064">
                  <a:moveTo>
                    <a:pt x="1681226" y="564642"/>
                  </a:moveTo>
                  <a:lnTo>
                    <a:pt x="1685671" y="522477"/>
                  </a:lnTo>
                  <a:lnTo>
                    <a:pt x="1698116" y="483234"/>
                  </a:lnTo>
                  <a:lnTo>
                    <a:pt x="1717928" y="447675"/>
                  </a:lnTo>
                  <a:lnTo>
                    <a:pt x="1744090" y="416687"/>
                  </a:lnTo>
                  <a:lnTo>
                    <a:pt x="1775967" y="391159"/>
                  </a:lnTo>
                  <a:lnTo>
                    <a:pt x="1812416" y="371856"/>
                  </a:lnTo>
                  <a:lnTo>
                    <a:pt x="1852676" y="359663"/>
                  </a:lnTo>
                  <a:lnTo>
                    <a:pt x="1895856" y="355472"/>
                  </a:lnTo>
                  <a:lnTo>
                    <a:pt x="1939163" y="359663"/>
                  </a:lnTo>
                  <a:lnTo>
                    <a:pt x="1979422" y="371856"/>
                  </a:lnTo>
                  <a:lnTo>
                    <a:pt x="2015871" y="391159"/>
                  </a:lnTo>
                  <a:lnTo>
                    <a:pt x="2047621" y="416687"/>
                  </a:lnTo>
                  <a:lnTo>
                    <a:pt x="2073910" y="447675"/>
                  </a:lnTo>
                  <a:lnTo>
                    <a:pt x="2093595" y="483234"/>
                  </a:lnTo>
                  <a:lnTo>
                    <a:pt x="2106167" y="522477"/>
                  </a:lnTo>
                  <a:lnTo>
                    <a:pt x="2110486" y="564642"/>
                  </a:lnTo>
                  <a:lnTo>
                    <a:pt x="2106167" y="606932"/>
                  </a:lnTo>
                  <a:lnTo>
                    <a:pt x="2093595" y="646176"/>
                  </a:lnTo>
                  <a:lnTo>
                    <a:pt x="2073910" y="681736"/>
                  </a:lnTo>
                  <a:lnTo>
                    <a:pt x="2047621" y="712724"/>
                  </a:lnTo>
                  <a:lnTo>
                    <a:pt x="2015871" y="738251"/>
                  </a:lnTo>
                  <a:lnTo>
                    <a:pt x="1979422" y="757555"/>
                  </a:lnTo>
                  <a:lnTo>
                    <a:pt x="1939163" y="769746"/>
                  </a:lnTo>
                  <a:lnTo>
                    <a:pt x="1895856" y="773938"/>
                  </a:lnTo>
                  <a:lnTo>
                    <a:pt x="1852676" y="769746"/>
                  </a:lnTo>
                  <a:lnTo>
                    <a:pt x="1812416" y="757555"/>
                  </a:lnTo>
                  <a:lnTo>
                    <a:pt x="1775967" y="738251"/>
                  </a:lnTo>
                  <a:lnTo>
                    <a:pt x="1744090" y="712724"/>
                  </a:lnTo>
                  <a:lnTo>
                    <a:pt x="1717928" y="681736"/>
                  </a:lnTo>
                  <a:lnTo>
                    <a:pt x="1698116" y="646176"/>
                  </a:lnTo>
                  <a:lnTo>
                    <a:pt x="1685671" y="606932"/>
                  </a:lnTo>
                  <a:lnTo>
                    <a:pt x="1681226" y="56464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13076" y="1598675"/>
              <a:ext cx="1325880" cy="2038985"/>
            </a:xfrm>
            <a:custGeom>
              <a:avLst/>
              <a:gdLst/>
              <a:ahLst/>
              <a:cxnLst/>
              <a:rect l="l" t="t" r="r" b="b"/>
              <a:pathLst>
                <a:path w="1325879" h="2038985">
                  <a:moveTo>
                    <a:pt x="8636" y="348488"/>
                  </a:moveTo>
                  <a:lnTo>
                    <a:pt x="0" y="356108"/>
                  </a:lnTo>
                  <a:lnTo>
                    <a:pt x="340994" y="749553"/>
                  </a:lnTo>
                  <a:lnTo>
                    <a:pt x="635" y="1032637"/>
                  </a:lnTo>
                  <a:lnTo>
                    <a:pt x="4318" y="1037209"/>
                  </a:lnTo>
                  <a:lnTo>
                    <a:pt x="4318" y="1037716"/>
                  </a:lnTo>
                  <a:lnTo>
                    <a:pt x="1269" y="1042543"/>
                  </a:lnTo>
                  <a:lnTo>
                    <a:pt x="332994" y="1253236"/>
                  </a:lnTo>
                  <a:lnTo>
                    <a:pt x="5334" y="1664970"/>
                  </a:lnTo>
                  <a:lnTo>
                    <a:pt x="8128" y="1667129"/>
                  </a:lnTo>
                  <a:lnTo>
                    <a:pt x="9779" y="1669796"/>
                  </a:lnTo>
                  <a:lnTo>
                    <a:pt x="8255" y="1675130"/>
                  </a:lnTo>
                  <a:lnTo>
                    <a:pt x="1194562" y="2011553"/>
                  </a:lnTo>
                  <a:lnTo>
                    <a:pt x="1186814" y="2038985"/>
                  </a:lnTo>
                  <a:lnTo>
                    <a:pt x="1262252" y="2024888"/>
                  </a:lnTo>
                  <a:lnTo>
                    <a:pt x="1235647" y="2000631"/>
                  </a:lnTo>
                  <a:lnTo>
                    <a:pt x="1197737" y="2000631"/>
                  </a:lnTo>
                  <a:lnTo>
                    <a:pt x="33274" y="1670431"/>
                  </a:lnTo>
                  <a:lnTo>
                    <a:pt x="91283" y="1657731"/>
                  </a:lnTo>
                  <a:lnTo>
                    <a:pt x="37846" y="1657731"/>
                  </a:lnTo>
                  <a:lnTo>
                    <a:pt x="56022" y="1645412"/>
                  </a:lnTo>
                  <a:lnTo>
                    <a:pt x="35432" y="1645412"/>
                  </a:lnTo>
                  <a:lnTo>
                    <a:pt x="342646" y="1259459"/>
                  </a:lnTo>
                  <a:lnTo>
                    <a:pt x="363957" y="1259459"/>
                  </a:lnTo>
                  <a:lnTo>
                    <a:pt x="349757" y="1250441"/>
                  </a:lnTo>
                  <a:lnTo>
                    <a:pt x="354612" y="1244346"/>
                  </a:lnTo>
                  <a:lnTo>
                    <a:pt x="340106" y="1244346"/>
                  </a:lnTo>
                  <a:lnTo>
                    <a:pt x="40512" y="1053973"/>
                  </a:lnTo>
                  <a:lnTo>
                    <a:pt x="82218" y="1053973"/>
                  </a:lnTo>
                  <a:lnTo>
                    <a:pt x="25018" y="1037716"/>
                  </a:lnTo>
                  <a:lnTo>
                    <a:pt x="74545" y="1025271"/>
                  </a:lnTo>
                  <a:lnTo>
                    <a:pt x="27431" y="1025271"/>
                  </a:lnTo>
                  <a:lnTo>
                    <a:pt x="348488" y="758189"/>
                  </a:lnTo>
                  <a:lnTo>
                    <a:pt x="363635" y="758189"/>
                  </a:lnTo>
                  <a:lnTo>
                    <a:pt x="357250" y="750824"/>
                  </a:lnTo>
                  <a:lnTo>
                    <a:pt x="367630" y="742188"/>
                  </a:lnTo>
                  <a:lnTo>
                    <a:pt x="349757" y="742188"/>
                  </a:lnTo>
                  <a:lnTo>
                    <a:pt x="8636" y="348488"/>
                  </a:lnTo>
                  <a:close/>
                </a:path>
                <a:path w="1325879" h="2038985">
                  <a:moveTo>
                    <a:pt x="1205484" y="1973072"/>
                  </a:moveTo>
                  <a:lnTo>
                    <a:pt x="1197737" y="2000631"/>
                  </a:lnTo>
                  <a:lnTo>
                    <a:pt x="1235647" y="2000631"/>
                  </a:lnTo>
                  <a:lnTo>
                    <a:pt x="1205484" y="1973072"/>
                  </a:lnTo>
                  <a:close/>
                </a:path>
                <a:path w="1325879" h="2038985">
                  <a:moveTo>
                    <a:pt x="765747" y="1514729"/>
                  </a:moveTo>
                  <a:lnTo>
                    <a:pt x="744474" y="1514729"/>
                  </a:lnTo>
                  <a:lnTo>
                    <a:pt x="1260602" y="1842643"/>
                  </a:lnTo>
                  <a:lnTo>
                    <a:pt x="1254633" y="1847723"/>
                  </a:lnTo>
                  <a:lnTo>
                    <a:pt x="1261237" y="1850517"/>
                  </a:lnTo>
                  <a:lnTo>
                    <a:pt x="1249299" y="1869186"/>
                  </a:lnTo>
                  <a:lnTo>
                    <a:pt x="1325499" y="1877187"/>
                  </a:lnTo>
                  <a:lnTo>
                    <a:pt x="1314719" y="1834769"/>
                  </a:lnTo>
                  <a:lnTo>
                    <a:pt x="1269619" y="1834769"/>
                  </a:lnTo>
                  <a:lnTo>
                    <a:pt x="765747" y="1514729"/>
                  </a:lnTo>
                  <a:close/>
                </a:path>
                <a:path w="1325879" h="2038985">
                  <a:moveTo>
                    <a:pt x="1275461" y="1810639"/>
                  </a:moveTo>
                  <a:lnTo>
                    <a:pt x="1275461" y="1828038"/>
                  </a:lnTo>
                  <a:lnTo>
                    <a:pt x="1272921" y="1831975"/>
                  </a:lnTo>
                  <a:lnTo>
                    <a:pt x="1269619" y="1834769"/>
                  </a:lnTo>
                  <a:lnTo>
                    <a:pt x="1314719" y="1834769"/>
                  </a:lnTo>
                  <a:lnTo>
                    <a:pt x="1310436" y="1818005"/>
                  </a:lnTo>
                  <a:lnTo>
                    <a:pt x="1281811" y="1818005"/>
                  </a:lnTo>
                  <a:lnTo>
                    <a:pt x="1275461" y="1810639"/>
                  </a:lnTo>
                  <a:close/>
                </a:path>
                <a:path w="1325879" h="2038985">
                  <a:moveTo>
                    <a:pt x="977654" y="1466977"/>
                  </a:moveTo>
                  <a:lnTo>
                    <a:pt x="962533" y="1466977"/>
                  </a:lnTo>
                  <a:lnTo>
                    <a:pt x="1275461" y="1828038"/>
                  </a:lnTo>
                  <a:lnTo>
                    <a:pt x="1275461" y="1810639"/>
                  </a:lnTo>
                  <a:lnTo>
                    <a:pt x="977654" y="1466977"/>
                  </a:lnTo>
                  <a:close/>
                </a:path>
                <a:path w="1325879" h="2038985">
                  <a:moveTo>
                    <a:pt x="1286002" y="1811401"/>
                  </a:moveTo>
                  <a:lnTo>
                    <a:pt x="1281811" y="1818005"/>
                  </a:lnTo>
                  <a:lnTo>
                    <a:pt x="1310436" y="1818005"/>
                  </a:lnTo>
                  <a:lnTo>
                    <a:pt x="1310307" y="1817497"/>
                  </a:lnTo>
                  <a:lnTo>
                    <a:pt x="1289685" y="1817497"/>
                  </a:lnTo>
                  <a:lnTo>
                    <a:pt x="1286002" y="1811401"/>
                  </a:lnTo>
                  <a:close/>
                </a:path>
                <a:path w="1325879" h="2038985">
                  <a:moveTo>
                    <a:pt x="1306576" y="1802892"/>
                  </a:moveTo>
                  <a:lnTo>
                    <a:pt x="1289685" y="1817497"/>
                  </a:lnTo>
                  <a:lnTo>
                    <a:pt x="1310307" y="1817497"/>
                  </a:lnTo>
                  <a:lnTo>
                    <a:pt x="1306576" y="1802892"/>
                  </a:lnTo>
                  <a:close/>
                </a:path>
                <a:path w="1325879" h="2038985">
                  <a:moveTo>
                    <a:pt x="730631" y="1492377"/>
                  </a:moveTo>
                  <a:lnTo>
                    <a:pt x="730631" y="1505966"/>
                  </a:lnTo>
                  <a:lnTo>
                    <a:pt x="37846" y="1657731"/>
                  </a:lnTo>
                  <a:lnTo>
                    <a:pt x="91283" y="1657731"/>
                  </a:lnTo>
                  <a:lnTo>
                    <a:pt x="744474" y="1514729"/>
                  </a:lnTo>
                  <a:lnTo>
                    <a:pt x="765747" y="1514729"/>
                  </a:lnTo>
                  <a:lnTo>
                    <a:pt x="760349" y="1511300"/>
                  </a:lnTo>
                  <a:lnTo>
                    <a:pt x="800322" y="1502537"/>
                  </a:lnTo>
                  <a:lnTo>
                    <a:pt x="746633" y="1502537"/>
                  </a:lnTo>
                  <a:lnTo>
                    <a:pt x="730631" y="1492377"/>
                  </a:lnTo>
                  <a:close/>
                </a:path>
                <a:path w="1325879" h="2038985">
                  <a:moveTo>
                    <a:pt x="478155" y="1331976"/>
                  </a:moveTo>
                  <a:lnTo>
                    <a:pt x="478155" y="1345565"/>
                  </a:lnTo>
                  <a:lnTo>
                    <a:pt x="35432" y="1645412"/>
                  </a:lnTo>
                  <a:lnTo>
                    <a:pt x="56022" y="1645412"/>
                  </a:lnTo>
                  <a:lnTo>
                    <a:pt x="488696" y="1352169"/>
                  </a:lnTo>
                  <a:lnTo>
                    <a:pt x="509975" y="1352169"/>
                  </a:lnTo>
                  <a:lnTo>
                    <a:pt x="498982" y="1345184"/>
                  </a:lnTo>
                  <a:lnTo>
                    <a:pt x="508740" y="1338580"/>
                  </a:lnTo>
                  <a:lnTo>
                    <a:pt x="488442" y="1338580"/>
                  </a:lnTo>
                  <a:lnTo>
                    <a:pt x="478155" y="1331976"/>
                  </a:lnTo>
                  <a:close/>
                </a:path>
                <a:path w="1325879" h="2038985">
                  <a:moveTo>
                    <a:pt x="509975" y="1352169"/>
                  </a:moveTo>
                  <a:lnTo>
                    <a:pt x="488696" y="1352169"/>
                  </a:lnTo>
                  <a:lnTo>
                    <a:pt x="730631" y="1505966"/>
                  </a:lnTo>
                  <a:lnTo>
                    <a:pt x="730631" y="1492377"/>
                  </a:lnTo>
                  <a:lnTo>
                    <a:pt x="509975" y="1352169"/>
                  </a:lnTo>
                  <a:close/>
                </a:path>
                <a:path w="1325879" h="2038985">
                  <a:moveTo>
                    <a:pt x="954024" y="1439672"/>
                  </a:moveTo>
                  <a:lnTo>
                    <a:pt x="954024" y="1457071"/>
                  </a:lnTo>
                  <a:lnTo>
                    <a:pt x="746633" y="1502537"/>
                  </a:lnTo>
                  <a:lnTo>
                    <a:pt x="800322" y="1502537"/>
                  </a:lnTo>
                  <a:lnTo>
                    <a:pt x="962533" y="1466977"/>
                  </a:lnTo>
                  <a:lnTo>
                    <a:pt x="977654" y="1466977"/>
                  </a:lnTo>
                  <a:lnTo>
                    <a:pt x="975233" y="1464183"/>
                  </a:lnTo>
                  <a:lnTo>
                    <a:pt x="1020525" y="1454277"/>
                  </a:lnTo>
                  <a:lnTo>
                    <a:pt x="966724" y="1454277"/>
                  </a:lnTo>
                  <a:lnTo>
                    <a:pt x="954024" y="1439672"/>
                  </a:lnTo>
                  <a:close/>
                </a:path>
                <a:path w="1325879" h="2038985">
                  <a:moveTo>
                    <a:pt x="708219" y="1231900"/>
                  </a:moveTo>
                  <a:lnTo>
                    <a:pt x="666369" y="1231900"/>
                  </a:lnTo>
                  <a:lnTo>
                    <a:pt x="789051" y="1266698"/>
                  </a:lnTo>
                  <a:lnTo>
                    <a:pt x="954024" y="1457071"/>
                  </a:lnTo>
                  <a:lnTo>
                    <a:pt x="954024" y="1439672"/>
                  </a:lnTo>
                  <a:lnTo>
                    <a:pt x="809116" y="1272413"/>
                  </a:lnTo>
                  <a:lnTo>
                    <a:pt x="850903" y="1272413"/>
                  </a:lnTo>
                  <a:lnTo>
                    <a:pt x="795527" y="1256664"/>
                  </a:lnTo>
                  <a:lnTo>
                    <a:pt x="790562" y="1250950"/>
                  </a:lnTo>
                  <a:lnTo>
                    <a:pt x="775335" y="1250950"/>
                  </a:lnTo>
                  <a:lnTo>
                    <a:pt x="708219" y="1231900"/>
                  </a:lnTo>
                  <a:close/>
                </a:path>
                <a:path w="1325879" h="2038985">
                  <a:moveTo>
                    <a:pt x="1191640" y="1369314"/>
                  </a:moveTo>
                  <a:lnTo>
                    <a:pt x="1191640" y="1394333"/>
                  </a:lnTo>
                  <a:lnTo>
                    <a:pt x="1188465" y="1405763"/>
                  </a:lnTo>
                  <a:lnTo>
                    <a:pt x="966724" y="1454277"/>
                  </a:lnTo>
                  <a:lnTo>
                    <a:pt x="1020525" y="1454277"/>
                  </a:lnTo>
                  <a:lnTo>
                    <a:pt x="1196466" y="1415796"/>
                  </a:lnTo>
                  <a:lnTo>
                    <a:pt x="1237010" y="1415796"/>
                  </a:lnTo>
                  <a:lnTo>
                    <a:pt x="1262252" y="1395476"/>
                  </a:lnTo>
                  <a:lnTo>
                    <a:pt x="1262910" y="1395476"/>
                  </a:lnTo>
                  <a:lnTo>
                    <a:pt x="1236374" y="1371219"/>
                  </a:lnTo>
                  <a:lnTo>
                    <a:pt x="1198245" y="1371219"/>
                  </a:lnTo>
                  <a:lnTo>
                    <a:pt x="1191640" y="1369314"/>
                  </a:lnTo>
                  <a:close/>
                </a:path>
                <a:path w="1325879" h="2038985">
                  <a:moveTo>
                    <a:pt x="1237010" y="1415796"/>
                  </a:moveTo>
                  <a:lnTo>
                    <a:pt x="1196466" y="1415796"/>
                  </a:lnTo>
                  <a:lnTo>
                    <a:pt x="1202563" y="1443609"/>
                  </a:lnTo>
                  <a:lnTo>
                    <a:pt x="1237010" y="1415796"/>
                  </a:lnTo>
                  <a:close/>
                </a:path>
                <a:path w="1325879" h="2038985">
                  <a:moveTo>
                    <a:pt x="850903" y="1272413"/>
                  </a:moveTo>
                  <a:lnTo>
                    <a:pt x="809116" y="1272413"/>
                  </a:lnTo>
                  <a:lnTo>
                    <a:pt x="1188593" y="1380236"/>
                  </a:lnTo>
                  <a:lnTo>
                    <a:pt x="1191640" y="1394333"/>
                  </a:lnTo>
                  <a:lnTo>
                    <a:pt x="1191640" y="1369314"/>
                  </a:lnTo>
                  <a:lnTo>
                    <a:pt x="850903" y="1272413"/>
                  </a:lnTo>
                  <a:close/>
                </a:path>
                <a:path w="1325879" h="2038985">
                  <a:moveTo>
                    <a:pt x="1206119" y="1343660"/>
                  </a:moveTo>
                  <a:lnTo>
                    <a:pt x="1198245" y="1371219"/>
                  </a:lnTo>
                  <a:lnTo>
                    <a:pt x="1236374" y="1371219"/>
                  </a:lnTo>
                  <a:lnTo>
                    <a:pt x="1206119" y="1343660"/>
                  </a:lnTo>
                  <a:close/>
                </a:path>
                <a:path w="1325879" h="2038985">
                  <a:moveTo>
                    <a:pt x="363957" y="1259459"/>
                  </a:moveTo>
                  <a:lnTo>
                    <a:pt x="342646" y="1259459"/>
                  </a:lnTo>
                  <a:lnTo>
                    <a:pt x="478155" y="1345565"/>
                  </a:lnTo>
                  <a:lnTo>
                    <a:pt x="478155" y="1331976"/>
                  </a:lnTo>
                  <a:lnTo>
                    <a:pt x="363957" y="1259459"/>
                  </a:lnTo>
                  <a:close/>
                </a:path>
                <a:path w="1325879" h="2038985">
                  <a:moveTo>
                    <a:pt x="652018" y="1215898"/>
                  </a:moveTo>
                  <a:lnTo>
                    <a:pt x="652018" y="1227709"/>
                  </a:lnTo>
                  <a:lnTo>
                    <a:pt x="488442" y="1338580"/>
                  </a:lnTo>
                  <a:lnTo>
                    <a:pt x="508740" y="1338580"/>
                  </a:lnTo>
                  <a:lnTo>
                    <a:pt x="666369" y="1231900"/>
                  </a:lnTo>
                  <a:lnTo>
                    <a:pt x="708219" y="1231900"/>
                  </a:lnTo>
                  <a:lnTo>
                    <a:pt x="678688" y="1223518"/>
                  </a:lnTo>
                  <a:lnTo>
                    <a:pt x="684676" y="1219453"/>
                  </a:lnTo>
                  <a:lnTo>
                    <a:pt x="664337" y="1219453"/>
                  </a:lnTo>
                  <a:lnTo>
                    <a:pt x="652018" y="1215898"/>
                  </a:lnTo>
                  <a:close/>
                </a:path>
                <a:path w="1325879" h="2038985">
                  <a:moveTo>
                    <a:pt x="739798" y="1192402"/>
                  </a:moveTo>
                  <a:lnTo>
                    <a:pt x="724535" y="1192402"/>
                  </a:lnTo>
                  <a:lnTo>
                    <a:pt x="775335" y="1250950"/>
                  </a:lnTo>
                  <a:lnTo>
                    <a:pt x="775335" y="1233424"/>
                  </a:lnTo>
                  <a:lnTo>
                    <a:pt x="739798" y="1192402"/>
                  </a:lnTo>
                  <a:close/>
                </a:path>
                <a:path w="1325879" h="2038985">
                  <a:moveTo>
                    <a:pt x="775335" y="1233424"/>
                  </a:moveTo>
                  <a:lnTo>
                    <a:pt x="775335" y="1250950"/>
                  </a:lnTo>
                  <a:lnTo>
                    <a:pt x="790562" y="1250950"/>
                  </a:lnTo>
                  <a:lnTo>
                    <a:pt x="775335" y="1233424"/>
                  </a:lnTo>
                  <a:close/>
                </a:path>
                <a:path w="1325879" h="2038985">
                  <a:moveTo>
                    <a:pt x="408431" y="1146683"/>
                  </a:moveTo>
                  <a:lnTo>
                    <a:pt x="408431" y="1158494"/>
                  </a:lnTo>
                  <a:lnTo>
                    <a:pt x="340106" y="1244346"/>
                  </a:lnTo>
                  <a:lnTo>
                    <a:pt x="354612" y="1244346"/>
                  </a:lnTo>
                  <a:lnTo>
                    <a:pt x="420243" y="1161923"/>
                  </a:lnTo>
                  <a:lnTo>
                    <a:pt x="462352" y="1161923"/>
                  </a:lnTo>
                  <a:lnTo>
                    <a:pt x="427990" y="1152144"/>
                  </a:lnTo>
                  <a:lnTo>
                    <a:pt x="430618" y="1148841"/>
                  </a:lnTo>
                  <a:lnTo>
                    <a:pt x="416051" y="1148841"/>
                  </a:lnTo>
                  <a:lnTo>
                    <a:pt x="408431" y="1146683"/>
                  </a:lnTo>
                  <a:close/>
                </a:path>
                <a:path w="1325879" h="2038985">
                  <a:moveTo>
                    <a:pt x="462352" y="1161923"/>
                  </a:moveTo>
                  <a:lnTo>
                    <a:pt x="420243" y="1161923"/>
                  </a:lnTo>
                  <a:lnTo>
                    <a:pt x="652018" y="1227709"/>
                  </a:lnTo>
                  <a:lnTo>
                    <a:pt x="652018" y="1215898"/>
                  </a:lnTo>
                  <a:lnTo>
                    <a:pt x="462352" y="1161923"/>
                  </a:lnTo>
                  <a:close/>
                </a:path>
                <a:path w="1325879" h="2038985">
                  <a:moveTo>
                    <a:pt x="717042" y="1166114"/>
                  </a:moveTo>
                  <a:lnTo>
                    <a:pt x="717042" y="1183639"/>
                  </a:lnTo>
                  <a:lnTo>
                    <a:pt x="664337" y="1219453"/>
                  </a:lnTo>
                  <a:lnTo>
                    <a:pt x="684676" y="1219453"/>
                  </a:lnTo>
                  <a:lnTo>
                    <a:pt x="724535" y="1192402"/>
                  </a:lnTo>
                  <a:lnTo>
                    <a:pt x="739798" y="1192402"/>
                  </a:lnTo>
                  <a:lnTo>
                    <a:pt x="734187" y="1185926"/>
                  </a:lnTo>
                  <a:lnTo>
                    <a:pt x="747118" y="1177163"/>
                  </a:lnTo>
                  <a:lnTo>
                    <a:pt x="726567" y="1177163"/>
                  </a:lnTo>
                  <a:lnTo>
                    <a:pt x="717042" y="1166114"/>
                  </a:lnTo>
                  <a:close/>
                </a:path>
                <a:path w="1325879" h="2038985">
                  <a:moveTo>
                    <a:pt x="568500" y="994663"/>
                  </a:moveTo>
                  <a:lnTo>
                    <a:pt x="553338" y="994663"/>
                  </a:lnTo>
                  <a:lnTo>
                    <a:pt x="717042" y="1183639"/>
                  </a:lnTo>
                  <a:lnTo>
                    <a:pt x="717042" y="1166114"/>
                  </a:lnTo>
                  <a:lnTo>
                    <a:pt x="568500" y="994663"/>
                  </a:lnTo>
                  <a:close/>
                </a:path>
                <a:path w="1325879" h="2038985">
                  <a:moveTo>
                    <a:pt x="1250188" y="829310"/>
                  </a:moveTo>
                  <a:lnTo>
                    <a:pt x="1174241" y="839343"/>
                  </a:lnTo>
                  <a:lnTo>
                    <a:pt x="1190244" y="863091"/>
                  </a:lnTo>
                  <a:lnTo>
                    <a:pt x="726567" y="1177163"/>
                  </a:lnTo>
                  <a:lnTo>
                    <a:pt x="747118" y="1177163"/>
                  </a:lnTo>
                  <a:lnTo>
                    <a:pt x="1196721" y="872489"/>
                  </a:lnTo>
                  <a:lnTo>
                    <a:pt x="1226043" y="872489"/>
                  </a:lnTo>
                  <a:lnTo>
                    <a:pt x="1250188" y="829310"/>
                  </a:lnTo>
                  <a:close/>
                </a:path>
                <a:path w="1325879" h="2038985">
                  <a:moveTo>
                    <a:pt x="82218" y="1053973"/>
                  </a:moveTo>
                  <a:lnTo>
                    <a:pt x="40512" y="1053973"/>
                  </a:lnTo>
                  <a:lnTo>
                    <a:pt x="408431" y="1158494"/>
                  </a:lnTo>
                  <a:lnTo>
                    <a:pt x="408431" y="1146683"/>
                  </a:lnTo>
                  <a:lnTo>
                    <a:pt x="82218" y="1053973"/>
                  </a:lnTo>
                  <a:close/>
                </a:path>
                <a:path w="1325879" h="2038985">
                  <a:moveTo>
                    <a:pt x="545719" y="968375"/>
                  </a:moveTo>
                  <a:lnTo>
                    <a:pt x="545719" y="985901"/>
                  </a:lnTo>
                  <a:lnTo>
                    <a:pt x="416051" y="1148841"/>
                  </a:lnTo>
                  <a:lnTo>
                    <a:pt x="430618" y="1148841"/>
                  </a:lnTo>
                  <a:lnTo>
                    <a:pt x="553338" y="994663"/>
                  </a:lnTo>
                  <a:lnTo>
                    <a:pt x="568500" y="994663"/>
                  </a:lnTo>
                  <a:lnTo>
                    <a:pt x="560578" y="985520"/>
                  </a:lnTo>
                  <a:lnTo>
                    <a:pt x="567545" y="976757"/>
                  </a:lnTo>
                  <a:lnTo>
                    <a:pt x="552957" y="976757"/>
                  </a:lnTo>
                  <a:lnTo>
                    <a:pt x="545719" y="968375"/>
                  </a:lnTo>
                  <a:close/>
                </a:path>
                <a:path w="1325879" h="2038985">
                  <a:moveTo>
                    <a:pt x="481203" y="893826"/>
                  </a:moveTo>
                  <a:lnTo>
                    <a:pt x="481203" y="911351"/>
                  </a:lnTo>
                  <a:lnTo>
                    <a:pt x="27431" y="1025271"/>
                  </a:lnTo>
                  <a:lnTo>
                    <a:pt x="74545" y="1025271"/>
                  </a:lnTo>
                  <a:lnTo>
                    <a:pt x="489457" y="921003"/>
                  </a:lnTo>
                  <a:lnTo>
                    <a:pt x="504672" y="921003"/>
                  </a:lnTo>
                  <a:lnTo>
                    <a:pt x="502031" y="917956"/>
                  </a:lnTo>
                  <a:lnTo>
                    <a:pt x="540399" y="908303"/>
                  </a:lnTo>
                  <a:lnTo>
                    <a:pt x="493649" y="908303"/>
                  </a:lnTo>
                  <a:lnTo>
                    <a:pt x="481203" y="893826"/>
                  </a:lnTo>
                  <a:close/>
                </a:path>
                <a:path w="1325879" h="2038985">
                  <a:moveTo>
                    <a:pt x="504672" y="921003"/>
                  </a:moveTo>
                  <a:lnTo>
                    <a:pt x="489457" y="921003"/>
                  </a:lnTo>
                  <a:lnTo>
                    <a:pt x="545719" y="985901"/>
                  </a:lnTo>
                  <a:lnTo>
                    <a:pt x="545719" y="968375"/>
                  </a:lnTo>
                  <a:lnTo>
                    <a:pt x="504672" y="921003"/>
                  </a:lnTo>
                  <a:close/>
                </a:path>
                <a:path w="1325879" h="2038985">
                  <a:moveTo>
                    <a:pt x="1250188" y="109727"/>
                  </a:moveTo>
                  <a:lnTo>
                    <a:pt x="1180719" y="141986"/>
                  </a:lnTo>
                  <a:lnTo>
                    <a:pt x="1203071" y="159765"/>
                  </a:lnTo>
                  <a:lnTo>
                    <a:pt x="635888" y="872489"/>
                  </a:lnTo>
                  <a:lnTo>
                    <a:pt x="624205" y="875411"/>
                  </a:lnTo>
                  <a:lnTo>
                    <a:pt x="624205" y="887222"/>
                  </a:lnTo>
                  <a:lnTo>
                    <a:pt x="552957" y="976757"/>
                  </a:lnTo>
                  <a:lnTo>
                    <a:pt x="567545" y="976757"/>
                  </a:lnTo>
                  <a:lnTo>
                    <a:pt x="642366" y="882650"/>
                  </a:lnTo>
                  <a:lnTo>
                    <a:pt x="701012" y="867918"/>
                  </a:lnTo>
                  <a:lnTo>
                    <a:pt x="654176" y="867918"/>
                  </a:lnTo>
                  <a:lnTo>
                    <a:pt x="1211961" y="166877"/>
                  </a:lnTo>
                  <a:lnTo>
                    <a:pt x="1238108" y="166877"/>
                  </a:lnTo>
                  <a:lnTo>
                    <a:pt x="1241552" y="150749"/>
                  </a:lnTo>
                  <a:lnTo>
                    <a:pt x="1250188" y="109727"/>
                  </a:lnTo>
                  <a:close/>
                </a:path>
                <a:path w="1325879" h="2038985">
                  <a:moveTo>
                    <a:pt x="363635" y="758189"/>
                  </a:moveTo>
                  <a:lnTo>
                    <a:pt x="348488" y="758189"/>
                  </a:lnTo>
                  <a:lnTo>
                    <a:pt x="481203" y="911351"/>
                  </a:lnTo>
                  <a:lnTo>
                    <a:pt x="481203" y="893826"/>
                  </a:lnTo>
                  <a:lnTo>
                    <a:pt x="363635" y="758189"/>
                  </a:lnTo>
                  <a:close/>
                </a:path>
                <a:path w="1325879" h="2038985">
                  <a:moveTo>
                    <a:pt x="624205" y="875411"/>
                  </a:moveTo>
                  <a:lnTo>
                    <a:pt x="493649" y="908303"/>
                  </a:lnTo>
                  <a:lnTo>
                    <a:pt x="540399" y="908303"/>
                  </a:lnTo>
                  <a:lnTo>
                    <a:pt x="624205" y="887222"/>
                  </a:lnTo>
                  <a:lnTo>
                    <a:pt x="624205" y="875411"/>
                  </a:lnTo>
                  <a:close/>
                </a:path>
                <a:path w="1325879" h="2038985">
                  <a:moveTo>
                    <a:pt x="1226043" y="872489"/>
                  </a:moveTo>
                  <a:lnTo>
                    <a:pt x="1196721" y="872489"/>
                  </a:lnTo>
                  <a:lnTo>
                    <a:pt x="1212723" y="896238"/>
                  </a:lnTo>
                  <a:lnTo>
                    <a:pt x="1226043" y="872489"/>
                  </a:lnTo>
                  <a:close/>
                </a:path>
                <a:path w="1325879" h="2038985">
                  <a:moveTo>
                    <a:pt x="1187831" y="704469"/>
                  </a:moveTo>
                  <a:lnTo>
                    <a:pt x="1194815" y="732154"/>
                  </a:lnTo>
                  <a:lnTo>
                    <a:pt x="654176" y="867918"/>
                  </a:lnTo>
                  <a:lnTo>
                    <a:pt x="701012" y="867918"/>
                  </a:lnTo>
                  <a:lnTo>
                    <a:pt x="1197483" y="743203"/>
                  </a:lnTo>
                  <a:lnTo>
                    <a:pt x="1236859" y="743203"/>
                  </a:lnTo>
                  <a:lnTo>
                    <a:pt x="1262634" y="721106"/>
                  </a:lnTo>
                  <a:lnTo>
                    <a:pt x="1187831" y="704469"/>
                  </a:lnTo>
                  <a:close/>
                </a:path>
                <a:path w="1325879" h="2038985">
                  <a:moveTo>
                    <a:pt x="1236859" y="743203"/>
                  </a:moveTo>
                  <a:lnTo>
                    <a:pt x="1197483" y="743203"/>
                  </a:lnTo>
                  <a:lnTo>
                    <a:pt x="1204468" y="771016"/>
                  </a:lnTo>
                  <a:lnTo>
                    <a:pt x="1236859" y="743203"/>
                  </a:lnTo>
                  <a:close/>
                </a:path>
                <a:path w="1325879" h="2038985">
                  <a:moveTo>
                    <a:pt x="1250696" y="0"/>
                  </a:moveTo>
                  <a:lnTo>
                    <a:pt x="1176020" y="17525"/>
                  </a:lnTo>
                  <a:lnTo>
                    <a:pt x="1194308" y="39370"/>
                  </a:lnTo>
                  <a:lnTo>
                    <a:pt x="349757" y="742188"/>
                  </a:lnTo>
                  <a:lnTo>
                    <a:pt x="367630" y="742188"/>
                  </a:lnTo>
                  <a:lnTo>
                    <a:pt x="1201674" y="48260"/>
                  </a:lnTo>
                  <a:lnTo>
                    <a:pt x="1229538" y="48260"/>
                  </a:lnTo>
                  <a:lnTo>
                    <a:pt x="1250696" y="0"/>
                  </a:lnTo>
                  <a:close/>
                </a:path>
                <a:path w="1325879" h="2038985">
                  <a:moveTo>
                    <a:pt x="1238108" y="166877"/>
                  </a:moveTo>
                  <a:lnTo>
                    <a:pt x="1211961" y="166877"/>
                  </a:lnTo>
                  <a:lnTo>
                    <a:pt x="1234313" y="184658"/>
                  </a:lnTo>
                  <a:lnTo>
                    <a:pt x="1238108" y="166877"/>
                  </a:lnTo>
                  <a:close/>
                </a:path>
                <a:path w="1325879" h="2038985">
                  <a:moveTo>
                    <a:pt x="1229538" y="48260"/>
                  </a:moveTo>
                  <a:lnTo>
                    <a:pt x="1201674" y="48260"/>
                  </a:lnTo>
                  <a:lnTo>
                    <a:pt x="1219962" y="70103"/>
                  </a:lnTo>
                  <a:lnTo>
                    <a:pt x="1229538" y="4826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7161" y="2154173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1"/>
                  </a:moveTo>
                  <a:lnTo>
                    <a:pt x="4317" y="166624"/>
                  </a:lnTo>
                  <a:lnTo>
                    <a:pt x="16890" y="127508"/>
                  </a:lnTo>
                  <a:lnTo>
                    <a:pt x="36702" y="92075"/>
                  </a:lnTo>
                  <a:lnTo>
                    <a:pt x="62864" y="61087"/>
                  </a:lnTo>
                  <a:lnTo>
                    <a:pt x="94614" y="35687"/>
                  </a:lnTo>
                  <a:lnTo>
                    <a:pt x="131063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6" y="16383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4" y="92075"/>
                  </a:lnTo>
                  <a:lnTo>
                    <a:pt x="412496" y="127508"/>
                  </a:lnTo>
                  <a:lnTo>
                    <a:pt x="424941" y="166624"/>
                  </a:lnTo>
                  <a:lnTo>
                    <a:pt x="429260" y="208661"/>
                  </a:lnTo>
                  <a:lnTo>
                    <a:pt x="424941" y="250698"/>
                  </a:lnTo>
                  <a:lnTo>
                    <a:pt x="412496" y="289940"/>
                  </a:lnTo>
                  <a:lnTo>
                    <a:pt x="392684" y="325374"/>
                  </a:lnTo>
                  <a:lnTo>
                    <a:pt x="366395" y="356235"/>
                  </a:lnTo>
                  <a:lnTo>
                    <a:pt x="334645" y="381635"/>
                  </a:lnTo>
                  <a:lnTo>
                    <a:pt x="298196" y="400938"/>
                  </a:lnTo>
                  <a:lnTo>
                    <a:pt x="257937" y="413130"/>
                  </a:lnTo>
                  <a:lnTo>
                    <a:pt x="214629" y="417322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5"/>
                  </a:lnTo>
                  <a:lnTo>
                    <a:pt x="62864" y="356235"/>
                  </a:lnTo>
                  <a:lnTo>
                    <a:pt x="36702" y="325374"/>
                  </a:lnTo>
                  <a:lnTo>
                    <a:pt x="16890" y="289940"/>
                  </a:lnTo>
                  <a:lnTo>
                    <a:pt x="4317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0961" y="2273046"/>
              <a:ext cx="76580" cy="6426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189476" y="1569720"/>
              <a:ext cx="1242060" cy="737870"/>
            </a:xfrm>
            <a:custGeom>
              <a:avLst/>
              <a:gdLst/>
              <a:ahLst/>
              <a:cxnLst/>
              <a:rect l="l" t="t" r="r" b="b"/>
              <a:pathLst>
                <a:path w="1242060" h="737869">
                  <a:moveTo>
                    <a:pt x="5714" y="0"/>
                  </a:moveTo>
                  <a:lnTo>
                    <a:pt x="0" y="9778"/>
                  </a:lnTo>
                  <a:lnTo>
                    <a:pt x="1236090" y="737742"/>
                  </a:lnTo>
                  <a:lnTo>
                    <a:pt x="1241806" y="727963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93258" y="2785110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7" y="167258"/>
                  </a:lnTo>
                  <a:lnTo>
                    <a:pt x="16890" y="128015"/>
                  </a:lnTo>
                  <a:lnTo>
                    <a:pt x="36702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10"/>
                  </a:lnTo>
                  <a:lnTo>
                    <a:pt x="171450" y="4317"/>
                  </a:lnTo>
                  <a:lnTo>
                    <a:pt x="214629" y="0"/>
                  </a:lnTo>
                  <a:lnTo>
                    <a:pt x="257937" y="4317"/>
                  </a:lnTo>
                  <a:lnTo>
                    <a:pt x="298195" y="16510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3" y="92328"/>
                  </a:lnTo>
                  <a:lnTo>
                    <a:pt x="412495" y="128015"/>
                  </a:lnTo>
                  <a:lnTo>
                    <a:pt x="424941" y="167258"/>
                  </a:lnTo>
                  <a:lnTo>
                    <a:pt x="429259" y="209550"/>
                  </a:lnTo>
                  <a:lnTo>
                    <a:pt x="424941" y="251840"/>
                  </a:lnTo>
                  <a:lnTo>
                    <a:pt x="412495" y="291083"/>
                  </a:lnTo>
                  <a:lnTo>
                    <a:pt x="392683" y="326770"/>
                  </a:lnTo>
                  <a:lnTo>
                    <a:pt x="366394" y="357758"/>
                  </a:lnTo>
                  <a:lnTo>
                    <a:pt x="334644" y="383285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29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5"/>
                  </a:lnTo>
                  <a:lnTo>
                    <a:pt x="62864" y="357758"/>
                  </a:lnTo>
                  <a:lnTo>
                    <a:pt x="36702" y="326770"/>
                  </a:lnTo>
                  <a:lnTo>
                    <a:pt x="16890" y="291083"/>
                  </a:lnTo>
                  <a:lnTo>
                    <a:pt x="4317" y="25184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45920" y="1571243"/>
              <a:ext cx="4638675" cy="2032635"/>
            </a:xfrm>
            <a:custGeom>
              <a:avLst/>
              <a:gdLst/>
              <a:ahLst/>
              <a:cxnLst/>
              <a:rect l="l" t="t" r="r" b="b"/>
              <a:pathLst>
                <a:path w="4638675" h="2032635">
                  <a:moveTo>
                    <a:pt x="430530" y="383540"/>
                  </a:moveTo>
                  <a:lnTo>
                    <a:pt x="372110" y="383540"/>
                  </a:lnTo>
                  <a:lnTo>
                    <a:pt x="371729" y="411988"/>
                  </a:lnTo>
                  <a:lnTo>
                    <a:pt x="430530" y="383540"/>
                  </a:lnTo>
                  <a:close/>
                </a:path>
                <a:path w="4638675" h="2032635">
                  <a:moveTo>
                    <a:pt x="440690" y="378587"/>
                  </a:moveTo>
                  <a:lnTo>
                    <a:pt x="372618" y="343408"/>
                  </a:lnTo>
                  <a:lnTo>
                    <a:pt x="372237" y="371983"/>
                  </a:lnTo>
                  <a:lnTo>
                    <a:pt x="23368" y="366903"/>
                  </a:lnTo>
                  <a:lnTo>
                    <a:pt x="23241" y="378333"/>
                  </a:lnTo>
                  <a:lnTo>
                    <a:pt x="372110" y="383413"/>
                  </a:lnTo>
                  <a:lnTo>
                    <a:pt x="430911" y="383413"/>
                  </a:lnTo>
                  <a:lnTo>
                    <a:pt x="440690" y="378587"/>
                  </a:lnTo>
                  <a:close/>
                </a:path>
                <a:path w="4638675" h="2032635">
                  <a:moveTo>
                    <a:pt x="441325" y="1065022"/>
                  </a:moveTo>
                  <a:lnTo>
                    <a:pt x="372745" y="1030732"/>
                  </a:lnTo>
                  <a:lnTo>
                    <a:pt x="372745" y="1059307"/>
                  </a:lnTo>
                  <a:lnTo>
                    <a:pt x="0" y="1059307"/>
                  </a:lnTo>
                  <a:lnTo>
                    <a:pt x="0" y="1070737"/>
                  </a:lnTo>
                  <a:lnTo>
                    <a:pt x="372745" y="1070737"/>
                  </a:lnTo>
                  <a:lnTo>
                    <a:pt x="372745" y="1099312"/>
                  </a:lnTo>
                  <a:lnTo>
                    <a:pt x="441325" y="1065022"/>
                  </a:lnTo>
                  <a:close/>
                </a:path>
                <a:path w="4638675" h="2032635">
                  <a:moveTo>
                    <a:pt x="446659" y="1696974"/>
                  </a:moveTo>
                  <a:lnTo>
                    <a:pt x="378079" y="1662684"/>
                  </a:lnTo>
                  <a:lnTo>
                    <a:pt x="378079" y="1691259"/>
                  </a:lnTo>
                  <a:lnTo>
                    <a:pt x="23368" y="1691259"/>
                  </a:lnTo>
                  <a:lnTo>
                    <a:pt x="23368" y="1702689"/>
                  </a:lnTo>
                  <a:lnTo>
                    <a:pt x="378079" y="1702689"/>
                  </a:lnTo>
                  <a:lnTo>
                    <a:pt x="378079" y="1731264"/>
                  </a:lnTo>
                  <a:lnTo>
                    <a:pt x="446659" y="1696974"/>
                  </a:lnTo>
                  <a:close/>
                </a:path>
                <a:path w="4638675" h="2032635">
                  <a:moveTo>
                    <a:pt x="3846830" y="1398778"/>
                  </a:moveTo>
                  <a:lnTo>
                    <a:pt x="3846715" y="1398397"/>
                  </a:lnTo>
                  <a:lnTo>
                    <a:pt x="3835717" y="1361059"/>
                  </a:lnTo>
                  <a:lnTo>
                    <a:pt x="3830434" y="1343164"/>
                  </a:lnTo>
                  <a:lnTo>
                    <a:pt x="3825113" y="1325118"/>
                  </a:lnTo>
                  <a:lnTo>
                    <a:pt x="3805809" y="1343164"/>
                  </a:lnTo>
                  <a:lnTo>
                    <a:pt x="3803167" y="1339469"/>
                  </a:lnTo>
                  <a:lnTo>
                    <a:pt x="3800983" y="1336421"/>
                  </a:lnTo>
                  <a:lnTo>
                    <a:pt x="3799332" y="1339469"/>
                  </a:lnTo>
                  <a:lnTo>
                    <a:pt x="3793744" y="1333373"/>
                  </a:lnTo>
                  <a:lnTo>
                    <a:pt x="3793744" y="1350264"/>
                  </a:lnTo>
                  <a:lnTo>
                    <a:pt x="3789553" y="1358265"/>
                  </a:lnTo>
                  <a:lnTo>
                    <a:pt x="3786505" y="1361059"/>
                  </a:lnTo>
                  <a:lnTo>
                    <a:pt x="3777361" y="1356360"/>
                  </a:lnTo>
                  <a:lnTo>
                    <a:pt x="3777361" y="1369187"/>
                  </a:lnTo>
                  <a:lnTo>
                    <a:pt x="3777361" y="1369695"/>
                  </a:lnTo>
                  <a:lnTo>
                    <a:pt x="3774948" y="1371854"/>
                  </a:lnTo>
                  <a:lnTo>
                    <a:pt x="3777361" y="1372743"/>
                  </a:lnTo>
                  <a:lnTo>
                    <a:pt x="3777361" y="1381633"/>
                  </a:lnTo>
                  <a:lnTo>
                    <a:pt x="3777361" y="1414145"/>
                  </a:lnTo>
                  <a:lnTo>
                    <a:pt x="3777361" y="1425321"/>
                  </a:lnTo>
                  <a:lnTo>
                    <a:pt x="2593340" y="2003806"/>
                  </a:lnTo>
                  <a:lnTo>
                    <a:pt x="3261741" y="1403858"/>
                  </a:lnTo>
                  <a:lnTo>
                    <a:pt x="3772281" y="1403858"/>
                  </a:lnTo>
                  <a:lnTo>
                    <a:pt x="3777361" y="1414145"/>
                  </a:lnTo>
                  <a:lnTo>
                    <a:pt x="3777361" y="1381633"/>
                  </a:lnTo>
                  <a:lnTo>
                    <a:pt x="3771646" y="1392428"/>
                  </a:lnTo>
                  <a:lnTo>
                    <a:pt x="3274441" y="1392428"/>
                  </a:lnTo>
                  <a:lnTo>
                    <a:pt x="3475863" y="1211580"/>
                  </a:lnTo>
                  <a:lnTo>
                    <a:pt x="3777361" y="1369187"/>
                  </a:lnTo>
                  <a:lnTo>
                    <a:pt x="3777361" y="1356360"/>
                  </a:lnTo>
                  <a:lnTo>
                    <a:pt x="3500424" y="1211580"/>
                  </a:lnTo>
                  <a:lnTo>
                    <a:pt x="3484880" y="1203452"/>
                  </a:lnTo>
                  <a:lnTo>
                    <a:pt x="3491103" y="1197864"/>
                  </a:lnTo>
                  <a:lnTo>
                    <a:pt x="3578606" y="1119378"/>
                  </a:lnTo>
                  <a:lnTo>
                    <a:pt x="3793744" y="1350264"/>
                  </a:lnTo>
                  <a:lnTo>
                    <a:pt x="3793744" y="1333373"/>
                  </a:lnTo>
                  <a:lnTo>
                    <a:pt x="3594214" y="1119378"/>
                  </a:lnTo>
                  <a:lnTo>
                    <a:pt x="3587115" y="1111758"/>
                  </a:lnTo>
                  <a:lnTo>
                    <a:pt x="3596436" y="1103376"/>
                  </a:lnTo>
                  <a:lnTo>
                    <a:pt x="3792601" y="927227"/>
                  </a:lnTo>
                  <a:lnTo>
                    <a:pt x="3811651" y="948436"/>
                  </a:lnTo>
                  <a:lnTo>
                    <a:pt x="3820007" y="927227"/>
                  </a:lnTo>
                  <a:lnTo>
                    <a:pt x="3826383" y="911098"/>
                  </a:lnTo>
                  <a:lnTo>
                    <a:pt x="3839845" y="877189"/>
                  </a:lnTo>
                  <a:lnTo>
                    <a:pt x="3765931" y="897509"/>
                  </a:lnTo>
                  <a:lnTo>
                    <a:pt x="3784981" y="918718"/>
                  </a:lnTo>
                  <a:lnTo>
                    <a:pt x="3579368" y="1103376"/>
                  </a:lnTo>
                  <a:lnTo>
                    <a:pt x="3570859" y="1094232"/>
                  </a:lnTo>
                  <a:lnTo>
                    <a:pt x="3570859" y="1110996"/>
                  </a:lnTo>
                  <a:lnTo>
                    <a:pt x="3474212" y="1197864"/>
                  </a:lnTo>
                  <a:lnTo>
                    <a:pt x="3465068" y="1193038"/>
                  </a:lnTo>
                  <a:lnTo>
                    <a:pt x="3465068" y="1205992"/>
                  </a:lnTo>
                  <a:lnTo>
                    <a:pt x="3257423" y="1392428"/>
                  </a:lnTo>
                  <a:lnTo>
                    <a:pt x="2581910" y="1392428"/>
                  </a:lnTo>
                  <a:lnTo>
                    <a:pt x="3220212" y="1077849"/>
                  </a:lnTo>
                  <a:lnTo>
                    <a:pt x="3465068" y="1205992"/>
                  </a:lnTo>
                  <a:lnTo>
                    <a:pt x="3465068" y="1193038"/>
                  </a:lnTo>
                  <a:lnTo>
                    <a:pt x="3244799" y="1077849"/>
                  </a:lnTo>
                  <a:lnTo>
                    <a:pt x="3232912" y="1071626"/>
                  </a:lnTo>
                  <a:lnTo>
                    <a:pt x="3246043" y="1065149"/>
                  </a:lnTo>
                  <a:lnTo>
                    <a:pt x="3439287" y="969899"/>
                  </a:lnTo>
                  <a:lnTo>
                    <a:pt x="3570859" y="1110996"/>
                  </a:lnTo>
                  <a:lnTo>
                    <a:pt x="3570859" y="1094232"/>
                  </a:lnTo>
                  <a:lnTo>
                    <a:pt x="3455047" y="969899"/>
                  </a:lnTo>
                  <a:lnTo>
                    <a:pt x="3450082" y="964565"/>
                  </a:lnTo>
                  <a:lnTo>
                    <a:pt x="3467608" y="955929"/>
                  </a:lnTo>
                  <a:lnTo>
                    <a:pt x="3780917" y="801624"/>
                  </a:lnTo>
                  <a:lnTo>
                    <a:pt x="3793490" y="827151"/>
                  </a:lnTo>
                  <a:lnTo>
                    <a:pt x="3812908" y="801624"/>
                  </a:lnTo>
                  <a:lnTo>
                    <a:pt x="3824605" y="786257"/>
                  </a:lnTo>
                  <a:lnTo>
                    <a:pt x="3839083" y="766953"/>
                  </a:lnTo>
                  <a:lnTo>
                    <a:pt x="3839845" y="766699"/>
                  </a:lnTo>
                  <a:lnTo>
                    <a:pt x="3839337" y="766699"/>
                  </a:lnTo>
                  <a:lnTo>
                    <a:pt x="3839845" y="766191"/>
                  </a:lnTo>
                  <a:lnTo>
                    <a:pt x="3838702" y="766191"/>
                  </a:lnTo>
                  <a:lnTo>
                    <a:pt x="3772408" y="730250"/>
                  </a:lnTo>
                  <a:lnTo>
                    <a:pt x="3771519" y="758825"/>
                  </a:lnTo>
                  <a:lnTo>
                    <a:pt x="3770757" y="758825"/>
                  </a:lnTo>
                  <a:lnTo>
                    <a:pt x="3770757" y="780923"/>
                  </a:lnTo>
                  <a:lnTo>
                    <a:pt x="3770376" y="794004"/>
                  </a:lnTo>
                  <a:lnTo>
                    <a:pt x="3441954" y="955929"/>
                  </a:lnTo>
                  <a:lnTo>
                    <a:pt x="3431159" y="944372"/>
                  </a:lnTo>
                  <a:lnTo>
                    <a:pt x="3431159" y="961263"/>
                  </a:lnTo>
                  <a:lnTo>
                    <a:pt x="3220339" y="1065149"/>
                  </a:lnTo>
                  <a:lnTo>
                    <a:pt x="2582545" y="731520"/>
                  </a:lnTo>
                  <a:lnTo>
                    <a:pt x="3236976" y="752856"/>
                  </a:lnTo>
                  <a:lnTo>
                    <a:pt x="3431159" y="961263"/>
                  </a:lnTo>
                  <a:lnTo>
                    <a:pt x="3431159" y="944372"/>
                  </a:lnTo>
                  <a:lnTo>
                    <a:pt x="3253232" y="753364"/>
                  </a:lnTo>
                  <a:lnTo>
                    <a:pt x="3765423" y="770001"/>
                  </a:lnTo>
                  <a:lnTo>
                    <a:pt x="3770757" y="780923"/>
                  </a:lnTo>
                  <a:lnTo>
                    <a:pt x="3770757" y="758825"/>
                  </a:lnTo>
                  <a:lnTo>
                    <a:pt x="3603625" y="753364"/>
                  </a:lnTo>
                  <a:lnTo>
                    <a:pt x="3242183" y="741553"/>
                  </a:lnTo>
                  <a:lnTo>
                    <a:pt x="3241700" y="741045"/>
                  </a:lnTo>
                  <a:lnTo>
                    <a:pt x="2551049" y="0"/>
                  </a:lnTo>
                  <a:lnTo>
                    <a:pt x="2542667" y="7747"/>
                  </a:lnTo>
                  <a:lnTo>
                    <a:pt x="3226054" y="741045"/>
                  </a:lnTo>
                  <a:lnTo>
                    <a:pt x="2933052" y="731520"/>
                  </a:lnTo>
                  <a:lnTo>
                    <a:pt x="2558034" y="719328"/>
                  </a:lnTo>
                  <a:lnTo>
                    <a:pt x="2557780" y="725043"/>
                  </a:lnTo>
                  <a:lnTo>
                    <a:pt x="2555240" y="729996"/>
                  </a:lnTo>
                  <a:lnTo>
                    <a:pt x="3207766" y="1071372"/>
                  </a:lnTo>
                  <a:lnTo>
                    <a:pt x="2555367" y="1392936"/>
                  </a:lnTo>
                  <a:lnTo>
                    <a:pt x="2557780" y="1398016"/>
                  </a:lnTo>
                  <a:lnTo>
                    <a:pt x="2557780" y="1403858"/>
                  </a:lnTo>
                  <a:lnTo>
                    <a:pt x="3244723" y="1403858"/>
                  </a:lnTo>
                  <a:lnTo>
                    <a:pt x="2556129" y="2021967"/>
                  </a:lnTo>
                  <a:lnTo>
                    <a:pt x="2555367" y="2022348"/>
                  </a:lnTo>
                  <a:lnTo>
                    <a:pt x="2555367" y="2022602"/>
                  </a:lnTo>
                  <a:lnTo>
                    <a:pt x="2554097" y="2023872"/>
                  </a:lnTo>
                  <a:lnTo>
                    <a:pt x="2558415" y="2028825"/>
                  </a:lnTo>
                  <a:lnTo>
                    <a:pt x="2560066" y="2032127"/>
                  </a:lnTo>
                  <a:lnTo>
                    <a:pt x="2560193" y="2032381"/>
                  </a:lnTo>
                  <a:lnTo>
                    <a:pt x="2560320" y="2032635"/>
                  </a:lnTo>
                  <a:lnTo>
                    <a:pt x="2561463" y="2032127"/>
                  </a:lnTo>
                  <a:lnTo>
                    <a:pt x="2561590" y="2032381"/>
                  </a:lnTo>
                  <a:lnTo>
                    <a:pt x="2561844" y="2032127"/>
                  </a:lnTo>
                  <a:lnTo>
                    <a:pt x="2562225" y="2031746"/>
                  </a:lnTo>
                  <a:lnTo>
                    <a:pt x="2619387" y="2003806"/>
                  </a:lnTo>
                  <a:lnTo>
                    <a:pt x="3786632" y="1433322"/>
                  </a:lnTo>
                  <a:lnTo>
                    <a:pt x="3799205" y="1459103"/>
                  </a:lnTo>
                  <a:lnTo>
                    <a:pt x="3818915" y="1433322"/>
                  </a:lnTo>
                  <a:lnTo>
                    <a:pt x="3830574" y="1418082"/>
                  </a:lnTo>
                  <a:lnTo>
                    <a:pt x="3845458" y="1398778"/>
                  </a:lnTo>
                  <a:lnTo>
                    <a:pt x="3845560" y="1398651"/>
                  </a:lnTo>
                  <a:lnTo>
                    <a:pt x="3845941" y="1398651"/>
                  </a:lnTo>
                  <a:lnTo>
                    <a:pt x="3845687" y="1398397"/>
                  </a:lnTo>
                  <a:lnTo>
                    <a:pt x="3846830" y="1398778"/>
                  </a:lnTo>
                  <a:close/>
                </a:path>
                <a:path w="4638675" h="2032635">
                  <a:moveTo>
                    <a:pt x="4627118" y="790829"/>
                  </a:moveTo>
                  <a:lnTo>
                    <a:pt x="4558538" y="756539"/>
                  </a:lnTo>
                  <a:lnTo>
                    <a:pt x="4558538" y="785114"/>
                  </a:lnTo>
                  <a:lnTo>
                    <a:pt x="4269486" y="785114"/>
                  </a:lnTo>
                  <a:lnTo>
                    <a:pt x="4269486" y="796544"/>
                  </a:lnTo>
                  <a:lnTo>
                    <a:pt x="4558538" y="796544"/>
                  </a:lnTo>
                  <a:lnTo>
                    <a:pt x="4558538" y="825119"/>
                  </a:lnTo>
                  <a:lnTo>
                    <a:pt x="4627118" y="790829"/>
                  </a:lnTo>
                  <a:close/>
                </a:path>
                <a:path w="4638675" h="2032635">
                  <a:moveTo>
                    <a:pt x="4638675" y="1422781"/>
                  </a:moveTo>
                  <a:lnTo>
                    <a:pt x="4570095" y="1388491"/>
                  </a:lnTo>
                  <a:lnTo>
                    <a:pt x="4570095" y="1417066"/>
                  </a:lnTo>
                  <a:lnTo>
                    <a:pt x="4274947" y="1417066"/>
                  </a:lnTo>
                  <a:lnTo>
                    <a:pt x="4274947" y="1428496"/>
                  </a:lnTo>
                  <a:lnTo>
                    <a:pt x="4570095" y="1428496"/>
                  </a:lnTo>
                  <a:lnTo>
                    <a:pt x="4570095" y="1457071"/>
                  </a:lnTo>
                  <a:lnTo>
                    <a:pt x="4638675" y="1422781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896870" y="3399282"/>
            <a:ext cx="32639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75" spc="-37" baseline="11111" dirty="0">
                <a:latin typeface="Calibri"/>
                <a:cs typeface="Calibri"/>
              </a:rPr>
              <a:t>W</a:t>
            </a:r>
            <a:r>
              <a:rPr sz="800" spc="-25" dirty="0">
                <a:latin typeface="Calibri"/>
                <a:cs typeface="Calibri"/>
              </a:rPr>
              <a:t>34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72485" y="1473834"/>
            <a:ext cx="342900" cy="1065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610" marR="30480" indent="-17145">
              <a:lnSpc>
                <a:spcPct val="144000"/>
              </a:lnSpc>
              <a:spcBef>
                <a:spcPts val="95"/>
              </a:spcBef>
            </a:pPr>
            <a:r>
              <a:rPr sz="1875" spc="-37" baseline="11111" dirty="0">
                <a:latin typeface="Calibri"/>
                <a:cs typeface="Calibri"/>
              </a:rPr>
              <a:t>W</a:t>
            </a:r>
            <a:r>
              <a:rPr sz="800" spc="-25" dirty="0">
                <a:latin typeface="Calibri"/>
                <a:cs typeface="Calibri"/>
              </a:rPr>
              <a:t>11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1875" spc="-37" baseline="11111" dirty="0">
                <a:latin typeface="Calibri"/>
                <a:cs typeface="Calibri"/>
              </a:rPr>
              <a:t>W</a:t>
            </a:r>
            <a:r>
              <a:rPr sz="800" spc="-25" dirty="0">
                <a:latin typeface="Calibri"/>
                <a:cs typeface="Calibri"/>
              </a:rPr>
              <a:t>12</a:t>
            </a:r>
            <a:endParaRPr sz="800">
              <a:latin typeface="Calibri"/>
              <a:cs typeface="Calibri"/>
            </a:endParaRPr>
          </a:p>
          <a:p>
            <a:pPr marL="114300">
              <a:lnSpc>
                <a:spcPts val="1725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14300">
              <a:lnSpc>
                <a:spcPts val="2140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27194" y="1703070"/>
            <a:ext cx="27622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75" spc="-37" baseline="11111" dirty="0">
                <a:latin typeface="Calibri"/>
                <a:cs typeface="Calibri"/>
              </a:rPr>
              <a:t>V</a:t>
            </a:r>
            <a:r>
              <a:rPr sz="800" spc="-25" dirty="0">
                <a:latin typeface="Calibri"/>
                <a:cs typeface="Calibri"/>
              </a:rPr>
              <a:t>11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70246" y="1980133"/>
            <a:ext cx="116839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50" dirty="0">
                <a:latin typeface="Calibri"/>
                <a:cs typeface="Calibri"/>
              </a:rPr>
              <a:t>V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60797" y="2078863"/>
            <a:ext cx="13525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-25" dirty="0">
                <a:latin typeface="Calibri"/>
                <a:cs typeface="Calibri"/>
              </a:rPr>
              <a:t>12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37480" y="3319653"/>
            <a:ext cx="27622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75" spc="-37" baseline="11111" dirty="0">
                <a:latin typeface="Calibri"/>
                <a:cs typeface="Calibri"/>
              </a:rPr>
              <a:t>V</a:t>
            </a:r>
            <a:r>
              <a:rPr sz="800" spc="-25" dirty="0">
                <a:latin typeface="Calibri"/>
                <a:cs typeface="Calibri"/>
              </a:rPr>
              <a:t>42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83963" y="2129409"/>
            <a:ext cx="83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23669" y="1772539"/>
            <a:ext cx="21717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x</a:t>
            </a:r>
            <a:r>
              <a:rPr sz="1425" spc="-37" baseline="-23391" dirty="0">
                <a:latin typeface="Calibri"/>
                <a:cs typeface="Calibri"/>
              </a:rPr>
              <a:t>1</a:t>
            </a:r>
            <a:endParaRPr sz="1425" baseline="-23391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18208" y="2458592"/>
            <a:ext cx="21653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x</a:t>
            </a:r>
            <a:r>
              <a:rPr sz="1425" spc="-37" baseline="-17543" dirty="0">
                <a:latin typeface="Calibri"/>
                <a:cs typeface="Calibri"/>
              </a:rPr>
              <a:t>2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64817" y="3090113"/>
            <a:ext cx="21717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x</a:t>
            </a:r>
            <a:r>
              <a:rPr sz="1425" spc="-37" baseline="-17543" dirty="0">
                <a:latin typeface="Calibri"/>
                <a:cs typeface="Calibri"/>
              </a:rPr>
              <a:t>3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64909" y="2216658"/>
            <a:ext cx="2197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y</a:t>
            </a:r>
            <a:r>
              <a:rPr sz="1425" spc="-37" baseline="-17543" dirty="0">
                <a:latin typeface="Calibri"/>
                <a:cs typeface="Calibri"/>
              </a:rPr>
              <a:t>1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73419" y="2827147"/>
            <a:ext cx="2197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Calibri"/>
                <a:cs typeface="Calibri"/>
              </a:rPr>
              <a:t>y</a:t>
            </a:r>
            <a:r>
              <a:rPr sz="1425" spc="-37" baseline="-17543" dirty="0">
                <a:latin typeface="Calibri"/>
                <a:cs typeface="Calibri"/>
              </a:rPr>
              <a:t>2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41550" y="1815160"/>
            <a:ext cx="73025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50" dirty="0">
                <a:latin typeface="Calibri"/>
                <a:cs typeface="Calibri"/>
              </a:rPr>
              <a:t>i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88794" y="1924888"/>
            <a:ext cx="9525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50" dirty="0"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22626" y="2440686"/>
            <a:ext cx="19304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i</a:t>
            </a:r>
            <a:r>
              <a:rPr sz="1575" spc="-37" baseline="-15873" dirty="0">
                <a:latin typeface="Calibri"/>
                <a:cs typeface="Calibri"/>
              </a:rPr>
              <a:t>2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47264" y="3098419"/>
            <a:ext cx="19304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i</a:t>
            </a:r>
            <a:r>
              <a:rPr sz="1575" spc="-37" baseline="-15873" dirty="0">
                <a:latin typeface="Calibri"/>
                <a:cs typeface="Calibri"/>
              </a:rPr>
              <a:t>3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78455" y="4073728"/>
            <a:ext cx="73025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50" dirty="0">
                <a:latin typeface="Calibri"/>
                <a:cs typeface="Calibri"/>
              </a:rPr>
              <a:t>i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24176" y="4183760"/>
            <a:ext cx="9525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50" dirty="0"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84551" y="4408170"/>
            <a:ext cx="7302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50" dirty="0">
                <a:latin typeface="Calibri"/>
                <a:cs typeface="Calibri"/>
              </a:rPr>
              <a:t>i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30272" y="4517897"/>
            <a:ext cx="9525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50" dirty="0"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359151" y="4798263"/>
            <a:ext cx="19304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i</a:t>
            </a:r>
            <a:r>
              <a:rPr sz="1575" spc="-37" baseline="-15873" dirty="0">
                <a:latin typeface="Calibri"/>
                <a:cs typeface="Calibri"/>
              </a:rPr>
              <a:t>3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80992" y="1440561"/>
            <a:ext cx="25400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h</a:t>
            </a:r>
            <a:r>
              <a:rPr sz="1575" spc="-37" baseline="-15873" dirty="0">
                <a:latin typeface="Calibri"/>
                <a:cs typeface="Calibri"/>
              </a:rPr>
              <a:t>1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899027" y="2175459"/>
            <a:ext cx="25400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h</a:t>
            </a:r>
            <a:r>
              <a:rPr sz="1575" spc="-37" baseline="-15873" dirty="0">
                <a:latin typeface="Calibri"/>
                <a:cs typeface="Calibri"/>
              </a:rPr>
              <a:t>2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98391" y="2801492"/>
            <a:ext cx="25400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h</a:t>
            </a:r>
            <a:r>
              <a:rPr sz="1575" spc="-37" baseline="-15873" dirty="0">
                <a:latin typeface="Calibri"/>
                <a:cs typeface="Calibri"/>
              </a:rPr>
              <a:t>3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04488" y="3476955"/>
            <a:ext cx="254635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h</a:t>
            </a:r>
            <a:r>
              <a:rPr sz="1575" spc="-37" baseline="-15873" dirty="0">
                <a:latin typeface="Calibri"/>
                <a:cs typeface="Calibri"/>
              </a:rPr>
              <a:t>4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05271" y="2175459"/>
            <a:ext cx="25400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o</a:t>
            </a:r>
            <a:r>
              <a:rPr sz="1575" spc="-37" baseline="-15873" dirty="0">
                <a:latin typeface="Calibri"/>
                <a:cs typeface="Calibri"/>
              </a:rPr>
              <a:t>1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623559" y="2851785"/>
            <a:ext cx="25400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o</a:t>
            </a:r>
            <a:r>
              <a:rPr sz="1575" spc="-37" baseline="-15873" dirty="0">
                <a:latin typeface="Calibri"/>
                <a:cs typeface="Calibri"/>
              </a:rPr>
              <a:t>2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18738" y="3900373"/>
            <a:ext cx="133985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50" dirty="0">
                <a:latin typeface="Calibri"/>
                <a:cs typeface="Calibri"/>
              </a:rPr>
              <a:t>h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726941" y="4024629"/>
            <a:ext cx="9525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50" dirty="0"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919983" y="3881754"/>
            <a:ext cx="61722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400685" algn="l"/>
              </a:tabLst>
            </a:pPr>
            <a:r>
              <a:rPr sz="1600" spc="-25" dirty="0">
                <a:latin typeface="Calibri"/>
                <a:cs typeface="Calibri"/>
              </a:rPr>
              <a:t>h</a:t>
            </a:r>
            <a:r>
              <a:rPr sz="1575" spc="-37" baseline="-15873" dirty="0">
                <a:latin typeface="Calibri"/>
                <a:cs typeface="Calibri"/>
              </a:rPr>
              <a:t>2</a:t>
            </a:r>
            <a:r>
              <a:rPr sz="1575" baseline="-15873" dirty="0">
                <a:latin typeface="Calibri"/>
                <a:cs typeface="Calibri"/>
              </a:rPr>
              <a:t>	</a:t>
            </a:r>
            <a:r>
              <a:rPr sz="1600" spc="-25" dirty="0">
                <a:latin typeface="Calibri"/>
                <a:cs typeface="Calibri"/>
              </a:rPr>
              <a:t>h</a:t>
            </a:r>
            <a:r>
              <a:rPr sz="1575" spc="-37" baseline="-15873" dirty="0">
                <a:latin typeface="Calibri"/>
                <a:cs typeface="Calibri"/>
              </a:rPr>
              <a:t>3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611247" y="3862832"/>
            <a:ext cx="25463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h</a:t>
            </a:r>
            <a:r>
              <a:rPr sz="1575" spc="-37" baseline="-15873" dirty="0">
                <a:latin typeface="Calibri"/>
                <a:cs typeface="Calibri"/>
              </a:rPr>
              <a:t>1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08757" y="5120741"/>
            <a:ext cx="20891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50" dirty="0">
                <a:latin typeface="Calibri"/>
                <a:cs typeface="Calibri"/>
              </a:rPr>
              <a:t>W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576571" y="4062984"/>
            <a:ext cx="656590" cy="1056640"/>
          </a:xfrm>
          <a:custGeom>
            <a:avLst/>
            <a:gdLst/>
            <a:ahLst/>
            <a:cxnLst/>
            <a:rect l="l" t="t" r="r" b="b"/>
            <a:pathLst>
              <a:path w="656589" h="1056639">
                <a:moveTo>
                  <a:pt x="0" y="1056131"/>
                </a:moveTo>
                <a:lnTo>
                  <a:pt x="656386" y="1056131"/>
                </a:lnTo>
                <a:lnTo>
                  <a:pt x="656386" y="0"/>
                </a:lnTo>
                <a:lnTo>
                  <a:pt x="0" y="0"/>
                </a:lnTo>
                <a:lnTo>
                  <a:pt x="0" y="1056131"/>
                </a:lnTo>
                <a:close/>
              </a:path>
            </a:pathLst>
          </a:custGeom>
          <a:ln w="12699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657978" y="3768038"/>
            <a:ext cx="254635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o</a:t>
            </a:r>
            <a:r>
              <a:rPr sz="1575" spc="-37" baseline="-15873" dirty="0">
                <a:latin typeface="Calibri"/>
                <a:cs typeface="Calibri"/>
              </a:rPr>
              <a:t>1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69764" y="3781170"/>
            <a:ext cx="25463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o</a:t>
            </a:r>
            <a:r>
              <a:rPr sz="1575" spc="-37" baseline="-15873" dirty="0">
                <a:latin typeface="Calibri"/>
                <a:cs typeface="Calibri"/>
              </a:rPr>
              <a:t>2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359275" y="4461103"/>
            <a:ext cx="254000" cy="586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14999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h</a:t>
            </a:r>
            <a:r>
              <a:rPr sz="1575" spc="-37" baseline="-15873" dirty="0">
                <a:latin typeface="Calibri"/>
                <a:cs typeface="Calibri"/>
              </a:rPr>
              <a:t>3 </a:t>
            </a:r>
            <a:r>
              <a:rPr sz="1600" spc="-25" dirty="0">
                <a:latin typeface="Calibri"/>
                <a:cs typeface="Calibri"/>
              </a:rPr>
              <a:t>h</a:t>
            </a:r>
            <a:r>
              <a:rPr sz="1575" spc="-37" baseline="-15873" dirty="0">
                <a:latin typeface="Calibri"/>
                <a:cs typeface="Calibri"/>
              </a:rPr>
              <a:t>4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391405" y="4246321"/>
            <a:ext cx="133985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50" dirty="0">
                <a:latin typeface="Calibri"/>
                <a:cs typeface="Calibri"/>
              </a:rPr>
              <a:t>h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499864" y="4370578"/>
            <a:ext cx="9525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50" dirty="0"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367784" y="4001261"/>
            <a:ext cx="25400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h</a:t>
            </a:r>
            <a:r>
              <a:rPr sz="1575" spc="-37" baseline="-15873" dirty="0">
                <a:latin typeface="Calibri"/>
                <a:cs typeface="Calibri"/>
              </a:rPr>
              <a:t>1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860416" y="5103977"/>
            <a:ext cx="14224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50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522220" y="4198620"/>
            <a:ext cx="1374775" cy="902335"/>
          </a:xfrm>
          <a:prstGeom prst="rect">
            <a:avLst/>
          </a:prstGeom>
          <a:ln w="12700">
            <a:solidFill>
              <a:srgbClr val="2D528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40"/>
              </a:spcBef>
            </a:pPr>
            <a:r>
              <a:rPr sz="1875" baseline="15555" dirty="0">
                <a:latin typeface="Calibri"/>
                <a:cs typeface="Calibri"/>
              </a:rPr>
              <a:t>W</a:t>
            </a:r>
            <a:r>
              <a:rPr sz="1200" baseline="10416" dirty="0">
                <a:latin typeface="Calibri"/>
                <a:cs typeface="Calibri"/>
              </a:rPr>
              <a:t>11</a:t>
            </a:r>
            <a:r>
              <a:rPr sz="1200" spc="442" baseline="10416" dirty="0">
                <a:latin typeface="Calibri"/>
                <a:cs typeface="Calibri"/>
              </a:rPr>
              <a:t>  </a:t>
            </a:r>
            <a:r>
              <a:rPr sz="1875" baseline="13333" dirty="0">
                <a:latin typeface="Calibri"/>
                <a:cs typeface="Calibri"/>
              </a:rPr>
              <a:t>W</a:t>
            </a:r>
            <a:r>
              <a:rPr sz="1200" baseline="3472" dirty="0">
                <a:latin typeface="Calibri"/>
                <a:cs typeface="Calibri"/>
              </a:rPr>
              <a:t>12</a:t>
            </a:r>
            <a:r>
              <a:rPr sz="1200" spc="375" baseline="3472" dirty="0">
                <a:latin typeface="Calibri"/>
                <a:cs typeface="Calibri"/>
              </a:rPr>
              <a:t> </a:t>
            </a:r>
            <a:r>
              <a:rPr sz="1875" baseline="13333" dirty="0">
                <a:latin typeface="Calibri"/>
                <a:cs typeface="Calibri"/>
              </a:rPr>
              <a:t>W</a:t>
            </a:r>
            <a:r>
              <a:rPr sz="1200" baseline="3472" dirty="0">
                <a:latin typeface="Calibri"/>
                <a:cs typeface="Calibri"/>
              </a:rPr>
              <a:t>13</a:t>
            </a:r>
            <a:r>
              <a:rPr sz="1200" spc="270" baseline="3472" dirty="0">
                <a:latin typeface="Calibri"/>
                <a:cs typeface="Calibri"/>
              </a:rPr>
              <a:t>  </a:t>
            </a:r>
            <a:r>
              <a:rPr sz="1875" spc="-37" baseline="11111" dirty="0">
                <a:latin typeface="Calibri"/>
                <a:cs typeface="Calibri"/>
              </a:rPr>
              <a:t>W</a:t>
            </a:r>
            <a:r>
              <a:rPr sz="800" spc="-25" dirty="0"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  <a:p>
            <a:pPr marL="96520" marR="12700" indent="-6350">
              <a:lnSpc>
                <a:spcPct val="166400"/>
              </a:lnSpc>
              <a:spcBef>
                <a:spcPts val="330"/>
              </a:spcBef>
            </a:pPr>
            <a:r>
              <a:rPr sz="1875" baseline="15555" dirty="0">
                <a:latin typeface="Calibri"/>
                <a:cs typeface="Calibri"/>
              </a:rPr>
              <a:t>W</a:t>
            </a:r>
            <a:r>
              <a:rPr sz="1200" baseline="10416" dirty="0">
                <a:latin typeface="Calibri"/>
                <a:cs typeface="Calibri"/>
              </a:rPr>
              <a:t>21</a:t>
            </a:r>
            <a:r>
              <a:rPr sz="1200" spc="442" baseline="10416" dirty="0">
                <a:latin typeface="Calibri"/>
                <a:cs typeface="Calibri"/>
              </a:rPr>
              <a:t>  </a:t>
            </a:r>
            <a:r>
              <a:rPr sz="1875" baseline="13333" dirty="0">
                <a:latin typeface="Calibri"/>
                <a:cs typeface="Calibri"/>
              </a:rPr>
              <a:t>W</a:t>
            </a:r>
            <a:r>
              <a:rPr sz="1200" baseline="3472" dirty="0">
                <a:latin typeface="Calibri"/>
                <a:cs typeface="Calibri"/>
              </a:rPr>
              <a:t>22</a:t>
            </a:r>
            <a:r>
              <a:rPr sz="1200" spc="375" baseline="3472" dirty="0">
                <a:latin typeface="Calibri"/>
                <a:cs typeface="Calibri"/>
              </a:rPr>
              <a:t> </a:t>
            </a:r>
            <a:r>
              <a:rPr sz="1875" baseline="13333" dirty="0">
                <a:latin typeface="Calibri"/>
                <a:cs typeface="Calibri"/>
              </a:rPr>
              <a:t>W</a:t>
            </a:r>
            <a:r>
              <a:rPr sz="1200" baseline="3472" dirty="0">
                <a:latin typeface="Calibri"/>
                <a:cs typeface="Calibri"/>
              </a:rPr>
              <a:t>23</a:t>
            </a:r>
            <a:r>
              <a:rPr sz="1200" spc="270" baseline="3472" dirty="0">
                <a:latin typeface="Calibri"/>
                <a:cs typeface="Calibri"/>
              </a:rPr>
              <a:t>  </a:t>
            </a:r>
            <a:r>
              <a:rPr sz="1875" spc="-37" baseline="11111" dirty="0">
                <a:latin typeface="Calibri"/>
                <a:cs typeface="Calibri"/>
              </a:rPr>
              <a:t>W</a:t>
            </a:r>
            <a:r>
              <a:rPr sz="800" spc="-25" dirty="0">
                <a:latin typeface="Calibri"/>
                <a:cs typeface="Calibri"/>
              </a:rPr>
              <a:t>24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1875" baseline="15555" dirty="0">
                <a:latin typeface="Calibri"/>
                <a:cs typeface="Calibri"/>
              </a:rPr>
              <a:t>W</a:t>
            </a:r>
            <a:r>
              <a:rPr sz="1200" baseline="10416" dirty="0">
                <a:latin typeface="Calibri"/>
                <a:cs typeface="Calibri"/>
              </a:rPr>
              <a:t>31</a:t>
            </a:r>
            <a:r>
              <a:rPr sz="1200" spc="442" baseline="10416" dirty="0">
                <a:latin typeface="Calibri"/>
                <a:cs typeface="Calibri"/>
              </a:rPr>
              <a:t>  </a:t>
            </a:r>
            <a:r>
              <a:rPr sz="1875" baseline="13333" dirty="0">
                <a:latin typeface="Calibri"/>
                <a:cs typeface="Calibri"/>
              </a:rPr>
              <a:t>W</a:t>
            </a:r>
            <a:r>
              <a:rPr sz="1200" baseline="3472" dirty="0">
                <a:latin typeface="Calibri"/>
                <a:cs typeface="Calibri"/>
              </a:rPr>
              <a:t>32</a:t>
            </a:r>
            <a:r>
              <a:rPr sz="1200" spc="375" baseline="3472" dirty="0">
                <a:latin typeface="Calibri"/>
                <a:cs typeface="Calibri"/>
              </a:rPr>
              <a:t> </a:t>
            </a:r>
            <a:r>
              <a:rPr sz="1875" baseline="13333" dirty="0">
                <a:latin typeface="Calibri"/>
                <a:cs typeface="Calibri"/>
              </a:rPr>
              <a:t>W</a:t>
            </a:r>
            <a:r>
              <a:rPr sz="1200" baseline="3472" dirty="0">
                <a:latin typeface="Calibri"/>
                <a:cs typeface="Calibri"/>
              </a:rPr>
              <a:t>33</a:t>
            </a:r>
            <a:r>
              <a:rPr sz="1200" spc="270" baseline="3472" dirty="0">
                <a:latin typeface="Calibri"/>
                <a:cs typeface="Calibri"/>
              </a:rPr>
              <a:t>  </a:t>
            </a:r>
            <a:r>
              <a:rPr sz="1875" spc="-37" baseline="11111" dirty="0">
                <a:latin typeface="Calibri"/>
                <a:cs typeface="Calibri"/>
              </a:rPr>
              <a:t>W</a:t>
            </a:r>
            <a:r>
              <a:rPr sz="800" spc="-25" dirty="0">
                <a:latin typeface="Calibri"/>
                <a:cs typeface="Calibri"/>
              </a:rPr>
              <a:t>34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39" y="1546860"/>
            <a:ext cx="9182100" cy="326135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28715" y="1159763"/>
            <a:ext cx="1323975" cy="2040889"/>
          </a:xfrm>
          <a:custGeom>
            <a:avLst/>
            <a:gdLst/>
            <a:ahLst/>
            <a:cxnLst/>
            <a:rect l="l" t="t" r="r" b="b"/>
            <a:pathLst>
              <a:path w="1323975" h="2040889">
                <a:moveTo>
                  <a:pt x="1249044" y="0"/>
                </a:moveTo>
                <a:lnTo>
                  <a:pt x="1174495" y="17525"/>
                </a:lnTo>
                <a:lnTo>
                  <a:pt x="1192784" y="39497"/>
                </a:lnTo>
                <a:lnTo>
                  <a:pt x="0" y="1033526"/>
                </a:lnTo>
                <a:lnTo>
                  <a:pt x="3683" y="1037971"/>
                </a:lnTo>
                <a:lnTo>
                  <a:pt x="3683" y="1038478"/>
                </a:lnTo>
                <a:lnTo>
                  <a:pt x="508" y="1043305"/>
                </a:lnTo>
                <a:lnTo>
                  <a:pt x="332739" y="1254633"/>
                </a:lnTo>
                <a:lnTo>
                  <a:pt x="4699" y="1667637"/>
                </a:lnTo>
                <a:lnTo>
                  <a:pt x="9017" y="1671065"/>
                </a:lnTo>
                <a:lnTo>
                  <a:pt x="7493" y="1676400"/>
                </a:lnTo>
                <a:lnTo>
                  <a:pt x="1193038" y="2013077"/>
                </a:lnTo>
                <a:lnTo>
                  <a:pt x="1185290" y="2040509"/>
                </a:lnTo>
                <a:lnTo>
                  <a:pt x="1260602" y="2026285"/>
                </a:lnTo>
                <a:lnTo>
                  <a:pt x="1233992" y="2002028"/>
                </a:lnTo>
                <a:lnTo>
                  <a:pt x="1196213" y="2002028"/>
                </a:lnTo>
                <a:lnTo>
                  <a:pt x="32638" y="1671701"/>
                </a:lnTo>
                <a:lnTo>
                  <a:pt x="91128" y="1658874"/>
                </a:lnTo>
                <a:lnTo>
                  <a:pt x="37084" y="1658874"/>
                </a:lnTo>
                <a:lnTo>
                  <a:pt x="57489" y="1645031"/>
                </a:lnTo>
                <a:lnTo>
                  <a:pt x="37084" y="1645031"/>
                </a:lnTo>
                <a:lnTo>
                  <a:pt x="342392" y="1260856"/>
                </a:lnTo>
                <a:lnTo>
                  <a:pt x="363798" y="1260856"/>
                </a:lnTo>
                <a:lnTo>
                  <a:pt x="349631" y="1251839"/>
                </a:lnTo>
                <a:lnTo>
                  <a:pt x="354564" y="1245615"/>
                </a:lnTo>
                <a:lnTo>
                  <a:pt x="339851" y="1245615"/>
                </a:lnTo>
                <a:lnTo>
                  <a:pt x="39750" y="1054735"/>
                </a:lnTo>
                <a:lnTo>
                  <a:pt x="81459" y="1054735"/>
                </a:lnTo>
                <a:lnTo>
                  <a:pt x="24384" y="1038478"/>
                </a:lnTo>
                <a:lnTo>
                  <a:pt x="73885" y="1026033"/>
                </a:lnTo>
                <a:lnTo>
                  <a:pt x="26797" y="1026033"/>
                </a:lnTo>
                <a:lnTo>
                  <a:pt x="1200150" y="48260"/>
                </a:lnTo>
                <a:lnTo>
                  <a:pt x="1227978" y="48260"/>
                </a:lnTo>
                <a:lnTo>
                  <a:pt x="1235075" y="32131"/>
                </a:lnTo>
                <a:lnTo>
                  <a:pt x="1249044" y="0"/>
                </a:lnTo>
                <a:close/>
              </a:path>
              <a:path w="1323975" h="2040889">
                <a:moveTo>
                  <a:pt x="1203960" y="1974596"/>
                </a:moveTo>
                <a:lnTo>
                  <a:pt x="1196213" y="2002028"/>
                </a:lnTo>
                <a:lnTo>
                  <a:pt x="1233992" y="2002028"/>
                </a:lnTo>
                <a:lnTo>
                  <a:pt x="1203960" y="1974596"/>
                </a:lnTo>
                <a:close/>
              </a:path>
              <a:path w="1323975" h="2040889">
                <a:moveTo>
                  <a:pt x="764668" y="1515872"/>
                </a:moveTo>
                <a:lnTo>
                  <a:pt x="743204" y="1515872"/>
                </a:lnTo>
                <a:lnTo>
                  <a:pt x="1263014" y="1846580"/>
                </a:lnTo>
                <a:lnTo>
                  <a:pt x="1247775" y="1870583"/>
                </a:lnTo>
                <a:lnTo>
                  <a:pt x="1323848" y="1878584"/>
                </a:lnTo>
                <a:lnTo>
                  <a:pt x="1308354" y="1852676"/>
                </a:lnTo>
                <a:lnTo>
                  <a:pt x="1298798" y="1836801"/>
                </a:lnTo>
                <a:lnTo>
                  <a:pt x="1269111" y="1836801"/>
                </a:lnTo>
                <a:lnTo>
                  <a:pt x="764668" y="1515872"/>
                </a:lnTo>
                <a:close/>
              </a:path>
              <a:path w="1323975" h="2040889">
                <a:moveTo>
                  <a:pt x="1284351" y="1812798"/>
                </a:moveTo>
                <a:lnTo>
                  <a:pt x="1269111" y="1836801"/>
                </a:lnTo>
                <a:lnTo>
                  <a:pt x="1298798" y="1836801"/>
                </a:lnTo>
                <a:lnTo>
                  <a:pt x="1284351" y="1812798"/>
                </a:lnTo>
                <a:close/>
              </a:path>
              <a:path w="1323975" h="2040889">
                <a:moveTo>
                  <a:pt x="729488" y="1493520"/>
                </a:moveTo>
                <a:lnTo>
                  <a:pt x="729488" y="1507109"/>
                </a:lnTo>
                <a:lnTo>
                  <a:pt x="37084" y="1658874"/>
                </a:lnTo>
                <a:lnTo>
                  <a:pt x="91128" y="1658874"/>
                </a:lnTo>
                <a:lnTo>
                  <a:pt x="743204" y="1515872"/>
                </a:lnTo>
                <a:lnTo>
                  <a:pt x="764668" y="1515872"/>
                </a:lnTo>
                <a:lnTo>
                  <a:pt x="759079" y="1512315"/>
                </a:lnTo>
                <a:lnTo>
                  <a:pt x="798480" y="1503680"/>
                </a:lnTo>
                <a:lnTo>
                  <a:pt x="745363" y="1503680"/>
                </a:lnTo>
                <a:lnTo>
                  <a:pt x="729488" y="1493520"/>
                </a:lnTo>
                <a:close/>
              </a:path>
              <a:path w="1323975" h="2040889">
                <a:moveTo>
                  <a:pt x="477138" y="1332991"/>
                </a:moveTo>
                <a:lnTo>
                  <a:pt x="477138" y="1346581"/>
                </a:lnTo>
                <a:lnTo>
                  <a:pt x="37084" y="1645031"/>
                </a:lnTo>
                <a:lnTo>
                  <a:pt x="57489" y="1645031"/>
                </a:lnTo>
                <a:lnTo>
                  <a:pt x="487680" y="1353185"/>
                </a:lnTo>
                <a:lnTo>
                  <a:pt x="508944" y="1353185"/>
                </a:lnTo>
                <a:lnTo>
                  <a:pt x="497967" y="1346200"/>
                </a:lnTo>
                <a:lnTo>
                  <a:pt x="507706" y="1339596"/>
                </a:lnTo>
                <a:lnTo>
                  <a:pt x="487425" y="1339596"/>
                </a:lnTo>
                <a:lnTo>
                  <a:pt x="477138" y="1332991"/>
                </a:lnTo>
                <a:close/>
              </a:path>
              <a:path w="1323975" h="2040889">
                <a:moveTo>
                  <a:pt x="508944" y="1353185"/>
                </a:moveTo>
                <a:lnTo>
                  <a:pt x="487680" y="1353185"/>
                </a:lnTo>
                <a:lnTo>
                  <a:pt x="729488" y="1507109"/>
                </a:lnTo>
                <a:lnTo>
                  <a:pt x="729488" y="1493520"/>
                </a:lnTo>
                <a:lnTo>
                  <a:pt x="508944" y="1353185"/>
                </a:lnTo>
                <a:close/>
              </a:path>
              <a:path w="1323975" h="2040889">
                <a:moveTo>
                  <a:pt x="1190116" y="1370330"/>
                </a:moveTo>
                <a:lnTo>
                  <a:pt x="1190116" y="1395349"/>
                </a:lnTo>
                <a:lnTo>
                  <a:pt x="1186941" y="1406778"/>
                </a:lnTo>
                <a:lnTo>
                  <a:pt x="745363" y="1503680"/>
                </a:lnTo>
                <a:lnTo>
                  <a:pt x="798480" y="1503680"/>
                </a:lnTo>
                <a:lnTo>
                  <a:pt x="1194815" y="1416812"/>
                </a:lnTo>
                <a:lnTo>
                  <a:pt x="1235506" y="1416812"/>
                </a:lnTo>
                <a:lnTo>
                  <a:pt x="1252347" y="1403223"/>
                </a:lnTo>
                <a:lnTo>
                  <a:pt x="1260475" y="1396491"/>
                </a:lnTo>
                <a:lnTo>
                  <a:pt x="1261248" y="1396491"/>
                </a:lnTo>
                <a:lnTo>
                  <a:pt x="1234766" y="1372235"/>
                </a:lnTo>
                <a:lnTo>
                  <a:pt x="1196720" y="1372235"/>
                </a:lnTo>
                <a:lnTo>
                  <a:pt x="1190116" y="1370330"/>
                </a:lnTo>
                <a:close/>
              </a:path>
              <a:path w="1323975" h="2040889">
                <a:moveTo>
                  <a:pt x="1235506" y="1416812"/>
                </a:moveTo>
                <a:lnTo>
                  <a:pt x="1194815" y="1416812"/>
                </a:lnTo>
                <a:lnTo>
                  <a:pt x="1201039" y="1444625"/>
                </a:lnTo>
                <a:lnTo>
                  <a:pt x="1235506" y="1416812"/>
                </a:lnTo>
                <a:close/>
              </a:path>
              <a:path w="1323975" h="2040889">
                <a:moveTo>
                  <a:pt x="706987" y="1232789"/>
                </a:moveTo>
                <a:lnTo>
                  <a:pt x="665226" y="1232789"/>
                </a:lnTo>
                <a:lnTo>
                  <a:pt x="1187068" y="1381252"/>
                </a:lnTo>
                <a:lnTo>
                  <a:pt x="1190116" y="1395349"/>
                </a:lnTo>
                <a:lnTo>
                  <a:pt x="1190116" y="1370330"/>
                </a:lnTo>
                <a:lnTo>
                  <a:pt x="706987" y="1232789"/>
                </a:lnTo>
                <a:close/>
              </a:path>
              <a:path w="1323975" h="2040889">
                <a:moveTo>
                  <a:pt x="1204594" y="1344676"/>
                </a:moveTo>
                <a:lnTo>
                  <a:pt x="1196720" y="1372235"/>
                </a:lnTo>
                <a:lnTo>
                  <a:pt x="1234766" y="1372235"/>
                </a:lnTo>
                <a:lnTo>
                  <a:pt x="1204594" y="1344676"/>
                </a:lnTo>
                <a:close/>
              </a:path>
              <a:path w="1323975" h="2040889">
                <a:moveTo>
                  <a:pt x="363798" y="1260856"/>
                </a:moveTo>
                <a:lnTo>
                  <a:pt x="342392" y="1260856"/>
                </a:lnTo>
                <a:lnTo>
                  <a:pt x="477138" y="1346581"/>
                </a:lnTo>
                <a:lnTo>
                  <a:pt x="477138" y="1332991"/>
                </a:lnTo>
                <a:lnTo>
                  <a:pt x="363798" y="1260856"/>
                </a:lnTo>
                <a:close/>
              </a:path>
              <a:path w="1323975" h="2040889">
                <a:moveTo>
                  <a:pt x="650875" y="1216787"/>
                </a:moveTo>
                <a:lnTo>
                  <a:pt x="650875" y="1228725"/>
                </a:lnTo>
                <a:lnTo>
                  <a:pt x="487425" y="1339596"/>
                </a:lnTo>
                <a:lnTo>
                  <a:pt x="507706" y="1339596"/>
                </a:lnTo>
                <a:lnTo>
                  <a:pt x="665226" y="1232789"/>
                </a:lnTo>
                <a:lnTo>
                  <a:pt x="706987" y="1232789"/>
                </a:lnTo>
                <a:lnTo>
                  <a:pt x="677545" y="1224407"/>
                </a:lnTo>
                <a:lnTo>
                  <a:pt x="683532" y="1220343"/>
                </a:lnTo>
                <a:lnTo>
                  <a:pt x="663194" y="1220343"/>
                </a:lnTo>
                <a:lnTo>
                  <a:pt x="650875" y="1216787"/>
                </a:lnTo>
                <a:close/>
              </a:path>
              <a:path w="1323975" h="2040889">
                <a:moveTo>
                  <a:pt x="408305" y="1147826"/>
                </a:moveTo>
                <a:lnTo>
                  <a:pt x="408305" y="1159637"/>
                </a:lnTo>
                <a:lnTo>
                  <a:pt x="339851" y="1245615"/>
                </a:lnTo>
                <a:lnTo>
                  <a:pt x="354564" y="1245615"/>
                </a:lnTo>
                <a:lnTo>
                  <a:pt x="420116" y="1162939"/>
                </a:lnTo>
                <a:lnTo>
                  <a:pt x="461760" y="1162939"/>
                </a:lnTo>
                <a:lnTo>
                  <a:pt x="427863" y="1153287"/>
                </a:lnTo>
                <a:lnTo>
                  <a:pt x="430486" y="1149985"/>
                </a:lnTo>
                <a:lnTo>
                  <a:pt x="415925" y="1149985"/>
                </a:lnTo>
                <a:lnTo>
                  <a:pt x="408305" y="1147826"/>
                </a:lnTo>
                <a:close/>
              </a:path>
              <a:path w="1323975" h="2040889">
                <a:moveTo>
                  <a:pt x="461760" y="1162939"/>
                </a:moveTo>
                <a:lnTo>
                  <a:pt x="420116" y="1162939"/>
                </a:lnTo>
                <a:lnTo>
                  <a:pt x="650875" y="1228725"/>
                </a:lnTo>
                <a:lnTo>
                  <a:pt x="650875" y="1216787"/>
                </a:lnTo>
                <a:lnTo>
                  <a:pt x="461760" y="1162939"/>
                </a:lnTo>
                <a:close/>
              </a:path>
              <a:path w="1323975" h="2040889">
                <a:moveTo>
                  <a:pt x="1248664" y="829945"/>
                </a:moveTo>
                <a:lnTo>
                  <a:pt x="1172717" y="839977"/>
                </a:lnTo>
                <a:lnTo>
                  <a:pt x="1188719" y="863726"/>
                </a:lnTo>
                <a:lnTo>
                  <a:pt x="663194" y="1220343"/>
                </a:lnTo>
                <a:lnTo>
                  <a:pt x="683532" y="1220343"/>
                </a:lnTo>
                <a:lnTo>
                  <a:pt x="1195069" y="873125"/>
                </a:lnTo>
                <a:lnTo>
                  <a:pt x="1224443" y="873125"/>
                </a:lnTo>
                <a:lnTo>
                  <a:pt x="1233297" y="857250"/>
                </a:lnTo>
                <a:lnTo>
                  <a:pt x="1248664" y="829945"/>
                </a:lnTo>
                <a:close/>
              </a:path>
              <a:path w="1323975" h="2040889">
                <a:moveTo>
                  <a:pt x="81459" y="1054735"/>
                </a:moveTo>
                <a:lnTo>
                  <a:pt x="39750" y="1054735"/>
                </a:lnTo>
                <a:lnTo>
                  <a:pt x="408305" y="1159637"/>
                </a:lnTo>
                <a:lnTo>
                  <a:pt x="408305" y="1147826"/>
                </a:lnTo>
                <a:lnTo>
                  <a:pt x="81459" y="1054735"/>
                </a:lnTo>
                <a:close/>
              </a:path>
              <a:path w="1323975" h="2040889">
                <a:moveTo>
                  <a:pt x="1248664" y="111125"/>
                </a:moveTo>
                <a:lnTo>
                  <a:pt x="1179194" y="143510"/>
                </a:lnTo>
                <a:lnTo>
                  <a:pt x="1201547" y="161289"/>
                </a:lnTo>
                <a:lnTo>
                  <a:pt x="636143" y="872871"/>
                </a:lnTo>
                <a:lnTo>
                  <a:pt x="624459" y="875791"/>
                </a:lnTo>
                <a:lnTo>
                  <a:pt x="624459" y="887602"/>
                </a:lnTo>
                <a:lnTo>
                  <a:pt x="415925" y="1149985"/>
                </a:lnTo>
                <a:lnTo>
                  <a:pt x="430486" y="1149985"/>
                </a:lnTo>
                <a:lnTo>
                  <a:pt x="642620" y="883031"/>
                </a:lnTo>
                <a:lnTo>
                  <a:pt x="701185" y="868299"/>
                </a:lnTo>
                <a:lnTo>
                  <a:pt x="654304" y="868299"/>
                </a:lnTo>
                <a:lnTo>
                  <a:pt x="1210437" y="168401"/>
                </a:lnTo>
                <a:lnTo>
                  <a:pt x="1236505" y="168401"/>
                </a:lnTo>
                <a:lnTo>
                  <a:pt x="1239901" y="152273"/>
                </a:lnTo>
                <a:lnTo>
                  <a:pt x="1248664" y="111125"/>
                </a:lnTo>
                <a:close/>
              </a:path>
              <a:path w="1323975" h="2040889">
                <a:moveTo>
                  <a:pt x="624459" y="875791"/>
                </a:moveTo>
                <a:lnTo>
                  <a:pt x="26797" y="1026033"/>
                </a:lnTo>
                <a:lnTo>
                  <a:pt x="73885" y="1026033"/>
                </a:lnTo>
                <a:lnTo>
                  <a:pt x="624459" y="887602"/>
                </a:lnTo>
                <a:lnTo>
                  <a:pt x="624459" y="875791"/>
                </a:lnTo>
                <a:close/>
              </a:path>
              <a:path w="1323975" h="2040889">
                <a:moveTo>
                  <a:pt x="1224443" y="873125"/>
                </a:moveTo>
                <a:lnTo>
                  <a:pt x="1195069" y="873125"/>
                </a:lnTo>
                <a:lnTo>
                  <a:pt x="1211199" y="896874"/>
                </a:lnTo>
                <a:lnTo>
                  <a:pt x="1224443" y="873125"/>
                </a:lnTo>
                <a:close/>
              </a:path>
              <a:path w="1323975" h="2040889">
                <a:moveTo>
                  <a:pt x="1186307" y="704976"/>
                </a:moveTo>
                <a:lnTo>
                  <a:pt x="1193164" y="732789"/>
                </a:lnTo>
                <a:lnTo>
                  <a:pt x="654304" y="868299"/>
                </a:lnTo>
                <a:lnTo>
                  <a:pt x="701185" y="868299"/>
                </a:lnTo>
                <a:lnTo>
                  <a:pt x="1195959" y="743838"/>
                </a:lnTo>
                <a:lnTo>
                  <a:pt x="1235209" y="743838"/>
                </a:lnTo>
                <a:lnTo>
                  <a:pt x="1261110" y="721613"/>
                </a:lnTo>
                <a:lnTo>
                  <a:pt x="1186307" y="704976"/>
                </a:lnTo>
                <a:close/>
              </a:path>
              <a:path w="1323975" h="2040889">
                <a:moveTo>
                  <a:pt x="1235209" y="743838"/>
                </a:moveTo>
                <a:lnTo>
                  <a:pt x="1195959" y="743838"/>
                </a:lnTo>
                <a:lnTo>
                  <a:pt x="1202943" y="771525"/>
                </a:lnTo>
                <a:lnTo>
                  <a:pt x="1235209" y="743838"/>
                </a:lnTo>
                <a:close/>
              </a:path>
              <a:path w="1323975" h="2040889">
                <a:moveTo>
                  <a:pt x="1236505" y="168401"/>
                </a:moveTo>
                <a:lnTo>
                  <a:pt x="1210437" y="168401"/>
                </a:lnTo>
                <a:lnTo>
                  <a:pt x="1232789" y="186055"/>
                </a:lnTo>
                <a:lnTo>
                  <a:pt x="1236505" y="168401"/>
                </a:lnTo>
                <a:close/>
              </a:path>
              <a:path w="1323975" h="2040889">
                <a:moveTo>
                  <a:pt x="1227978" y="48260"/>
                </a:moveTo>
                <a:lnTo>
                  <a:pt x="1200150" y="48260"/>
                </a:lnTo>
                <a:lnTo>
                  <a:pt x="1218311" y="70231"/>
                </a:lnTo>
                <a:lnTo>
                  <a:pt x="1227978" y="4826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91" y="1583436"/>
            <a:ext cx="1531620" cy="11795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4890" y="2717673"/>
            <a:ext cx="105537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60x60=3600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67655" y="1792223"/>
            <a:ext cx="4203700" cy="2778125"/>
            <a:chOff x="4867655" y="1792223"/>
            <a:chExt cx="4203700" cy="2778125"/>
          </a:xfrm>
        </p:grpSpPr>
        <p:sp>
          <p:nvSpPr>
            <p:cNvPr id="6" name="object 6"/>
            <p:cNvSpPr/>
            <p:nvPr/>
          </p:nvSpPr>
          <p:spPr>
            <a:xfrm>
              <a:off x="6995922" y="4141469"/>
              <a:ext cx="429259" cy="415925"/>
            </a:xfrm>
            <a:custGeom>
              <a:avLst/>
              <a:gdLst/>
              <a:ahLst/>
              <a:cxnLst/>
              <a:rect l="l" t="t" r="r" b="b"/>
              <a:pathLst>
                <a:path w="429259" h="415925">
                  <a:moveTo>
                    <a:pt x="0" y="207898"/>
                  </a:moveTo>
                  <a:lnTo>
                    <a:pt x="4318" y="165988"/>
                  </a:lnTo>
                  <a:lnTo>
                    <a:pt x="16891" y="126999"/>
                  </a:lnTo>
                  <a:lnTo>
                    <a:pt x="36702" y="91693"/>
                  </a:lnTo>
                  <a:lnTo>
                    <a:pt x="62864" y="60959"/>
                  </a:lnTo>
                  <a:lnTo>
                    <a:pt x="94614" y="35559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6" y="4190"/>
                  </a:lnTo>
                  <a:lnTo>
                    <a:pt x="298196" y="16382"/>
                  </a:lnTo>
                  <a:lnTo>
                    <a:pt x="334645" y="35559"/>
                  </a:lnTo>
                  <a:lnTo>
                    <a:pt x="366395" y="60959"/>
                  </a:lnTo>
                  <a:lnTo>
                    <a:pt x="392683" y="91693"/>
                  </a:lnTo>
                  <a:lnTo>
                    <a:pt x="412496" y="126999"/>
                  </a:lnTo>
                  <a:lnTo>
                    <a:pt x="424942" y="165988"/>
                  </a:lnTo>
                  <a:lnTo>
                    <a:pt x="429259" y="207898"/>
                  </a:lnTo>
                  <a:lnTo>
                    <a:pt x="424942" y="249808"/>
                  </a:lnTo>
                  <a:lnTo>
                    <a:pt x="412496" y="288797"/>
                  </a:lnTo>
                  <a:lnTo>
                    <a:pt x="392683" y="324103"/>
                  </a:lnTo>
                  <a:lnTo>
                    <a:pt x="366395" y="354964"/>
                  </a:lnTo>
                  <a:lnTo>
                    <a:pt x="334645" y="380364"/>
                  </a:lnTo>
                  <a:lnTo>
                    <a:pt x="298196" y="399541"/>
                  </a:lnTo>
                  <a:lnTo>
                    <a:pt x="257936" y="411606"/>
                  </a:lnTo>
                  <a:lnTo>
                    <a:pt x="214629" y="415797"/>
                  </a:lnTo>
                  <a:lnTo>
                    <a:pt x="171450" y="411606"/>
                  </a:lnTo>
                  <a:lnTo>
                    <a:pt x="131063" y="399541"/>
                  </a:lnTo>
                  <a:lnTo>
                    <a:pt x="94614" y="380364"/>
                  </a:lnTo>
                  <a:lnTo>
                    <a:pt x="62864" y="354964"/>
                  </a:lnTo>
                  <a:lnTo>
                    <a:pt x="36702" y="324103"/>
                  </a:lnTo>
                  <a:lnTo>
                    <a:pt x="16891" y="288797"/>
                  </a:lnTo>
                  <a:lnTo>
                    <a:pt x="4318" y="249808"/>
                  </a:lnTo>
                  <a:lnTo>
                    <a:pt x="0" y="20789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67656" y="3954779"/>
              <a:ext cx="423545" cy="68580"/>
            </a:xfrm>
            <a:custGeom>
              <a:avLst/>
              <a:gdLst/>
              <a:ahLst/>
              <a:cxnLst/>
              <a:rect l="l" t="t" r="r" b="b"/>
              <a:pathLst>
                <a:path w="423545" h="68579">
                  <a:moveTo>
                    <a:pt x="354952" y="28587"/>
                  </a:moveTo>
                  <a:lnTo>
                    <a:pt x="0" y="28587"/>
                  </a:lnTo>
                  <a:lnTo>
                    <a:pt x="0" y="40005"/>
                  </a:lnTo>
                  <a:lnTo>
                    <a:pt x="354952" y="40005"/>
                  </a:lnTo>
                  <a:lnTo>
                    <a:pt x="354952" y="28587"/>
                  </a:lnTo>
                  <a:close/>
                </a:path>
                <a:path w="423545" h="68579">
                  <a:moveTo>
                    <a:pt x="423545" y="34290"/>
                  </a:moveTo>
                  <a:lnTo>
                    <a:pt x="412115" y="28575"/>
                  </a:lnTo>
                  <a:lnTo>
                    <a:pt x="354965" y="0"/>
                  </a:lnTo>
                  <a:lnTo>
                    <a:pt x="354965" y="68580"/>
                  </a:lnTo>
                  <a:lnTo>
                    <a:pt x="412115" y="40005"/>
                  </a:lnTo>
                  <a:lnTo>
                    <a:pt x="423545" y="3429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26423" y="1792223"/>
              <a:ext cx="342900" cy="2651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69096" y="2400299"/>
              <a:ext cx="301751" cy="24383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709159" y="1365326"/>
            <a:ext cx="238125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83886" y="2063241"/>
            <a:ext cx="23812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03064" y="2707894"/>
            <a:ext cx="20637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endParaRPr sz="1425" baseline="-17543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61559" y="940561"/>
            <a:ext cx="4638675" cy="3411854"/>
            <a:chOff x="4861559" y="940561"/>
            <a:chExt cx="4638675" cy="3411854"/>
          </a:xfrm>
        </p:grpSpPr>
        <p:sp>
          <p:nvSpPr>
            <p:cNvPr id="14" name="object 14"/>
            <p:cNvSpPr/>
            <p:nvPr/>
          </p:nvSpPr>
          <p:spPr>
            <a:xfrm>
              <a:off x="5314187" y="3785616"/>
              <a:ext cx="429259" cy="415925"/>
            </a:xfrm>
            <a:custGeom>
              <a:avLst/>
              <a:gdLst/>
              <a:ahLst/>
              <a:cxnLst/>
              <a:rect l="l" t="t" r="r" b="b"/>
              <a:pathLst>
                <a:path w="429260" h="415925">
                  <a:moveTo>
                    <a:pt x="214629" y="0"/>
                  </a:moveTo>
                  <a:lnTo>
                    <a:pt x="171450" y="4190"/>
                  </a:lnTo>
                  <a:lnTo>
                    <a:pt x="131063" y="16382"/>
                  </a:lnTo>
                  <a:lnTo>
                    <a:pt x="94614" y="35559"/>
                  </a:lnTo>
                  <a:lnTo>
                    <a:pt x="62864" y="60959"/>
                  </a:lnTo>
                  <a:lnTo>
                    <a:pt x="36702" y="91693"/>
                  </a:lnTo>
                  <a:lnTo>
                    <a:pt x="16890" y="126999"/>
                  </a:lnTo>
                  <a:lnTo>
                    <a:pt x="4317" y="165988"/>
                  </a:lnTo>
                  <a:lnTo>
                    <a:pt x="0" y="207898"/>
                  </a:lnTo>
                  <a:lnTo>
                    <a:pt x="4317" y="249808"/>
                  </a:lnTo>
                  <a:lnTo>
                    <a:pt x="16890" y="288797"/>
                  </a:lnTo>
                  <a:lnTo>
                    <a:pt x="36702" y="324103"/>
                  </a:lnTo>
                  <a:lnTo>
                    <a:pt x="62864" y="354964"/>
                  </a:lnTo>
                  <a:lnTo>
                    <a:pt x="94614" y="380364"/>
                  </a:lnTo>
                  <a:lnTo>
                    <a:pt x="131063" y="399541"/>
                  </a:lnTo>
                  <a:lnTo>
                    <a:pt x="171450" y="411606"/>
                  </a:lnTo>
                  <a:lnTo>
                    <a:pt x="214629" y="415797"/>
                  </a:lnTo>
                  <a:lnTo>
                    <a:pt x="257937" y="411606"/>
                  </a:lnTo>
                  <a:lnTo>
                    <a:pt x="298196" y="399541"/>
                  </a:lnTo>
                  <a:lnTo>
                    <a:pt x="334645" y="380364"/>
                  </a:lnTo>
                  <a:lnTo>
                    <a:pt x="366395" y="354964"/>
                  </a:lnTo>
                  <a:lnTo>
                    <a:pt x="392684" y="324103"/>
                  </a:lnTo>
                  <a:lnTo>
                    <a:pt x="412496" y="288797"/>
                  </a:lnTo>
                  <a:lnTo>
                    <a:pt x="424941" y="249808"/>
                  </a:lnTo>
                  <a:lnTo>
                    <a:pt x="429260" y="207898"/>
                  </a:lnTo>
                  <a:lnTo>
                    <a:pt x="424941" y="165988"/>
                  </a:lnTo>
                  <a:lnTo>
                    <a:pt x="412496" y="126999"/>
                  </a:lnTo>
                  <a:lnTo>
                    <a:pt x="392684" y="91693"/>
                  </a:lnTo>
                  <a:lnTo>
                    <a:pt x="366395" y="60959"/>
                  </a:lnTo>
                  <a:lnTo>
                    <a:pt x="334645" y="35559"/>
                  </a:lnTo>
                  <a:lnTo>
                    <a:pt x="298196" y="16382"/>
                  </a:lnTo>
                  <a:lnTo>
                    <a:pt x="257937" y="4190"/>
                  </a:lnTo>
                  <a:lnTo>
                    <a:pt x="21462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14949" y="3786377"/>
              <a:ext cx="429259" cy="415925"/>
            </a:xfrm>
            <a:custGeom>
              <a:avLst/>
              <a:gdLst/>
              <a:ahLst/>
              <a:cxnLst/>
              <a:rect l="l" t="t" r="r" b="b"/>
              <a:pathLst>
                <a:path w="429260" h="415925">
                  <a:moveTo>
                    <a:pt x="0" y="207899"/>
                  </a:moveTo>
                  <a:lnTo>
                    <a:pt x="4317" y="165989"/>
                  </a:lnTo>
                  <a:lnTo>
                    <a:pt x="16890" y="127000"/>
                  </a:lnTo>
                  <a:lnTo>
                    <a:pt x="36702" y="91694"/>
                  </a:lnTo>
                  <a:lnTo>
                    <a:pt x="62864" y="60960"/>
                  </a:lnTo>
                  <a:lnTo>
                    <a:pt x="94614" y="35560"/>
                  </a:lnTo>
                  <a:lnTo>
                    <a:pt x="131063" y="16383"/>
                  </a:lnTo>
                  <a:lnTo>
                    <a:pt x="171450" y="4191"/>
                  </a:lnTo>
                  <a:lnTo>
                    <a:pt x="214629" y="0"/>
                  </a:lnTo>
                  <a:lnTo>
                    <a:pt x="257937" y="4191"/>
                  </a:lnTo>
                  <a:lnTo>
                    <a:pt x="298196" y="16383"/>
                  </a:lnTo>
                  <a:lnTo>
                    <a:pt x="334645" y="35560"/>
                  </a:lnTo>
                  <a:lnTo>
                    <a:pt x="366395" y="60960"/>
                  </a:lnTo>
                  <a:lnTo>
                    <a:pt x="392684" y="91694"/>
                  </a:lnTo>
                  <a:lnTo>
                    <a:pt x="412496" y="127000"/>
                  </a:lnTo>
                  <a:lnTo>
                    <a:pt x="424941" y="165989"/>
                  </a:lnTo>
                  <a:lnTo>
                    <a:pt x="429260" y="207899"/>
                  </a:lnTo>
                  <a:lnTo>
                    <a:pt x="424941" y="249809"/>
                  </a:lnTo>
                  <a:lnTo>
                    <a:pt x="412496" y="288798"/>
                  </a:lnTo>
                  <a:lnTo>
                    <a:pt x="392684" y="324104"/>
                  </a:lnTo>
                  <a:lnTo>
                    <a:pt x="366395" y="354965"/>
                  </a:lnTo>
                  <a:lnTo>
                    <a:pt x="334645" y="380365"/>
                  </a:lnTo>
                  <a:lnTo>
                    <a:pt x="298196" y="399542"/>
                  </a:lnTo>
                  <a:lnTo>
                    <a:pt x="257937" y="411607"/>
                  </a:lnTo>
                  <a:lnTo>
                    <a:pt x="214629" y="415798"/>
                  </a:lnTo>
                  <a:lnTo>
                    <a:pt x="171450" y="411607"/>
                  </a:lnTo>
                  <a:lnTo>
                    <a:pt x="131063" y="399542"/>
                  </a:lnTo>
                  <a:lnTo>
                    <a:pt x="94614" y="380365"/>
                  </a:lnTo>
                  <a:lnTo>
                    <a:pt x="62864" y="354965"/>
                  </a:lnTo>
                  <a:lnTo>
                    <a:pt x="36702" y="324104"/>
                  </a:lnTo>
                  <a:lnTo>
                    <a:pt x="16890" y="288798"/>
                  </a:lnTo>
                  <a:lnTo>
                    <a:pt x="4317" y="249809"/>
                  </a:lnTo>
                  <a:lnTo>
                    <a:pt x="0" y="207899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9213" y="4281423"/>
              <a:ext cx="75437" cy="6603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740907" y="3971544"/>
              <a:ext cx="1189355" cy="348615"/>
            </a:xfrm>
            <a:custGeom>
              <a:avLst/>
              <a:gdLst/>
              <a:ahLst/>
              <a:cxnLst/>
              <a:rect l="l" t="t" r="r" b="b"/>
              <a:pathLst>
                <a:path w="1189354" h="348614">
                  <a:moveTo>
                    <a:pt x="3175" y="0"/>
                  </a:moveTo>
                  <a:lnTo>
                    <a:pt x="0" y="11048"/>
                  </a:lnTo>
                  <a:lnTo>
                    <a:pt x="1186180" y="348360"/>
                  </a:lnTo>
                  <a:lnTo>
                    <a:pt x="1189355" y="337438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02801" y="1716785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59" h="417830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8"/>
                  </a:lnTo>
                  <a:lnTo>
                    <a:pt x="36702" y="92075"/>
                  </a:lnTo>
                  <a:lnTo>
                    <a:pt x="62865" y="61087"/>
                  </a:lnTo>
                  <a:lnTo>
                    <a:pt x="94615" y="35687"/>
                  </a:lnTo>
                  <a:lnTo>
                    <a:pt x="131064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6" y="16383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3" y="92075"/>
                  </a:lnTo>
                  <a:lnTo>
                    <a:pt x="412496" y="127508"/>
                  </a:lnTo>
                  <a:lnTo>
                    <a:pt x="424942" y="166624"/>
                  </a:lnTo>
                  <a:lnTo>
                    <a:pt x="429259" y="208661"/>
                  </a:lnTo>
                  <a:lnTo>
                    <a:pt x="424942" y="250698"/>
                  </a:lnTo>
                  <a:lnTo>
                    <a:pt x="412496" y="289940"/>
                  </a:lnTo>
                  <a:lnTo>
                    <a:pt x="392683" y="325374"/>
                  </a:lnTo>
                  <a:lnTo>
                    <a:pt x="366395" y="356235"/>
                  </a:lnTo>
                  <a:lnTo>
                    <a:pt x="334645" y="381635"/>
                  </a:lnTo>
                  <a:lnTo>
                    <a:pt x="298196" y="400938"/>
                  </a:lnTo>
                  <a:lnTo>
                    <a:pt x="257937" y="413130"/>
                  </a:lnTo>
                  <a:lnTo>
                    <a:pt x="214629" y="417322"/>
                  </a:lnTo>
                  <a:lnTo>
                    <a:pt x="171450" y="413130"/>
                  </a:lnTo>
                  <a:lnTo>
                    <a:pt x="131064" y="400938"/>
                  </a:lnTo>
                  <a:lnTo>
                    <a:pt x="94615" y="381635"/>
                  </a:lnTo>
                  <a:lnTo>
                    <a:pt x="62865" y="356235"/>
                  </a:lnTo>
                  <a:lnTo>
                    <a:pt x="36702" y="325374"/>
                  </a:lnTo>
                  <a:lnTo>
                    <a:pt x="16891" y="289940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03519" y="1304543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214629" y="0"/>
                  </a:moveTo>
                  <a:lnTo>
                    <a:pt x="171450" y="4190"/>
                  </a:lnTo>
                  <a:lnTo>
                    <a:pt x="131063" y="16382"/>
                  </a:lnTo>
                  <a:lnTo>
                    <a:pt x="94614" y="35686"/>
                  </a:lnTo>
                  <a:lnTo>
                    <a:pt x="62864" y="61086"/>
                  </a:lnTo>
                  <a:lnTo>
                    <a:pt x="36702" y="92075"/>
                  </a:lnTo>
                  <a:lnTo>
                    <a:pt x="16890" y="127507"/>
                  </a:lnTo>
                  <a:lnTo>
                    <a:pt x="4317" y="166623"/>
                  </a:lnTo>
                  <a:lnTo>
                    <a:pt x="0" y="208660"/>
                  </a:lnTo>
                  <a:lnTo>
                    <a:pt x="4317" y="250697"/>
                  </a:lnTo>
                  <a:lnTo>
                    <a:pt x="16890" y="289940"/>
                  </a:lnTo>
                  <a:lnTo>
                    <a:pt x="36702" y="325373"/>
                  </a:lnTo>
                  <a:lnTo>
                    <a:pt x="62864" y="356234"/>
                  </a:lnTo>
                  <a:lnTo>
                    <a:pt x="94614" y="381634"/>
                  </a:lnTo>
                  <a:lnTo>
                    <a:pt x="131063" y="400938"/>
                  </a:lnTo>
                  <a:lnTo>
                    <a:pt x="171450" y="413130"/>
                  </a:lnTo>
                  <a:lnTo>
                    <a:pt x="214629" y="417321"/>
                  </a:lnTo>
                  <a:lnTo>
                    <a:pt x="257937" y="413130"/>
                  </a:lnTo>
                  <a:lnTo>
                    <a:pt x="298195" y="400938"/>
                  </a:lnTo>
                  <a:lnTo>
                    <a:pt x="334644" y="381634"/>
                  </a:lnTo>
                  <a:lnTo>
                    <a:pt x="366394" y="356234"/>
                  </a:lnTo>
                  <a:lnTo>
                    <a:pt x="392683" y="325373"/>
                  </a:lnTo>
                  <a:lnTo>
                    <a:pt x="412495" y="289940"/>
                  </a:lnTo>
                  <a:lnTo>
                    <a:pt x="424941" y="250697"/>
                  </a:lnTo>
                  <a:lnTo>
                    <a:pt x="429259" y="208660"/>
                  </a:lnTo>
                  <a:lnTo>
                    <a:pt x="424941" y="166623"/>
                  </a:lnTo>
                  <a:lnTo>
                    <a:pt x="412495" y="127507"/>
                  </a:lnTo>
                  <a:lnTo>
                    <a:pt x="392683" y="92075"/>
                  </a:lnTo>
                  <a:lnTo>
                    <a:pt x="366394" y="61086"/>
                  </a:lnTo>
                  <a:lnTo>
                    <a:pt x="334644" y="35686"/>
                  </a:lnTo>
                  <a:lnTo>
                    <a:pt x="298195" y="16382"/>
                  </a:lnTo>
                  <a:lnTo>
                    <a:pt x="257937" y="4190"/>
                  </a:lnTo>
                  <a:lnTo>
                    <a:pt x="21462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04281" y="1305305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1"/>
                  </a:moveTo>
                  <a:lnTo>
                    <a:pt x="4317" y="166624"/>
                  </a:lnTo>
                  <a:lnTo>
                    <a:pt x="16890" y="127508"/>
                  </a:lnTo>
                  <a:lnTo>
                    <a:pt x="36702" y="92075"/>
                  </a:lnTo>
                  <a:lnTo>
                    <a:pt x="62864" y="61087"/>
                  </a:lnTo>
                  <a:lnTo>
                    <a:pt x="94614" y="35687"/>
                  </a:lnTo>
                  <a:lnTo>
                    <a:pt x="131063" y="16383"/>
                  </a:lnTo>
                  <a:lnTo>
                    <a:pt x="171450" y="4191"/>
                  </a:lnTo>
                  <a:lnTo>
                    <a:pt x="214629" y="0"/>
                  </a:lnTo>
                  <a:lnTo>
                    <a:pt x="257937" y="4191"/>
                  </a:lnTo>
                  <a:lnTo>
                    <a:pt x="298195" y="16383"/>
                  </a:lnTo>
                  <a:lnTo>
                    <a:pt x="334644" y="35687"/>
                  </a:lnTo>
                  <a:lnTo>
                    <a:pt x="366394" y="61087"/>
                  </a:lnTo>
                  <a:lnTo>
                    <a:pt x="392683" y="92075"/>
                  </a:lnTo>
                  <a:lnTo>
                    <a:pt x="412495" y="127508"/>
                  </a:lnTo>
                  <a:lnTo>
                    <a:pt x="424941" y="166624"/>
                  </a:lnTo>
                  <a:lnTo>
                    <a:pt x="429259" y="208661"/>
                  </a:lnTo>
                  <a:lnTo>
                    <a:pt x="424941" y="250698"/>
                  </a:lnTo>
                  <a:lnTo>
                    <a:pt x="412495" y="289941"/>
                  </a:lnTo>
                  <a:lnTo>
                    <a:pt x="392683" y="325374"/>
                  </a:lnTo>
                  <a:lnTo>
                    <a:pt x="366394" y="356235"/>
                  </a:lnTo>
                  <a:lnTo>
                    <a:pt x="334644" y="381635"/>
                  </a:lnTo>
                  <a:lnTo>
                    <a:pt x="298195" y="400939"/>
                  </a:lnTo>
                  <a:lnTo>
                    <a:pt x="257937" y="413131"/>
                  </a:lnTo>
                  <a:lnTo>
                    <a:pt x="214629" y="417322"/>
                  </a:lnTo>
                  <a:lnTo>
                    <a:pt x="171450" y="413131"/>
                  </a:lnTo>
                  <a:lnTo>
                    <a:pt x="131063" y="400939"/>
                  </a:lnTo>
                  <a:lnTo>
                    <a:pt x="94614" y="381635"/>
                  </a:lnTo>
                  <a:lnTo>
                    <a:pt x="62864" y="356235"/>
                  </a:lnTo>
                  <a:lnTo>
                    <a:pt x="36702" y="325374"/>
                  </a:lnTo>
                  <a:lnTo>
                    <a:pt x="16890" y="289941"/>
                  </a:lnTo>
                  <a:lnTo>
                    <a:pt x="4317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79157" y="953261"/>
              <a:ext cx="431165" cy="417830"/>
            </a:xfrm>
            <a:custGeom>
              <a:avLst/>
              <a:gdLst/>
              <a:ahLst/>
              <a:cxnLst/>
              <a:rect l="l" t="t" r="r" b="b"/>
              <a:pathLst>
                <a:path w="431165" h="417830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8"/>
                  </a:lnTo>
                  <a:lnTo>
                    <a:pt x="36830" y="92075"/>
                  </a:lnTo>
                  <a:lnTo>
                    <a:pt x="63119" y="61087"/>
                  </a:lnTo>
                  <a:lnTo>
                    <a:pt x="94996" y="35687"/>
                  </a:lnTo>
                  <a:lnTo>
                    <a:pt x="131572" y="16383"/>
                  </a:lnTo>
                  <a:lnTo>
                    <a:pt x="172085" y="4190"/>
                  </a:lnTo>
                  <a:lnTo>
                    <a:pt x="215519" y="0"/>
                  </a:lnTo>
                  <a:lnTo>
                    <a:pt x="258952" y="4190"/>
                  </a:lnTo>
                  <a:lnTo>
                    <a:pt x="299466" y="16383"/>
                  </a:lnTo>
                  <a:lnTo>
                    <a:pt x="336042" y="35687"/>
                  </a:lnTo>
                  <a:lnTo>
                    <a:pt x="367919" y="61087"/>
                  </a:lnTo>
                  <a:lnTo>
                    <a:pt x="394208" y="92075"/>
                  </a:lnTo>
                  <a:lnTo>
                    <a:pt x="414147" y="127508"/>
                  </a:lnTo>
                  <a:lnTo>
                    <a:pt x="426720" y="166624"/>
                  </a:lnTo>
                  <a:lnTo>
                    <a:pt x="431038" y="208661"/>
                  </a:lnTo>
                  <a:lnTo>
                    <a:pt x="426720" y="250698"/>
                  </a:lnTo>
                  <a:lnTo>
                    <a:pt x="414147" y="289940"/>
                  </a:lnTo>
                  <a:lnTo>
                    <a:pt x="394208" y="325374"/>
                  </a:lnTo>
                  <a:lnTo>
                    <a:pt x="367919" y="356235"/>
                  </a:lnTo>
                  <a:lnTo>
                    <a:pt x="336042" y="381635"/>
                  </a:lnTo>
                  <a:lnTo>
                    <a:pt x="299466" y="400938"/>
                  </a:lnTo>
                  <a:lnTo>
                    <a:pt x="258952" y="413130"/>
                  </a:lnTo>
                  <a:lnTo>
                    <a:pt x="215519" y="417322"/>
                  </a:lnTo>
                  <a:lnTo>
                    <a:pt x="172085" y="413130"/>
                  </a:lnTo>
                  <a:lnTo>
                    <a:pt x="131572" y="400938"/>
                  </a:lnTo>
                  <a:lnTo>
                    <a:pt x="94996" y="381635"/>
                  </a:lnTo>
                  <a:lnTo>
                    <a:pt x="63119" y="356235"/>
                  </a:lnTo>
                  <a:lnTo>
                    <a:pt x="36830" y="325374"/>
                  </a:lnTo>
                  <a:lnTo>
                    <a:pt x="16891" y="289940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30239" y="1173606"/>
              <a:ext cx="1183640" cy="344170"/>
            </a:xfrm>
            <a:custGeom>
              <a:avLst/>
              <a:gdLst/>
              <a:ahLst/>
              <a:cxnLst/>
              <a:rect l="l" t="t" r="r" b="b"/>
              <a:pathLst>
                <a:path w="1183640" h="344169">
                  <a:moveTo>
                    <a:pt x="1180338" y="0"/>
                  </a:moveTo>
                  <a:lnTo>
                    <a:pt x="0" y="332993"/>
                  </a:lnTo>
                  <a:lnTo>
                    <a:pt x="3175" y="343915"/>
                  </a:lnTo>
                  <a:lnTo>
                    <a:pt x="1183513" y="10921"/>
                  </a:lnTo>
                  <a:lnTo>
                    <a:pt x="118033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2830" y="1146047"/>
              <a:ext cx="75311" cy="6603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991349" y="1674113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59" h="419100">
                  <a:moveTo>
                    <a:pt x="0" y="209550"/>
                  </a:moveTo>
                  <a:lnTo>
                    <a:pt x="4318" y="167259"/>
                  </a:lnTo>
                  <a:lnTo>
                    <a:pt x="16891" y="128015"/>
                  </a:lnTo>
                  <a:lnTo>
                    <a:pt x="36702" y="92328"/>
                  </a:lnTo>
                  <a:lnTo>
                    <a:pt x="62865" y="61340"/>
                  </a:lnTo>
                  <a:lnTo>
                    <a:pt x="94615" y="35813"/>
                  </a:lnTo>
                  <a:lnTo>
                    <a:pt x="131064" y="16510"/>
                  </a:lnTo>
                  <a:lnTo>
                    <a:pt x="171450" y="4318"/>
                  </a:lnTo>
                  <a:lnTo>
                    <a:pt x="214629" y="0"/>
                  </a:lnTo>
                  <a:lnTo>
                    <a:pt x="257936" y="4318"/>
                  </a:lnTo>
                  <a:lnTo>
                    <a:pt x="298196" y="16510"/>
                  </a:lnTo>
                  <a:lnTo>
                    <a:pt x="334645" y="35813"/>
                  </a:lnTo>
                  <a:lnTo>
                    <a:pt x="366395" y="61340"/>
                  </a:lnTo>
                  <a:lnTo>
                    <a:pt x="392683" y="92328"/>
                  </a:lnTo>
                  <a:lnTo>
                    <a:pt x="412496" y="128015"/>
                  </a:lnTo>
                  <a:lnTo>
                    <a:pt x="424942" y="167259"/>
                  </a:lnTo>
                  <a:lnTo>
                    <a:pt x="429259" y="209550"/>
                  </a:lnTo>
                  <a:lnTo>
                    <a:pt x="424942" y="251840"/>
                  </a:lnTo>
                  <a:lnTo>
                    <a:pt x="412496" y="291084"/>
                  </a:lnTo>
                  <a:lnTo>
                    <a:pt x="392683" y="326771"/>
                  </a:lnTo>
                  <a:lnTo>
                    <a:pt x="366395" y="357759"/>
                  </a:lnTo>
                  <a:lnTo>
                    <a:pt x="334645" y="383286"/>
                  </a:lnTo>
                  <a:lnTo>
                    <a:pt x="298196" y="402589"/>
                  </a:lnTo>
                  <a:lnTo>
                    <a:pt x="257936" y="414782"/>
                  </a:lnTo>
                  <a:lnTo>
                    <a:pt x="214629" y="419100"/>
                  </a:lnTo>
                  <a:lnTo>
                    <a:pt x="171450" y="414782"/>
                  </a:lnTo>
                  <a:lnTo>
                    <a:pt x="131064" y="402589"/>
                  </a:lnTo>
                  <a:lnTo>
                    <a:pt x="94615" y="383286"/>
                  </a:lnTo>
                  <a:lnTo>
                    <a:pt x="62865" y="357759"/>
                  </a:lnTo>
                  <a:lnTo>
                    <a:pt x="36702" y="326771"/>
                  </a:lnTo>
                  <a:lnTo>
                    <a:pt x="16891" y="291084"/>
                  </a:lnTo>
                  <a:lnTo>
                    <a:pt x="4318" y="25184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14768" y="1829815"/>
              <a:ext cx="75564" cy="6553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730239" y="1507235"/>
              <a:ext cx="1196340" cy="361315"/>
            </a:xfrm>
            <a:custGeom>
              <a:avLst/>
              <a:gdLst/>
              <a:ahLst/>
              <a:cxnLst/>
              <a:rect l="l" t="t" r="r" b="b"/>
              <a:pathLst>
                <a:path w="1196340" h="361314">
                  <a:moveTo>
                    <a:pt x="3175" y="0"/>
                  </a:moveTo>
                  <a:lnTo>
                    <a:pt x="0" y="10922"/>
                  </a:lnTo>
                  <a:lnTo>
                    <a:pt x="1192657" y="360806"/>
                  </a:lnTo>
                  <a:lnTo>
                    <a:pt x="1195832" y="349885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03519" y="1990344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214629" y="0"/>
                  </a:moveTo>
                  <a:lnTo>
                    <a:pt x="171450" y="4190"/>
                  </a:lnTo>
                  <a:lnTo>
                    <a:pt x="131063" y="16382"/>
                  </a:lnTo>
                  <a:lnTo>
                    <a:pt x="94614" y="35686"/>
                  </a:lnTo>
                  <a:lnTo>
                    <a:pt x="62864" y="61086"/>
                  </a:lnTo>
                  <a:lnTo>
                    <a:pt x="36702" y="92075"/>
                  </a:lnTo>
                  <a:lnTo>
                    <a:pt x="16890" y="127507"/>
                  </a:lnTo>
                  <a:lnTo>
                    <a:pt x="4317" y="166623"/>
                  </a:lnTo>
                  <a:lnTo>
                    <a:pt x="0" y="208660"/>
                  </a:lnTo>
                  <a:lnTo>
                    <a:pt x="4317" y="250697"/>
                  </a:lnTo>
                  <a:lnTo>
                    <a:pt x="16890" y="289940"/>
                  </a:lnTo>
                  <a:lnTo>
                    <a:pt x="36702" y="325373"/>
                  </a:lnTo>
                  <a:lnTo>
                    <a:pt x="62864" y="356234"/>
                  </a:lnTo>
                  <a:lnTo>
                    <a:pt x="94614" y="381634"/>
                  </a:lnTo>
                  <a:lnTo>
                    <a:pt x="131063" y="400938"/>
                  </a:lnTo>
                  <a:lnTo>
                    <a:pt x="171450" y="413130"/>
                  </a:lnTo>
                  <a:lnTo>
                    <a:pt x="214629" y="417321"/>
                  </a:lnTo>
                  <a:lnTo>
                    <a:pt x="257937" y="413130"/>
                  </a:lnTo>
                  <a:lnTo>
                    <a:pt x="298195" y="400938"/>
                  </a:lnTo>
                  <a:lnTo>
                    <a:pt x="334644" y="381634"/>
                  </a:lnTo>
                  <a:lnTo>
                    <a:pt x="366394" y="356234"/>
                  </a:lnTo>
                  <a:lnTo>
                    <a:pt x="392683" y="325373"/>
                  </a:lnTo>
                  <a:lnTo>
                    <a:pt x="412495" y="289940"/>
                  </a:lnTo>
                  <a:lnTo>
                    <a:pt x="424941" y="250697"/>
                  </a:lnTo>
                  <a:lnTo>
                    <a:pt x="429259" y="208660"/>
                  </a:lnTo>
                  <a:lnTo>
                    <a:pt x="424941" y="166623"/>
                  </a:lnTo>
                  <a:lnTo>
                    <a:pt x="412495" y="127507"/>
                  </a:lnTo>
                  <a:lnTo>
                    <a:pt x="392683" y="92075"/>
                  </a:lnTo>
                  <a:lnTo>
                    <a:pt x="366394" y="61086"/>
                  </a:lnTo>
                  <a:lnTo>
                    <a:pt x="334644" y="35686"/>
                  </a:lnTo>
                  <a:lnTo>
                    <a:pt x="298195" y="16382"/>
                  </a:lnTo>
                  <a:lnTo>
                    <a:pt x="257937" y="4190"/>
                  </a:lnTo>
                  <a:lnTo>
                    <a:pt x="21462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04281" y="1991105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1"/>
                  </a:moveTo>
                  <a:lnTo>
                    <a:pt x="4317" y="166624"/>
                  </a:lnTo>
                  <a:lnTo>
                    <a:pt x="16890" y="127508"/>
                  </a:lnTo>
                  <a:lnTo>
                    <a:pt x="36702" y="92075"/>
                  </a:lnTo>
                  <a:lnTo>
                    <a:pt x="62864" y="61087"/>
                  </a:lnTo>
                  <a:lnTo>
                    <a:pt x="94614" y="35687"/>
                  </a:lnTo>
                  <a:lnTo>
                    <a:pt x="131063" y="16383"/>
                  </a:lnTo>
                  <a:lnTo>
                    <a:pt x="171450" y="4191"/>
                  </a:lnTo>
                  <a:lnTo>
                    <a:pt x="214629" y="0"/>
                  </a:lnTo>
                  <a:lnTo>
                    <a:pt x="257937" y="4191"/>
                  </a:lnTo>
                  <a:lnTo>
                    <a:pt x="298195" y="16383"/>
                  </a:lnTo>
                  <a:lnTo>
                    <a:pt x="334644" y="35687"/>
                  </a:lnTo>
                  <a:lnTo>
                    <a:pt x="366394" y="61087"/>
                  </a:lnTo>
                  <a:lnTo>
                    <a:pt x="392683" y="92075"/>
                  </a:lnTo>
                  <a:lnTo>
                    <a:pt x="412495" y="127508"/>
                  </a:lnTo>
                  <a:lnTo>
                    <a:pt x="424941" y="166624"/>
                  </a:lnTo>
                  <a:lnTo>
                    <a:pt x="429259" y="208661"/>
                  </a:lnTo>
                  <a:lnTo>
                    <a:pt x="424941" y="250698"/>
                  </a:lnTo>
                  <a:lnTo>
                    <a:pt x="412495" y="289941"/>
                  </a:lnTo>
                  <a:lnTo>
                    <a:pt x="392683" y="325374"/>
                  </a:lnTo>
                  <a:lnTo>
                    <a:pt x="366394" y="356235"/>
                  </a:lnTo>
                  <a:lnTo>
                    <a:pt x="334644" y="381635"/>
                  </a:lnTo>
                  <a:lnTo>
                    <a:pt x="298195" y="400939"/>
                  </a:lnTo>
                  <a:lnTo>
                    <a:pt x="257937" y="413131"/>
                  </a:lnTo>
                  <a:lnTo>
                    <a:pt x="214629" y="417322"/>
                  </a:lnTo>
                  <a:lnTo>
                    <a:pt x="171450" y="413131"/>
                  </a:lnTo>
                  <a:lnTo>
                    <a:pt x="131063" y="400939"/>
                  </a:lnTo>
                  <a:lnTo>
                    <a:pt x="94614" y="381635"/>
                  </a:lnTo>
                  <a:lnTo>
                    <a:pt x="62864" y="356235"/>
                  </a:lnTo>
                  <a:lnTo>
                    <a:pt x="36702" y="325374"/>
                  </a:lnTo>
                  <a:lnTo>
                    <a:pt x="16890" y="289941"/>
                  </a:lnTo>
                  <a:lnTo>
                    <a:pt x="4317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91349" y="2349245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59" h="417830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7"/>
                  </a:lnTo>
                  <a:lnTo>
                    <a:pt x="36702" y="92075"/>
                  </a:lnTo>
                  <a:lnTo>
                    <a:pt x="62865" y="61087"/>
                  </a:lnTo>
                  <a:lnTo>
                    <a:pt x="94615" y="35687"/>
                  </a:lnTo>
                  <a:lnTo>
                    <a:pt x="131064" y="16382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6" y="4190"/>
                  </a:lnTo>
                  <a:lnTo>
                    <a:pt x="298196" y="16382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3" y="92075"/>
                  </a:lnTo>
                  <a:lnTo>
                    <a:pt x="412496" y="127507"/>
                  </a:lnTo>
                  <a:lnTo>
                    <a:pt x="424942" y="166624"/>
                  </a:lnTo>
                  <a:lnTo>
                    <a:pt x="429259" y="208661"/>
                  </a:lnTo>
                  <a:lnTo>
                    <a:pt x="424942" y="250698"/>
                  </a:lnTo>
                  <a:lnTo>
                    <a:pt x="412496" y="289940"/>
                  </a:lnTo>
                  <a:lnTo>
                    <a:pt x="392683" y="325374"/>
                  </a:lnTo>
                  <a:lnTo>
                    <a:pt x="366395" y="356234"/>
                  </a:lnTo>
                  <a:lnTo>
                    <a:pt x="334645" y="381634"/>
                  </a:lnTo>
                  <a:lnTo>
                    <a:pt x="298196" y="400938"/>
                  </a:lnTo>
                  <a:lnTo>
                    <a:pt x="257936" y="413130"/>
                  </a:lnTo>
                  <a:lnTo>
                    <a:pt x="214629" y="417321"/>
                  </a:lnTo>
                  <a:lnTo>
                    <a:pt x="171450" y="413130"/>
                  </a:lnTo>
                  <a:lnTo>
                    <a:pt x="131064" y="400938"/>
                  </a:lnTo>
                  <a:lnTo>
                    <a:pt x="94615" y="381634"/>
                  </a:lnTo>
                  <a:lnTo>
                    <a:pt x="62865" y="356234"/>
                  </a:lnTo>
                  <a:lnTo>
                    <a:pt x="36702" y="325374"/>
                  </a:lnTo>
                  <a:lnTo>
                    <a:pt x="16891" y="289940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15403" y="2486786"/>
              <a:ext cx="74675" cy="7023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728715" y="1508759"/>
              <a:ext cx="1212215" cy="1009015"/>
            </a:xfrm>
            <a:custGeom>
              <a:avLst/>
              <a:gdLst/>
              <a:ahLst/>
              <a:cxnLst/>
              <a:rect l="l" t="t" r="r" b="b"/>
              <a:pathLst>
                <a:path w="1212215" h="1009014">
                  <a:moveTo>
                    <a:pt x="7366" y="0"/>
                  </a:moveTo>
                  <a:lnTo>
                    <a:pt x="0" y="8636"/>
                  </a:lnTo>
                  <a:lnTo>
                    <a:pt x="1204849" y="1008888"/>
                  </a:lnTo>
                  <a:lnTo>
                    <a:pt x="1212214" y="1000125"/>
                  </a:lnTo>
                  <a:lnTo>
                    <a:pt x="736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08091" y="2622804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214630" y="0"/>
                  </a:moveTo>
                  <a:lnTo>
                    <a:pt x="171450" y="4191"/>
                  </a:lnTo>
                  <a:lnTo>
                    <a:pt x="131063" y="16383"/>
                  </a:lnTo>
                  <a:lnTo>
                    <a:pt x="94615" y="35687"/>
                  </a:lnTo>
                  <a:lnTo>
                    <a:pt x="62865" y="61087"/>
                  </a:lnTo>
                  <a:lnTo>
                    <a:pt x="36703" y="92075"/>
                  </a:lnTo>
                  <a:lnTo>
                    <a:pt x="16891" y="127508"/>
                  </a:lnTo>
                  <a:lnTo>
                    <a:pt x="4318" y="166624"/>
                  </a:lnTo>
                  <a:lnTo>
                    <a:pt x="0" y="208661"/>
                  </a:lnTo>
                  <a:lnTo>
                    <a:pt x="4318" y="250698"/>
                  </a:lnTo>
                  <a:lnTo>
                    <a:pt x="16891" y="289941"/>
                  </a:lnTo>
                  <a:lnTo>
                    <a:pt x="36703" y="325374"/>
                  </a:lnTo>
                  <a:lnTo>
                    <a:pt x="62865" y="356235"/>
                  </a:lnTo>
                  <a:lnTo>
                    <a:pt x="94615" y="381635"/>
                  </a:lnTo>
                  <a:lnTo>
                    <a:pt x="131063" y="400939"/>
                  </a:lnTo>
                  <a:lnTo>
                    <a:pt x="171450" y="413131"/>
                  </a:lnTo>
                  <a:lnTo>
                    <a:pt x="214630" y="417322"/>
                  </a:lnTo>
                  <a:lnTo>
                    <a:pt x="257937" y="413131"/>
                  </a:lnTo>
                  <a:lnTo>
                    <a:pt x="298196" y="400939"/>
                  </a:lnTo>
                  <a:lnTo>
                    <a:pt x="334645" y="381635"/>
                  </a:lnTo>
                  <a:lnTo>
                    <a:pt x="366395" y="356235"/>
                  </a:lnTo>
                  <a:lnTo>
                    <a:pt x="392684" y="325374"/>
                  </a:lnTo>
                  <a:lnTo>
                    <a:pt x="412496" y="289941"/>
                  </a:lnTo>
                  <a:lnTo>
                    <a:pt x="424942" y="250698"/>
                  </a:lnTo>
                  <a:lnTo>
                    <a:pt x="429260" y="208661"/>
                  </a:lnTo>
                  <a:lnTo>
                    <a:pt x="424942" y="166624"/>
                  </a:lnTo>
                  <a:lnTo>
                    <a:pt x="412496" y="127508"/>
                  </a:lnTo>
                  <a:lnTo>
                    <a:pt x="392684" y="92075"/>
                  </a:lnTo>
                  <a:lnTo>
                    <a:pt x="366395" y="61087"/>
                  </a:lnTo>
                  <a:lnTo>
                    <a:pt x="334645" y="35687"/>
                  </a:lnTo>
                  <a:lnTo>
                    <a:pt x="298196" y="16383"/>
                  </a:lnTo>
                  <a:lnTo>
                    <a:pt x="257937" y="4191"/>
                  </a:lnTo>
                  <a:lnTo>
                    <a:pt x="21463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08853" y="2623566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8"/>
                  </a:lnTo>
                  <a:lnTo>
                    <a:pt x="36703" y="92075"/>
                  </a:lnTo>
                  <a:lnTo>
                    <a:pt x="62865" y="61087"/>
                  </a:lnTo>
                  <a:lnTo>
                    <a:pt x="94615" y="35687"/>
                  </a:lnTo>
                  <a:lnTo>
                    <a:pt x="131063" y="16383"/>
                  </a:lnTo>
                  <a:lnTo>
                    <a:pt x="171450" y="4191"/>
                  </a:lnTo>
                  <a:lnTo>
                    <a:pt x="214630" y="0"/>
                  </a:lnTo>
                  <a:lnTo>
                    <a:pt x="257937" y="4191"/>
                  </a:lnTo>
                  <a:lnTo>
                    <a:pt x="298196" y="16383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4" y="92075"/>
                  </a:lnTo>
                  <a:lnTo>
                    <a:pt x="412496" y="127508"/>
                  </a:lnTo>
                  <a:lnTo>
                    <a:pt x="424942" y="166624"/>
                  </a:lnTo>
                  <a:lnTo>
                    <a:pt x="429260" y="208661"/>
                  </a:lnTo>
                  <a:lnTo>
                    <a:pt x="424942" y="250698"/>
                  </a:lnTo>
                  <a:lnTo>
                    <a:pt x="412496" y="289941"/>
                  </a:lnTo>
                  <a:lnTo>
                    <a:pt x="392684" y="325374"/>
                  </a:lnTo>
                  <a:lnTo>
                    <a:pt x="366395" y="356235"/>
                  </a:lnTo>
                  <a:lnTo>
                    <a:pt x="334645" y="381635"/>
                  </a:lnTo>
                  <a:lnTo>
                    <a:pt x="298196" y="400939"/>
                  </a:lnTo>
                  <a:lnTo>
                    <a:pt x="257937" y="413131"/>
                  </a:lnTo>
                  <a:lnTo>
                    <a:pt x="214630" y="417322"/>
                  </a:lnTo>
                  <a:lnTo>
                    <a:pt x="171450" y="413131"/>
                  </a:lnTo>
                  <a:lnTo>
                    <a:pt x="131063" y="400939"/>
                  </a:lnTo>
                  <a:lnTo>
                    <a:pt x="94615" y="381635"/>
                  </a:lnTo>
                  <a:lnTo>
                    <a:pt x="62865" y="356235"/>
                  </a:lnTo>
                  <a:lnTo>
                    <a:pt x="36703" y="325374"/>
                  </a:lnTo>
                  <a:lnTo>
                    <a:pt x="16891" y="289941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91349" y="2978657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59" h="417829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8"/>
                  </a:lnTo>
                  <a:lnTo>
                    <a:pt x="36702" y="92075"/>
                  </a:lnTo>
                  <a:lnTo>
                    <a:pt x="62865" y="61087"/>
                  </a:lnTo>
                  <a:lnTo>
                    <a:pt x="94615" y="35687"/>
                  </a:lnTo>
                  <a:lnTo>
                    <a:pt x="131064" y="16383"/>
                  </a:lnTo>
                  <a:lnTo>
                    <a:pt x="171450" y="4191"/>
                  </a:lnTo>
                  <a:lnTo>
                    <a:pt x="214629" y="0"/>
                  </a:lnTo>
                  <a:lnTo>
                    <a:pt x="257936" y="4191"/>
                  </a:lnTo>
                  <a:lnTo>
                    <a:pt x="298196" y="16383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3" y="92075"/>
                  </a:lnTo>
                  <a:lnTo>
                    <a:pt x="412496" y="127508"/>
                  </a:lnTo>
                  <a:lnTo>
                    <a:pt x="424942" y="166624"/>
                  </a:lnTo>
                  <a:lnTo>
                    <a:pt x="429259" y="208661"/>
                  </a:lnTo>
                  <a:lnTo>
                    <a:pt x="424942" y="250698"/>
                  </a:lnTo>
                  <a:lnTo>
                    <a:pt x="412496" y="289941"/>
                  </a:lnTo>
                  <a:lnTo>
                    <a:pt x="392683" y="325374"/>
                  </a:lnTo>
                  <a:lnTo>
                    <a:pt x="366395" y="356235"/>
                  </a:lnTo>
                  <a:lnTo>
                    <a:pt x="334645" y="381635"/>
                  </a:lnTo>
                  <a:lnTo>
                    <a:pt x="298196" y="400939"/>
                  </a:lnTo>
                  <a:lnTo>
                    <a:pt x="257936" y="413131"/>
                  </a:lnTo>
                  <a:lnTo>
                    <a:pt x="214629" y="417322"/>
                  </a:lnTo>
                  <a:lnTo>
                    <a:pt x="171450" y="413131"/>
                  </a:lnTo>
                  <a:lnTo>
                    <a:pt x="131064" y="400939"/>
                  </a:lnTo>
                  <a:lnTo>
                    <a:pt x="94615" y="381635"/>
                  </a:lnTo>
                  <a:lnTo>
                    <a:pt x="62865" y="356235"/>
                  </a:lnTo>
                  <a:lnTo>
                    <a:pt x="36702" y="325374"/>
                  </a:lnTo>
                  <a:lnTo>
                    <a:pt x="16891" y="289941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27192" y="1132331"/>
              <a:ext cx="2974975" cy="1906905"/>
            </a:xfrm>
            <a:custGeom>
              <a:avLst/>
              <a:gdLst/>
              <a:ahLst/>
              <a:cxnLst/>
              <a:rect l="l" t="t" r="r" b="b"/>
              <a:pathLst>
                <a:path w="2974975" h="1906905">
                  <a:moveTo>
                    <a:pt x="1325626" y="1906397"/>
                  </a:moveTo>
                  <a:lnTo>
                    <a:pt x="1306703" y="1832102"/>
                  </a:lnTo>
                  <a:lnTo>
                    <a:pt x="1284986" y="1850898"/>
                  </a:lnTo>
                  <a:lnTo>
                    <a:pt x="8636" y="376936"/>
                  </a:lnTo>
                  <a:lnTo>
                    <a:pt x="0" y="384556"/>
                  </a:lnTo>
                  <a:lnTo>
                    <a:pt x="1276350" y="1858264"/>
                  </a:lnTo>
                  <a:lnTo>
                    <a:pt x="1254760" y="1877060"/>
                  </a:lnTo>
                  <a:lnTo>
                    <a:pt x="1325626" y="1906397"/>
                  </a:lnTo>
                  <a:close/>
                </a:path>
                <a:path w="2974975" h="1906905">
                  <a:moveTo>
                    <a:pt x="2974721" y="768223"/>
                  </a:moveTo>
                  <a:lnTo>
                    <a:pt x="2933065" y="703834"/>
                  </a:lnTo>
                  <a:lnTo>
                    <a:pt x="2918460" y="728472"/>
                  </a:lnTo>
                  <a:lnTo>
                    <a:pt x="1683385" y="0"/>
                  </a:lnTo>
                  <a:lnTo>
                    <a:pt x="1677670" y="9779"/>
                  </a:lnTo>
                  <a:lnTo>
                    <a:pt x="2912745" y="738251"/>
                  </a:lnTo>
                  <a:lnTo>
                    <a:pt x="2898140" y="762889"/>
                  </a:lnTo>
                  <a:lnTo>
                    <a:pt x="2974721" y="768223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708897" y="2349245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59" h="417830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7"/>
                  </a:lnTo>
                  <a:lnTo>
                    <a:pt x="36702" y="92075"/>
                  </a:lnTo>
                  <a:lnTo>
                    <a:pt x="62865" y="61087"/>
                  </a:lnTo>
                  <a:lnTo>
                    <a:pt x="94615" y="35687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6" y="4190"/>
                  </a:lnTo>
                  <a:lnTo>
                    <a:pt x="298196" y="16382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3" y="92075"/>
                  </a:lnTo>
                  <a:lnTo>
                    <a:pt x="412496" y="127507"/>
                  </a:lnTo>
                  <a:lnTo>
                    <a:pt x="424942" y="166624"/>
                  </a:lnTo>
                  <a:lnTo>
                    <a:pt x="429259" y="208661"/>
                  </a:lnTo>
                  <a:lnTo>
                    <a:pt x="424942" y="250698"/>
                  </a:lnTo>
                  <a:lnTo>
                    <a:pt x="412496" y="289940"/>
                  </a:lnTo>
                  <a:lnTo>
                    <a:pt x="392683" y="325374"/>
                  </a:lnTo>
                  <a:lnTo>
                    <a:pt x="366395" y="356234"/>
                  </a:lnTo>
                  <a:lnTo>
                    <a:pt x="334645" y="381634"/>
                  </a:lnTo>
                  <a:lnTo>
                    <a:pt x="298196" y="400938"/>
                  </a:lnTo>
                  <a:lnTo>
                    <a:pt x="257936" y="413130"/>
                  </a:lnTo>
                  <a:lnTo>
                    <a:pt x="214629" y="417321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5" y="381634"/>
                  </a:lnTo>
                  <a:lnTo>
                    <a:pt x="62865" y="356234"/>
                  </a:lnTo>
                  <a:lnTo>
                    <a:pt x="36702" y="325374"/>
                  </a:lnTo>
                  <a:lnTo>
                    <a:pt x="16891" y="289940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61560" y="1133855"/>
              <a:ext cx="4638675" cy="3218815"/>
            </a:xfrm>
            <a:custGeom>
              <a:avLst/>
              <a:gdLst/>
              <a:ahLst/>
              <a:cxnLst/>
              <a:rect l="l" t="t" r="r" b="b"/>
              <a:pathLst>
                <a:path w="4638675" h="3218815">
                  <a:moveTo>
                    <a:pt x="430530" y="383667"/>
                  </a:moveTo>
                  <a:lnTo>
                    <a:pt x="372110" y="383667"/>
                  </a:lnTo>
                  <a:lnTo>
                    <a:pt x="371729" y="412115"/>
                  </a:lnTo>
                  <a:lnTo>
                    <a:pt x="430530" y="383667"/>
                  </a:lnTo>
                  <a:close/>
                </a:path>
                <a:path w="4638675" h="3218815">
                  <a:moveTo>
                    <a:pt x="440690" y="378841"/>
                  </a:moveTo>
                  <a:lnTo>
                    <a:pt x="372618" y="343535"/>
                  </a:lnTo>
                  <a:lnTo>
                    <a:pt x="372237" y="372110"/>
                  </a:lnTo>
                  <a:lnTo>
                    <a:pt x="23368" y="367157"/>
                  </a:lnTo>
                  <a:lnTo>
                    <a:pt x="23241" y="378587"/>
                  </a:lnTo>
                  <a:lnTo>
                    <a:pt x="372110" y="383540"/>
                  </a:lnTo>
                  <a:lnTo>
                    <a:pt x="430911" y="383540"/>
                  </a:lnTo>
                  <a:lnTo>
                    <a:pt x="440690" y="378841"/>
                  </a:lnTo>
                  <a:close/>
                </a:path>
                <a:path w="4638675" h="3218815">
                  <a:moveTo>
                    <a:pt x="441325" y="1065530"/>
                  </a:moveTo>
                  <a:lnTo>
                    <a:pt x="372745" y="1031240"/>
                  </a:lnTo>
                  <a:lnTo>
                    <a:pt x="372745" y="1059815"/>
                  </a:lnTo>
                  <a:lnTo>
                    <a:pt x="0" y="1059815"/>
                  </a:lnTo>
                  <a:lnTo>
                    <a:pt x="0" y="1071245"/>
                  </a:lnTo>
                  <a:lnTo>
                    <a:pt x="372745" y="1071245"/>
                  </a:lnTo>
                  <a:lnTo>
                    <a:pt x="372745" y="1099820"/>
                  </a:lnTo>
                  <a:lnTo>
                    <a:pt x="441325" y="1065530"/>
                  </a:lnTo>
                  <a:close/>
                </a:path>
                <a:path w="4638675" h="3218815">
                  <a:moveTo>
                    <a:pt x="446659" y="1697863"/>
                  </a:moveTo>
                  <a:lnTo>
                    <a:pt x="378079" y="1663573"/>
                  </a:lnTo>
                  <a:lnTo>
                    <a:pt x="378079" y="1692148"/>
                  </a:lnTo>
                  <a:lnTo>
                    <a:pt x="23368" y="1692148"/>
                  </a:lnTo>
                  <a:lnTo>
                    <a:pt x="23368" y="1703578"/>
                  </a:lnTo>
                  <a:lnTo>
                    <a:pt x="378079" y="1703578"/>
                  </a:lnTo>
                  <a:lnTo>
                    <a:pt x="378079" y="1732165"/>
                  </a:lnTo>
                  <a:lnTo>
                    <a:pt x="446659" y="1697863"/>
                  </a:lnTo>
                  <a:close/>
                </a:path>
                <a:path w="4638675" h="3218815">
                  <a:moveTo>
                    <a:pt x="2134616" y="3214878"/>
                  </a:moveTo>
                  <a:lnTo>
                    <a:pt x="2134578" y="3214497"/>
                  </a:lnTo>
                  <a:lnTo>
                    <a:pt x="2130768" y="3158617"/>
                  </a:lnTo>
                  <a:lnTo>
                    <a:pt x="2130272" y="3151251"/>
                  </a:lnTo>
                  <a:lnTo>
                    <a:pt x="2129853" y="3145155"/>
                  </a:lnTo>
                  <a:lnTo>
                    <a:pt x="2129409" y="3138424"/>
                  </a:lnTo>
                  <a:lnTo>
                    <a:pt x="2117852" y="3145155"/>
                  </a:lnTo>
                  <a:lnTo>
                    <a:pt x="2116836" y="3140329"/>
                  </a:lnTo>
                  <a:lnTo>
                    <a:pt x="2103628" y="3151251"/>
                  </a:lnTo>
                  <a:lnTo>
                    <a:pt x="2094865" y="3136138"/>
                  </a:lnTo>
                  <a:lnTo>
                    <a:pt x="2094865" y="3158617"/>
                  </a:lnTo>
                  <a:lnTo>
                    <a:pt x="1518970" y="2464054"/>
                  </a:lnTo>
                  <a:lnTo>
                    <a:pt x="1513713" y="2457704"/>
                  </a:lnTo>
                  <a:lnTo>
                    <a:pt x="1527238" y="2448941"/>
                  </a:lnTo>
                  <a:lnTo>
                    <a:pt x="1636141" y="2378456"/>
                  </a:lnTo>
                  <a:lnTo>
                    <a:pt x="2094865" y="3158617"/>
                  </a:lnTo>
                  <a:lnTo>
                    <a:pt x="2094865" y="3136138"/>
                  </a:lnTo>
                  <a:lnTo>
                    <a:pt x="1649450" y="2378456"/>
                  </a:lnTo>
                  <a:lnTo>
                    <a:pt x="1645793" y="2372233"/>
                  </a:lnTo>
                  <a:lnTo>
                    <a:pt x="1660906" y="2362454"/>
                  </a:lnTo>
                  <a:lnTo>
                    <a:pt x="2074164" y="2095119"/>
                  </a:lnTo>
                  <a:lnTo>
                    <a:pt x="2089658" y="2119122"/>
                  </a:lnTo>
                  <a:lnTo>
                    <a:pt x="2103767" y="2095119"/>
                  </a:lnTo>
                  <a:lnTo>
                    <a:pt x="2128520" y="2053082"/>
                  </a:lnTo>
                  <a:lnTo>
                    <a:pt x="2052447" y="2061464"/>
                  </a:lnTo>
                  <a:lnTo>
                    <a:pt x="2067941" y="2085594"/>
                  </a:lnTo>
                  <a:lnTo>
                    <a:pt x="1639951" y="2362454"/>
                  </a:lnTo>
                  <a:lnTo>
                    <a:pt x="1630426" y="2346198"/>
                  </a:lnTo>
                  <a:lnTo>
                    <a:pt x="1630426" y="2368677"/>
                  </a:lnTo>
                  <a:lnTo>
                    <a:pt x="1506347" y="2448941"/>
                  </a:lnTo>
                  <a:lnTo>
                    <a:pt x="1496695" y="2437257"/>
                  </a:lnTo>
                  <a:lnTo>
                    <a:pt x="1496695" y="2455164"/>
                  </a:lnTo>
                  <a:lnTo>
                    <a:pt x="911860" y="2833497"/>
                  </a:lnTo>
                  <a:lnTo>
                    <a:pt x="1370965" y="2303526"/>
                  </a:lnTo>
                  <a:lnTo>
                    <a:pt x="1496695" y="2455164"/>
                  </a:lnTo>
                  <a:lnTo>
                    <a:pt x="1496695" y="2437257"/>
                  </a:lnTo>
                  <a:lnTo>
                    <a:pt x="1385836" y="2303526"/>
                  </a:lnTo>
                  <a:lnTo>
                    <a:pt x="1378585" y="2294763"/>
                  </a:lnTo>
                  <a:lnTo>
                    <a:pt x="1386281" y="2285873"/>
                  </a:lnTo>
                  <a:lnTo>
                    <a:pt x="1502791" y="2151507"/>
                  </a:lnTo>
                  <a:lnTo>
                    <a:pt x="1630426" y="2368677"/>
                  </a:lnTo>
                  <a:lnTo>
                    <a:pt x="1630426" y="2346198"/>
                  </a:lnTo>
                  <a:lnTo>
                    <a:pt x="1515960" y="2151507"/>
                  </a:lnTo>
                  <a:lnTo>
                    <a:pt x="1510665" y="2142490"/>
                  </a:lnTo>
                  <a:lnTo>
                    <a:pt x="1519783" y="2131949"/>
                  </a:lnTo>
                  <a:lnTo>
                    <a:pt x="1989074" y="1590167"/>
                  </a:lnTo>
                  <a:lnTo>
                    <a:pt x="2010537" y="1608836"/>
                  </a:lnTo>
                  <a:lnTo>
                    <a:pt x="2015363" y="1590167"/>
                  </a:lnTo>
                  <a:lnTo>
                    <a:pt x="2019554" y="1574038"/>
                  </a:lnTo>
                  <a:lnTo>
                    <a:pt x="2029587" y="1534541"/>
                  </a:lnTo>
                  <a:lnTo>
                    <a:pt x="1958848" y="1564005"/>
                  </a:lnTo>
                  <a:lnTo>
                    <a:pt x="1980311" y="1582674"/>
                  </a:lnTo>
                  <a:lnTo>
                    <a:pt x="1504442" y="2131949"/>
                  </a:lnTo>
                  <a:lnTo>
                    <a:pt x="875792" y="1062609"/>
                  </a:lnTo>
                  <a:lnTo>
                    <a:pt x="866013" y="1068324"/>
                  </a:lnTo>
                  <a:lnTo>
                    <a:pt x="1496568" y="2141093"/>
                  </a:lnTo>
                  <a:lnTo>
                    <a:pt x="1371219" y="2285873"/>
                  </a:lnTo>
                  <a:lnTo>
                    <a:pt x="880745" y="1694180"/>
                  </a:lnTo>
                  <a:lnTo>
                    <a:pt x="871982" y="1701419"/>
                  </a:lnTo>
                  <a:lnTo>
                    <a:pt x="1363700" y="2294763"/>
                  </a:lnTo>
                  <a:lnTo>
                    <a:pt x="1363484" y="2294763"/>
                  </a:lnTo>
                  <a:lnTo>
                    <a:pt x="877570" y="2855722"/>
                  </a:lnTo>
                  <a:lnTo>
                    <a:pt x="881507" y="2859024"/>
                  </a:lnTo>
                  <a:lnTo>
                    <a:pt x="884936" y="2864485"/>
                  </a:lnTo>
                  <a:lnTo>
                    <a:pt x="932840" y="2833497"/>
                  </a:lnTo>
                  <a:lnTo>
                    <a:pt x="1504061" y="2464054"/>
                  </a:lnTo>
                  <a:lnTo>
                    <a:pt x="2084832" y="3164586"/>
                  </a:lnTo>
                  <a:lnTo>
                    <a:pt x="2070227" y="3173222"/>
                  </a:lnTo>
                  <a:lnTo>
                    <a:pt x="2074164" y="3175762"/>
                  </a:lnTo>
                  <a:lnTo>
                    <a:pt x="2064004" y="3184144"/>
                  </a:lnTo>
                  <a:lnTo>
                    <a:pt x="2134108" y="3215132"/>
                  </a:lnTo>
                  <a:lnTo>
                    <a:pt x="2133981" y="3214497"/>
                  </a:lnTo>
                  <a:lnTo>
                    <a:pt x="2134616" y="3214878"/>
                  </a:lnTo>
                  <a:close/>
                </a:path>
                <a:path w="4638675" h="3218815">
                  <a:moveTo>
                    <a:pt x="3846830" y="1399413"/>
                  </a:moveTo>
                  <a:lnTo>
                    <a:pt x="3846715" y="1399032"/>
                  </a:lnTo>
                  <a:lnTo>
                    <a:pt x="3830434" y="1343787"/>
                  </a:lnTo>
                  <a:lnTo>
                    <a:pt x="3825113" y="1325753"/>
                  </a:lnTo>
                  <a:lnTo>
                    <a:pt x="3805809" y="1343787"/>
                  </a:lnTo>
                  <a:lnTo>
                    <a:pt x="3801237" y="1337437"/>
                  </a:lnTo>
                  <a:lnTo>
                    <a:pt x="3801237" y="1475867"/>
                  </a:lnTo>
                  <a:lnTo>
                    <a:pt x="2606802" y="3144520"/>
                  </a:lnTo>
                  <a:lnTo>
                    <a:pt x="3406610" y="1626235"/>
                  </a:lnTo>
                  <a:lnTo>
                    <a:pt x="3411093" y="1617726"/>
                  </a:lnTo>
                  <a:lnTo>
                    <a:pt x="3446119" y="1600581"/>
                  </a:lnTo>
                  <a:lnTo>
                    <a:pt x="3786632" y="1433957"/>
                  </a:lnTo>
                  <a:lnTo>
                    <a:pt x="3794760" y="1450467"/>
                  </a:lnTo>
                  <a:lnTo>
                    <a:pt x="3777996" y="1459230"/>
                  </a:lnTo>
                  <a:lnTo>
                    <a:pt x="3801237" y="1475867"/>
                  </a:lnTo>
                  <a:lnTo>
                    <a:pt x="3801237" y="1337437"/>
                  </a:lnTo>
                  <a:lnTo>
                    <a:pt x="3800983" y="1337056"/>
                  </a:lnTo>
                  <a:lnTo>
                    <a:pt x="3799332" y="1340104"/>
                  </a:lnTo>
                  <a:lnTo>
                    <a:pt x="3793744" y="1334008"/>
                  </a:lnTo>
                  <a:lnTo>
                    <a:pt x="3793744" y="1350899"/>
                  </a:lnTo>
                  <a:lnTo>
                    <a:pt x="3789553" y="1358900"/>
                  </a:lnTo>
                  <a:lnTo>
                    <a:pt x="3786505" y="1361821"/>
                  </a:lnTo>
                  <a:lnTo>
                    <a:pt x="3777361" y="1356995"/>
                  </a:lnTo>
                  <a:lnTo>
                    <a:pt x="3777361" y="1369822"/>
                  </a:lnTo>
                  <a:lnTo>
                    <a:pt x="3777361" y="1370330"/>
                  </a:lnTo>
                  <a:lnTo>
                    <a:pt x="3774948" y="1372489"/>
                  </a:lnTo>
                  <a:lnTo>
                    <a:pt x="3777361" y="1373378"/>
                  </a:lnTo>
                  <a:lnTo>
                    <a:pt x="3777361" y="1382268"/>
                  </a:lnTo>
                  <a:lnTo>
                    <a:pt x="3777361" y="1414780"/>
                  </a:lnTo>
                  <a:lnTo>
                    <a:pt x="3777361" y="1425956"/>
                  </a:lnTo>
                  <a:lnTo>
                    <a:pt x="3419983" y="1600581"/>
                  </a:lnTo>
                  <a:lnTo>
                    <a:pt x="3523361" y="1404493"/>
                  </a:lnTo>
                  <a:lnTo>
                    <a:pt x="3772281" y="1404493"/>
                  </a:lnTo>
                  <a:lnTo>
                    <a:pt x="3777361" y="1414780"/>
                  </a:lnTo>
                  <a:lnTo>
                    <a:pt x="3777361" y="1382268"/>
                  </a:lnTo>
                  <a:lnTo>
                    <a:pt x="3771646" y="1393063"/>
                  </a:lnTo>
                  <a:lnTo>
                    <a:pt x="3529330" y="1393063"/>
                  </a:lnTo>
                  <a:lnTo>
                    <a:pt x="3592449" y="1273175"/>
                  </a:lnTo>
                  <a:lnTo>
                    <a:pt x="3777361" y="1369822"/>
                  </a:lnTo>
                  <a:lnTo>
                    <a:pt x="3777361" y="1356995"/>
                  </a:lnTo>
                  <a:lnTo>
                    <a:pt x="3616972" y="1273175"/>
                  </a:lnTo>
                  <a:lnTo>
                    <a:pt x="3597783" y="1263142"/>
                  </a:lnTo>
                  <a:lnTo>
                    <a:pt x="3600589" y="1257808"/>
                  </a:lnTo>
                  <a:lnTo>
                    <a:pt x="3639058" y="1184783"/>
                  </a:lnTo>
                  <a:lnTo>
                    <a:pt x="3793744" y="1350899"/>
                  </a:lnTo>
                  <a:lnTo>
                    <a:pt x="3793744" y="1334008"/>
                  </a:lnTo>
                  <a:lnTo>
                    <a:pt x="3654704" y="1184783"/>
                  </a:lnTo>
                  <a:lnTo>
                    <a:pt x="3644773" y="1174115"/>
                  </a:lnTo>
                  <a:lnTo>
                    <a:pt x="3649446" y="1165225"/>
                  </a:lnTo>
                  <a:lnTo>
                    <a:pt x="3758184" y="958596"/>
                  </a:lnTo>
                  <a:lnTo>
                    <a:pt x="3790607" y="929513"/>
                  </a:lnTo>
                  <a:lnTo>
                    <a:pt x="3792601" y="927735"/>
                  </a:lnTo>
                  <a:lnTo>
                    <a:pt x="3811651" y="948944"/>
                  </a:lnTo>
                  <a:lnTo>
                    <a:pt x="3819982" y="927735"/>
                  </a:lnTo>
                  <a:lnTo>
                    <a:pt x="3826383" y="911479"/>
                  </a:lnTo>
                  <a:lnTo>
                    <a:pt x="3834841" y="890143"/>
                  </a:lnTo>
                  <a:lnTo>
                    <a:pt x="3839845" y="877570"/>
                  </a:lnTo>
                  <a:lnTo>
                    <a:pt x="3794252" y="890143"/>
                  </a:lnTo>
                  <a:lnTo>
                    <a:pt x="3813048" y="854583"/>
                  </a:lnTo>
                  <a:lnTo>
                    <a:pt x="3838194" y="867918"/>
                  </a:lnTo>
                  <a:lnTo>
                    <a:pt x="3838486" y="854583"/>
                  </a:lnTo>
                  <a:lnTo>
                    <a:pt x="3839768" y="794385"/>
                  </a:lnTo>
                  <a:lnTo>
                    <a:pt x="3839845" y="791210"/>
                  </a:lnTo>
                  <a:lnTo>
                    <a:pt x="3802761" y="817753"/>
                  </a:lnTo>
                  <a:lnTo>
                    <a:pt x="3802761" y="849249"/>
                  </a:lnTo>
                  <a:lnTo>
                    <a:pt x="3784981" y="883031"/>
                  </a:lnTo>
                  <a:lnTo>
                    <a:pt x="3784981" y="919226"/>
                  </a:lnTo>
                  <a:lnTo>
                    <a:pt x="3773551" y="929513"/>
                  </a:lnTo>
                  <a:lnTo>
                    <a:pt x="3781171" y="915035"/>
                  </a:lnTo>
                  <a:lnTo>
                    <a:pt x="3784981" y="919226"/>
                  </a:lnTo>
                  <a:lnTo>
                    <a:pt x="3784981" y="883031"/>
                  </a:lnTo>
                  <a:lnTo>
                    <a:pt x="3779012" y="894334"/>
                  </a:lnTo>
                  <a:lnTo>
                    <a:pt x="3765931" y="897890"/>
                  </a:lnTo>
                  <a:lnTo>
                    <a:pt x="3773043" y="905891"/>
                  </a:lnTo>
                  <a:lnTo>
                    <a:pt x="3748786" y="951738"/>
                  </a:lnTo>
                  <a:lnTo>
                    <a:pt x="3733546" y="965454"/>
                  </a:lnTo>
                  <a:lnTo>
                    <a:pt x="3733546" y="980821"/>
                  </a:lnTo>
                  <a:lnTo>
                    <a:pt x="3636391" y="1165225"/>
                  </a:lnTo>
                  <a:lnTo>
                    <a:pt x="3630803" y="1159129"/>
                  </a:lnTo>
                  <a:lnTo>
                    <a:pt x="3630803" y="1175893"/>
                  </a:lnTo>
                  <a:lnTo>
                    <a:pt x="3587623" y="1257808"/>
                  </a:lnTo>
                  <a:lnTo>
                    <a:pt x="3582289" y="1255014"/>
                  </a:lnTo>
                  <a:lnTo>
                    <a:pt x="3582289" y="1267841"/>
                  </a:lnTo>
                  <a:lnTo>
                    <a:pt x="3516376" y="1393063"/>
                  </a:lnTo>
                  <a:lnTo>
                    <a:pt x="3510407" y="1393063"/>
                  </a:lnTo>
                  <a:lnTo>
                    <a:pt x="3510407" y="1404493"/>
                  </a:lnTo>
                  <a:lnTo>
                    <a:pt x="3402584" y="1609090"/>
                  </a:lnTo>
                  <a:lnTo>
                    <a:pt x="2593340" y="2004695"/>
                  </a:lnTo>
                  <a:lnTo>
                    <a:pt x="3261741" y="1404493"/>
                  </a:lnTo>
                  <a:lnTo>
                    <a:pt x="3510407" y="1404493"/>
                  </a:lnTo>
                  <a:lnTo>
                    <a:pt x="3510407" y="1393063"/>
                  </a:lnTo>
                  <a:lnTo>
                    <a:pt x="3274441" y="1393063"/>
                  </a:lnTo>
                  <a:lnTo>
                    <a:pt x="3475863" y="1212088"/>
                  </a:lnTo>
                  <a:lnTo>
                    <a:pt x="3582289" y="1267841"/>
                  </a:lnTo>
                  <a:lnTo>
                    <a:pt x="3582289" y="1255014"/>
                  </a:lnTo>
                  <a:lnTo>
                    <a:pt x="3500183" y="1212088"/>
                  </a:lnTo>
                  <a:lnTo>
                    <a:pt x="3484880" y="1204087"/>
                  </a:lnTo>
                  <a:lnTo>
                    <a:pt x="3491230" y="1198372"/>
                  </a:lnTo>
                  <a:lnTo>
                    <a:pt x="3578606" y="1119886"/>
                  </a:lnTo>
                  <a:lnTo>
                    <a:pt x="3630803" y="1175893"/>
                  </a:lnTo>
                  <a:lnTo>
                    <a:pt x="3630803" y="1159129"/>
                  </a:lnTo>
                  <a:lnTo>
                    <a:pt x="3594214" y="1119886"/>
                  </a:lnTo>
                  <a:lnTo>
                    <a:pt x="3587115" y="1112266"/>
                  </a:lnTo>
                  <a:lnTo>
                    <a:pt x="3596449" y="1103884"/>
                  </a:lnTo>
                  <a:lnTo>
                    <a:pt x="3733546" y="980821"/>
                  </a:lnTo>
                  <a:lnTo>
                    <a:pt x="3733546" y="965454"/>
                  </a:lnTo>
                  <a:lnTo>
                    <a:pt x="3579368" y="1103884"/>
                  </a:lnTo>
                  <a:lnTo>
                    <a:pt x="3570859" y="1094740"/>
                  </a:lnTo>
                  <a:lnTo>
                    <a:pt x="3570859" y="1111631"/>
                  </a:lnTo>
                  <a:lnTo>
                    <a:pt x="3474212" y="1198372"/>
                  </a:lnTo>
                  <a:lnTo>
                    <a:pt x="3465068" y="1193673"/>
                  </a:lnTo>
                  <a:lnTo>
                    <a:pt x="3465068" y="1206500"/>
                  </a:lnTo>
                  <a:lnTo>
                    <a:pt x="3257423" y="1393063"/>
                  </a:lnTo>
                  <a:lnTo>
                    <a:pt x="2581910" y="1393063"/>
                  </a:lnTo>
                  <a:lnTo>
                    <a:pt x="3220212" y="1078357"/>
                  </a:lnTo>
                  <a:lnTo>
                    <a:pt x="3465068" y="1206500"/>
                  </a:lnTo>
                  <a:lnTo>
                    <a:pt x="3465068" y="1193673"/>
                  </a:lnTo>
                  <a:lnTo>
                    <a:pt x="3244786" y="1078357"/>
                  </a:lnTo>
                  <a:lnTo>
                    <a:pt x="3232912" y="1072134"/>
                  </a:lnTo>
                  <a:lnTo>
                    <a:pt x="3246043" y="1065657"/>
                  </a:lnTo>
                  <a:lnTo>
                    <a:pt x="3439287" y="970407"/>
                  </a:lnTo>
                  <a:lnTo>
                    <a:pt x="3570859" y="1111631"/>
                  </a:lnTo>
                  <a:lnTo>
                    <a:pt x="3570859" y="1094740"/>
                  </a:lnTo>
                  <a:lnTo>
                    <a:pt x="3455047" y="970407"/>
                  </a:lnTo>
                  <a:lnTo>
                    <a:pt x="3450082" y="965073"/>
                  </a:lnTo>
                  <a:lnTo>
                    <a:pt x="3467836" y="956310"/>
                  </a:lnTo>
                  <a:lnTo>
                    <a:pt x="3780917" y="801878"/>
                  </a:lnTo>
                  <a:lnTo>
                    <a:pt x="3792347" y="825246"/>
                  </a:lnTo>
                  <a:lnTo>
                    <a:pt x="3777488" y="835914"/>
                  </a:lnTo>
                  <a:lnTo>
                    <a:pt x="3802761" y="849249"/>
                  </a:lnTo>
                  <a:lnTo>
                    <a:pt x="3802761" y="817753"/>
                  </a:lnTo>
                  <a:lnTo>
                    <a:pt x="3798697" y="820674"/>
                  </a:lnTo>
                  <a:lnTo>
                    <a:pt x="3812997" y="801878"/>
                  </a:lnTo>
                  <a:lnTo>
                    <a:pt x="3824605" y="786638"/>
                  </a:lnTo>
                  <a:lnTo>
                    <a:pt x="3839083" y="767334"/>
                  </a:lnTo>
                  <a:lnTo>
                    <a:pt x="3839845" y="767080"/>
                  </a:lnTo>
                  <a:lnTo>
                    <a:pt x="3839362" y="767080"/>
                  </a:lnTo>
                  <a:lnTo>
                    <a:pt x="3839845" y="766445"/>
                  </a:lnTo>
                  <a:lnTo>
                    <a:pt x="3838702" y="766445"/>
                  </a:lnTo>
                  <a:lnTo>
                    <a:pt x="3772408" y="730631"/>
                  </a:lnTo>
                  <a:lnTo>
                    <a:pt x="3771519" y="759206"/>
                  </a:lnTo>
                  <a:lnTo>
                    <a:pt x="3770757" y="759206"/>
                  </a:lnTo>
                  <a:lnTo>
                    <a:pt x="3770757" y="781304"/>
                  </a:lnTo>
                  <a:lnTo>
                    <a:pt x="3770465" y="791210"/>
                  </a:lnTo>
                  <a:lnTo>
                    <a:pt x="3770376" y="794385"/>
                  </a:lnTo>
                  <a:lnTo>
                    <a:pt x="3441954" y="956310"/>
                  </a:lnTo>
                  <a:lnTo>
                    <a:pt x="3431159" y="944753"/>
                  </a:lnTo>
                  <a:lnTo>
                    <a:pt x="3431159" y="961644"/>
                  </a:lnTo>
                  <a:lnTo>
                    <a:pt x="3220339" y="1065657"/>
                  </a:lnTo>
                  <a:lnTo>
                    <a:pt x="2582545" y="731901"/>
                  </a:lnTo>
                  <a:lnTo>
                    <a:pt x="3236976" y="753237"/>
                  </a:lnTo>
                  <a:lnTo>
                    <a:pt x="3431159" y="961644"/>
                  </a:lnTo>
                  <a:lnTo>
                    <a:pt x="3431159" y="944753"/>
                  </a:lnTo>
                  <a:lnTo>
                    <a:pt x="3253232" y="753745"/>
                  </a:lnTo>
                  <a:lnTo>
                    <a:pt x="3765423" y="770382"/>
                  </a:lnTo>
                  <a:lnTo>
                    <a:pt x="3770757" y="781304"/>
                  </a:lnTo>
                  <a:lnTo>
                    <a:pt x="3770757" y="759206"/>
                  </a:lnTo>
                  <a:lnTo>
                    <a:pt x="3603625" y="753745"/>
                  </a:lnTo>
                  <a:lnTo>
                    <a:pt x="3242183" y="741934"/>
                  </a:lnTo>
                  <a:lnTo>
                    <a:pt x="3241700" y="741426"/>
                  </a:lnTo>
                  <a:lnTo>
                    <a:pt x="2551049" y="0"/>
                  </a:lnTo>
                  <a:lnTo>
                    <a:pt x="2542667" y="7747"/>
                  </a:lnTo>
                  <a:lnTo>
                    <a:pt x="3226054" y="741426"/>
                  </a:lnTo>
                  <a:lnTo>
                    <a:pt x="2934754" y="731901"/>
                  </a:lnTo>
                  <a:lnTo>
                    <a:pt x="2558034" y="719582"/>
                  </a:lnTo>
                  <a:lnTo>
                    <a:pt x="2557780" y="725297"/>
                  </a:lnTo>
                  <a:lnTo>
                    <a:pt x="2555240" y="730377"/>
                  </a:lnTo>
                  <a:lnTo>
                    <a:pt x="3207766" y="1071880"/>
                  </a:lnTo>
                  <a:lnTo>
                    <a:pt x="2555367" y="1393571"/>
                  </a:lnTo>
                  <a:lnTo>
                    <a:pt x="2557780" y="1398651"/>
                  </a:lnTo>
                  <a:lnTo>
                    <a:pt x="2557780" y="1404493"/>
                  </a:lnTo>
                  <a:lnTo>
                    <a:pt x="3244723" y="1404493"/>
                  </a:lnTo>
                  <a:lnTo>
                    <a:pt x="2556129" y="2022856"/>
                  </a:lnTo>
                  <a:lnTo>
                    <a:pt x="2555367" y="2023364"/>
                  </a:lnTo>
                  <a:lnTo>
                    <a:pt x="2555367" y="2023618"/>
                  </a:lnTo>
                  <a:lnTo>
                    <a:pt x="2554097" y="2024761"/>
                  </a:lnTo>
                  <a:lnTo>
                    <a:pt x="2558415" y="2029714"/>
                  </a:lnTo>
                  <a:lnTo>
                    <a:pt x="2560320" y="2033651"/>
                  </a:lnTo>
                  <a:lnTo>
                    <a:pt x="2561463" y="2033143"/>
                  </a:lnTo>
                  <a:lnTo>
                    <a:pt x="2562225" y="2032635"/>
                  </a:lnTo>
                  <a:lnTo>
                    <a:pt x="2619375" y="2004695"/>
                  </a:lnTo>
                  <a:lnTo>
                    <a:pt x="3393567" y="1626235"/>
                  </a:lnTo>
                  <a:lnTo>
                    <a:pt x="2558288" y="3212338"/>
                  </a:lnTo>
                  <a:lnTo>
                    <a:pt x="2562098" y="3214243"/>
                  </a:lnTo>
                  <a:lnTo>
                    <a:pt x="2567940" y="3218434"/>
                  </a:lnTo>
                  <a:lnTo>
                    <a:pt x="2620848" y="3144520"/>
                  </a:lnTo>
                  <a:lnTo>
                    <a:pt x="3810508" y="1482598"/>
                  </a:lnTo>
                  <a:lnTo>
                    <a:pt x="3833749" y="1499108"/>
                  </a:lnTo>
                  <a:lnTo>
                    <a:pt x="3836390" y="1482598"/>
                  </a:lnTo>
                  <a:lnTo>
                    <a:pt x="3838956" y="1466596"/>
                  </a:lnTo>
                  <a:lnTo>
                    <a:pt x="3843236" y="1440180"/>
                  </a:lnTo>
                  <a:lnTo>
                    <a:pt x="3845941" y="1423543"/>
                  </a:lnTo>
                  <a:lnTo>
                    <a:pt x="3814191" y="1440180"/>
                  </a:lnTo>
                  <a:lnTo>
                    <a:pt x="3845458" y="1399413"/>
                  </a:lnTo>
                  <a:lnTo>
                    <a:pt x="3845560" y="1399286"/>
                  </a:lnTo>
                  <a:lnTo>
                    <a:pt x="3845941" y="1399286"/>
                  </a:lnTo>
                  <a:lnTo>
                    <a:pt x="3845687" y="1399032"/>
                  </a:lnTo>
                  <a:lnTo>
                    <a:pt x="3846830" y="1399413"/>
                  </a:lnTo>
                  <a:close/>
                </a:path>
                <a:path w="4638675" h="3218815">
                  <a:moveTo>
                    <a:pt x="4627118" y="791210"/>
                  </a:moveTo>
                  <a:lnTo>
                    <a:pt x="4558538" y="756920"/>
                  </a:lnTo>
                  <a:lnTo>
                    <a:pt x="4558538" y="785495"/>
                  </a:lnTo>
                  <a:lnTo>
                    <a:pt x="4269486" y="785495"/>
                  </a:lnTo>
                  <a:lnTo>
                    <a:pt x="4269486" y="796925"/>
                  </a:lnTo>
                  <a:lnTo>
                    <a:pt x="4558538" y="796925"/>
                  </a:lnTo>
                  <a:lnTo>
                    <a:pt x="4558538" y="825500"/>
                  </a:lnTo>
                  <a:lnTo>
                    <a:pt x="4627118" y="791210"/>
                  </a:lnTo>
                  <a:close/>
                </a:path>
                <a:path w="4638675" h="3218815">
                  <a:moveTo>
                    <a:pt x="4638675" y="1423543"/>
                  </a:moveTo>
                  <a:lnTo>
                    <a:pt x="4570095" y="1389253"/>
                  </a:lnTo>
                  <a:lnTo>
                    <a:pt x="4570095" y="1417828"/>
                  </a:lnTo>
                  <a:lnTo>
                    <a:pt x="4274947" y="1417828"/>
                  </a:lnTo>
                  <a:lnTo>
                    <a:pt x="4274947" y="1429258"/>
                  </a:lnTo>
                  <a:lnTo>
                    <a:pt x="4570095" y="1429258"/>
                  </a:lnTo>
                  <a:lnTo>
                    <a:pt x="4570095" y="1457833"/>
                  </a:lnTo>
                  <a:lnTo>
                    <a:pt x="4638675" y="1423543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72683" y="3163823"/>
              <a:ext cx="73150" cy="8229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80303" y="3364991"/>
              <a:ext cx="47244" cy="5943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92495" y="3544823"/>
              <a:ext cx="33527" cy="6096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70419" y="3518916"/>
              <a:ext cx="45718" cy="4114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88707" y="3654553"/>
              <a:ext cx="42670" cy="4876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03947" y="3779519"/>
              <a:ext cx="30479" cy="44195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202424" y="3942587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10">
                  <a:moveTo>
                    <a:pt x="3429" y="20955"/>
                  </a:moveTo>
                  <a:lnTo>
                    <a:pt x="3302" y="20701"/>
                  </a:lnTo>
                  <a:lnTo>
                    <a:pt x="3302" y="20828"/>
                  </a:lnTo>
                  <a:lnTo>
                    <a:pt x="3429" y="20955"/>
                  </a:lnTo>
                  <a:close/>
                </a:path>
                <a:path w="26034" h="29210">
                  <a:moveTo>
                    <a:pt x="25781" y="17018"/>
                  </a:moveTo>
                  <a:lnTo>
                    <a:pt x="25019" y="13843"/>
                  </a:lnTo>
                  <a:lnTo>
                    <a:pt x="23622" y="12319"/>
                  </a:lnTo>
                  <a:lnTo>
                    <a:pt x="22479" y="11049"/>
                  </a:lnTo>
                  <a:lnTo>
                    <a:pt x="20701" y="9144"/>
                  </a:lnTo>
                  <a:lnTo>
                    <a:pt x="20193" y="8915"/>
                  </a:lnTo>
                  <a:lnTo>
                    <a:pt x="20193" y="10287"/>
                  </a:lnTo>
                  <a:lnTo>
                    <a:pt x="19304" y="10033"/>
                  </a:lnTo>
                  <a:lnTo>
                    <a:pt x="19304" y="10414"/>
                  </a:lnTo>
                  <a:lnTo>
                    <a:pt x="19304" y="11176"/>
                  </a:lnTo>
                  <a:lnTo>
                    <a:pt x="19304" y="13843"/>
                  </a:lnTo>
                  <a:lnTo>
                    <a:pt x="17907" y="10414"/>
                  </a:lnTo>
                  <a:lnTo>
                    <a:pt x="14935" y="8509"/>
                  </a:lnTo>
                  <a:lnTo>
                    <a:pt x="17907" y="10287"/>
                  </a:lnTo>
                  <a:lnTo>
                    <a:pt x="17526" y="9398"/>
                  </a:lnTo>
                  <a:lnTo>
                    <a:pt x="17995" y="10350"/>
                  </a:lnTo>
                  <a:lnTo>
                    <a:pt x="19304" y="13843"/>
                  </a:lnTo>
                  <a:lnTo>
                    <a:pt x="19304" y="11176"/>
                  </a:lnTo>
                  <a:lnTo>
                    <a:pt x="19177" y="10287"/>
                  </a:lnTo>
                  <a:lnTo>
                    <a:pt x="19304" y="10414"/>
                  </a:lnTo>
                  <a:lnTo>
                    <a:pt x="19304" y="10033"/>
                  </a:lnTo>
                  <a:lnTo>
                    <a:pt x="19177" y="9779"/>
                  </a:lnTo>
                  <a:lnTo>
                    <a:pt x="19177" y="9906"/>
                  </a:lnTo>
                  <a:lnTo>
                    <a:pt x="18923" y="9398"/>
                  </a:lnTo>
                  <a:lnTo>
                    <a:pt x="19177" y="9779"/>
                  </a:lnTo>
                  <a:lnTo>
                    <a:pt x="19050" y="9525"/>
                  </a:lnTo>
                  <a:lnTo>
                    <a:pt x="19050" y="8890"/>
                  </a:lnTo>
                  <a:lnTo>
                    <a:pt x="19177" y="9525"/>
                  </a:lnTo>
                  <a:lnTo>
                    <a:pt x="19177" y="9652"/>
                  </a:lnTo>
                  <a:lnTo>
                    <a:pt x="19304" y="9906"/>
                  </a:lnTo>
                  <a:lnTo>
                    <a:pt x="20193" y="10287"/>
                  </a:lnTo>
                  <a:lnTo>
                    <a:pt x="19939" y="9779"/>
                  </a:lnTo>
                  <a:lnTo>
                    <a:pt x="20066" y="9906"/>
                  </a:lnTo>
                  <a:lnTo>
                    <a:pt x="20193" y="10287"/>
                  </a:lnTo>
                  <a:lnTo>
                    <a:pt x="20193" y="8915"/>
                  </a:lnTo>
                  <a:lnTo>
                    <a:pt x="19050" y="8382"/>
                  </a:lnTo>
                  <a:lnTo>
                    <a:pt x="19558" y="8890"/>
                  </a:lnTo>
                  <a:lnTo>
                    <a:pt x="19050" y="8509"/>
                  </a:lnTo>
                  <a:lnTo>
                    <a:pt x="18923" y="8382"/>
                  </a:lnTo>
                  <a:lnTo>
                    <a:pt x="18542" y="8128"/>
                  </a:lnTo>
                  <a:lnTo>
                    <a:pt x="19050" y="8382"/>
                  </a:lnTo>
                  <a:lnTo>
                    <a:pt x="18923" y="6985"/>
                  </a:lnTo>
                  <a:lnTo>
                    <a:pt x="16891" y="6985"/>
                  </a:lnTo>
                  <a:lnTo>
                    <a:pt x="17272" y="7239"/>
                  </a:lnTo>
                  <a:lnTo>
                    <a:pt x="17272" y="7366"/>
                  </a:lnTo>
                  <a:lnTo>
                    <a:pt x="17399" y="7493"/>
                  </a:lnTo>
                  <a:lnTo>
                    <a:pt x="17526" y="7620"/>
                  </a:lnTo>
                  <a:lnTo>
                    <a:pt x="17399" y="7620"/>
                  </a:lnTo>
                  <a:lnTo>
                    <a:pt x="17653" y="7747"/>
                  </a:lnTo>
                  <a:lnTo>
                    <a:pt x="17907" y="7861"/>
                  </a:lnTo>
                  <a:lnTo>
                    <a:pt x="18110" y="7975"/>
                  </a:lnTo>
                  <a:lnTo>
                    <a:pt x="17983" y="7950"/>
                  </a:lnTo>
                  <a:lnTo>
                    <a:pt x="17653" y="7874"/>
                  </a:lnTo>
                  <a:lnTo>
                    <a:pt x="17272" y="7874"/>
                  </a:lnTo>
                  <a:lnTo>
                    <a:pt x="17272" y="8382"/>
                  </a:lnTo>
                  <a:lnTo>
                    <a:pt x="17272" y="8636"/>
                  </a:lnTo>
                  <a:lnTo>
                    <a:pt x="17145" y="8382"/>
                  </a:lnTo>
                  <a:lnTo>
                    <a:pt x="16764" y="7874"/>
                  </a:lnTo>
                  <a:lnTo>
                    <a:pt x="17272" y="8382"/>
                  </a:lnTo>
                  <a:lnTo>
                    <a:pt x="17272" y="7874"/>
                  </a:lnTo>
                  <a:lnTo>
                    <a:pt x="17018" y="7874"/>
                  </a:lnTo>
                  <a:lnTo>
                    <a:pt x="16891" y="7366"/>
                  </a:lnTo>
                  <a:lnTo>
                    <a:pt x="16002" y="7112"/>
                  </a:lnTo>
                  <a:lnTo>
                    <a:pt x="15621" y="6985"/>
                  </a:lnTo>
                  <a:lnTo>
                    <a:pt x="15875" y="6985"/>
                  </a:lnTo>
                  <a:lnTo>
                    <a:pt x="15494" y="6858"/>
                  </a:lnTo>
                  <a:lnTo>
                    <a:pt x="16637" y="6858"/>
                  </a:lnTo>
                  <a:lnTo>
                    <a:pt x="16510" y="6604"/>
                  </a:lnTo>
                  <a:lnTo>
                    <a:pt x="18796" y="6604"/>
                  </a:lnTo>
                  <a:lnTo>
                    <a:pt x="18542" y="3683"/>
                  </a:lnTo>
                  <a:lnTo>
                    <a:pt x="14732" y="241"/>
                  </a:lnTo>
                  <a:lnTo>
                    <a:pt x="14732" y="8382"/>
                  </a:lnTo>
                  <a:lnTo>
                    <a:pt x="14351" y="8128"/>
                  </a:lnTo>
                  <a:lnTo>
                    <a:pt x="14478" y="8001"/>
                  </a:lnTo>
                  <a:lnTo>
                    <a:pt x="14732" y="8382"/>
                  </a:lnTo>
                  <a:lnTo>
                    <a:pt x="14732" y="241"/>
                  </a:lnTo>
                  <a:lnTo>
                    <a:pt x="14478" y="0"/>
                  </a:lnTo>
                  <a:lnTo>
                    <a:pt x="11811" y="0"/>
                  </a:lnTo>
                  <a:lnTo>
                    <a:pt x="11811" y="25781"/>
                  </a:lnTo>
                  <a:lnTo>
                    <a:pt x="8890" y="24511"/>
                  </a:lnTo>
                  <a:lnTo>
                    <a:pt x="6985" y="23622"/>
                  </a:lnTo>
                  <a:lnTo>
                    <a:pt x="6985" y="24257"/>
                  </a:lnTo>
                  <a:lnTo>
                    <a:pt x="6350" y="23622"/>
                  </a:lnTo>
                  <a:lnTo>
                    <a:pt x="6172" y="23456"/>
                  </a:lnTo>
                  <a:lnTo>
                    <a:pt x="6146" y="23329"/>
                  </a:lnTo>
                  <a:lnTo>
                    <a:pt x="6350" y="23622"/>
                  </a:lnTo>
                  <a:lnTo>
                    <a:pt x="6350" y="23368"/>
                  </a:lnTo>
                  <a:lnTo>
                    <a:pt x="6477" y="23622"/>
                  </a:lnTo>
                  <a:lnTo>
                    <a:pt x="6985" y="24257"/>
                  </a:lnTo>
                  <a:lnTo>
                    <a:pt x="6985" y="23622"/>
                  </a:lnTo>
                  <a:lnTo>
                    <a:pt x="6731" y="23495"/>
                  </a:lnTo>
                  <a:lnTo>
                    <a:pt x="11811" y="25781"/>
                  </a:lnTo>
                  <a:lnTo>
                    <a:pt x="11811" y="0"/>
                  </a:lnTo>
                  <a:lnTo>
                    <a:pt x="6477" y="0"/>
                  </a:lnTo>
                  <a:lnTo>
                    <a:pt x="6477" y="22479"/>
                  </a:lnTo>
                  <a:lnTo>
                    <a:pt x="6197" y="22339"/>
                  </a:lnTo>
                  <a:lnTo>
                    <a:pt x="6197" y="23304"/>
                  </a:lnTo>
                  <a:lnTo>
                    <a:pt x="6108" y="23025"/>
                  </a:lnTo>
                  <a:lnTo>
                    <a:pt x="6197" y="23304"/>
                  </a:lnTo>
                  <a:lnTo>
                    <a:pt x="6197" y="22339"/>
                  </a:lnTo>
                  <a:lnTo>
                    <a:pt x="6032" y="22263"/>
                  </a:lnTo>
                  <a:lnTo>
                    <a:pt x="6032" y="22809"/>
                  </a:lnTo>
                  <a:lnTo>
                    <a:pt x="3429" y="20320"/>
                  </a:lnTo>
                  <a:lnTo>
                    <a:pt x="6019" y="22796"/>
                  </a:lnTo>
                  <a:lnTo>
                    <a:pt x="6032" y="22263"/>
                  </a:lnTo>
                  <a:lnTo>
                    <a:pt x="5969" y="22479"/>
                  </a:lnTo>
                  <a:lnTo>
                    <a:pt x="5880" y="22288"/>
                  </a:lnTo>
                  <a:lnTo>
                    <a:pt x="5334" y="20955"/>
                  </a:lnTo>
                  <a:lnTo>
                    <a:pt x="5842" y="22098"/>
                  </a:lnTo>
                  <a:lnTo>
                    <a:pt x="6477" y="22479"/>
                  </a:lnTo>
                  <a:lnTo>
                    <a:pt x="6477" y="0"/>
                  </a:lnTo>
                  <a:lnTo>
                    <a:pt x="4699" y="0"/>
                  </a:lnTo>
                  <a:lnTo>
                    <a:pt x="635" y="3683"/>
                  </a:lnTo>
                  <a:lnTo>
                    <a:pt x="254" y="8636"/>
                  </a:lnTo>
                  <a:lnTo>
                    <a:pt x="127" y="9144"/>
                  </a:lnTo>
                  <a:lnTo>
                    <a:pt x="0" y="13843"/>
                  </a:lnTo>
                  <a:lnTo>
                    <a:pt x="127" y="16383"/>
                  </a:lnTo>
                  <a:lnTo>
                    <a:pt x="1143" y="18669"/>
                  </a:lnTo>
                  <a:lnTo>
                    <a:pt x="2921" y="20320"/>
                  </a:lnTo>
                  <a:lnTo>
                    <a:pt x="3302" y="20828"/>
                  </a:lnTo>
                  <a:lnTo>
                    <a:pt x="2540" y="19304"/>
                  </a:lnTo>
                  <a:lnTo>
                    <a:pt x="3302" y="20701"/>
                  </a:lnTo>
                  <a:lnTo>
                    <a:pt x="3556" y="20955"/>
                  </a:lnTo>
                  <a:lnTo>
                    <a:pt x="3429" y="20955"/>
                  </a:lnTo>
                  <a:lnTo>
                    <a:pt x="3810" y="21844"/>
                  </a:lnTo>
                  <a:lnTo>
                    <a:pt x="4699" y="22606"/>
                  </a:lnTo>
                  <a:lnTo>
                    <a:pt x="5461" y="24130"/>
                  </a:lnTo>
                  <a:lnTo>
                    <a:pt x="6350" y="24765"/>
                  </a:lnTo>
                  <a:lnTo>
                    <a:pt x="6477" y="25400"/>
                  </a:lnTo>
                  <a:lnTo>
                    <a:pt x="10541" y="28829"/>
                  </a:lnTo>
                  <a:lnTo>
                    <a:pt x="20066" y="28829"/>
                  </a:lnTo>
                  <a:lnTo>
                    <a:pt x="20701" y="28321"/>
                  </a:lnTo>
                  <a:lnTo>
                    <a:pt x="22733" y="26670"/>
                  </a:lnTo>
                  <a:lnTo>
                    <a:pt x="24257" y="25400"/>
                  </a:lnTo>
                  <a:lnTo>
                    <a:pt x="25273" y="20193"/>
                  </a:lnTo>
                  <a:lnTo>
                    <a:pt x="25400" y="19304"/>
                  </a:lnTo>
                  <a:lnTo>
                    <a:pt x="25781" y="170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17918" y="3949191"/>
              <a:ext cx="3810" cy="1270"/>
            </a:xfrm>
            <a:custGeom>
              <a:avLst/>
              <a:gdLst/>
              <a:ahLst/>
              <a:cxnLst/>
              <a:rect l="l" t="t" r="r" b="b"/>
              <a:pathLst>
                <a:path w="3809" h="1270">
                  <a:moveTo>
                    <a:pt x="2159" y="1270"/>
                  </a:moveTo>
                  <a:lnTo>
                    <a:pt x="1397" y="762"/>
                  </a:lnTo>
                  <a:lnTo>
                    <a:pt x="1092" y="685"/>
                  </a:lnTo>
                  <a:lnTo>
                    <a:pt x="762" y="508"/>
                  </a:lnTo>
                  <a:lnTo>
                    <a:pt x="127" y="254"/>
                  </a:lnTo>
                  <a:lnTo>
                    <a:pt x="0" y="254"/>
                  </a:lnTo>
                  <a:lnTo>
                    <a:pt x="254" y="381"/>
                  </a:lnTo>
                  <a:lnTo>
                    <a:pt x="127" y="381"/>
                  </a:lnTo>
                  <a:lnTo>
                    <a:pt x="508" y="508"/>
                  </a:lnTo>
                  <a:lnTo>
                    <a:pt x="1270" y="1270"/>
                  </a:lnTo>
                  <a:lnTo>
                    <a:pt x="1524" y="1270"/>
                  </a:lnTo>
                  <a:lnTo>
                    <a:pt x="2159" y="1270"/>
                  </a:lnTo>
                  <a:close/>
                </a:path>
                <a:path w="3809" h="1270">
                  <a:moveTo>
                    <a:pt x="3429" y="381"/>
                  </a:moveTo>
                  <a:lnTo>
                    <a:pt x="3302" y="0"/>
                  </a:lnTo>
                  <a:lnTo>
                    <a:pt x="1016" y="0"/>
                  </a:lnTo>
                  <a:lnTo>
                    <a:pt x="1143" y="254"/>
                  </a:lnTo>
                  <a:lnTo>
                    <a:pt x="127" y="254"/>
                  </a:lnTo>
                  <a:lnTo>
                    <a:pt x="889" y="508"/>
                  </a:lnTo>
                  <a:lnTo>
                    <a:pt x="1397" y="762"/>
                  </a:lnTo>
                  <a:lnTo>
                    <a:pt x="1905" y="889"/>
                  </a:lnTo>
                  <a:lnTo>
                    <a:pt x="1778" y="762"/>
                  </a:lnTo>
                  <a:lnTo>
                    <a:pt x="1778" y="635"/>
                  </a:lnTo>
                  <a:lnTo>
                    <a:pt x="1473" y="381"/>
                  </a:lnTo>
                  <a:lnTo>
                    <a:pt x="3429" y="3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688713" y="3888740"/>
            <a:ext cx="42100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75" b="1" spc="-15" baseline="11494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50" b="1" spc="-10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573259" y="2401950"/>
            <a:ext cx="492759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10" dirty="0">
                <a:solidFill>
                  <a:srgbClr val="C00000"/>
                </a:solidFill>
                <a:latin typeface="Calibri"/>
                <a:cs typeface="Calibri"/>
              </a:rPr>
              <a:t>0.812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xfrm>
            <a:off x="9453118" y="1292097"/>
            <a:ext cx="730250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160" marR="5080" indent="-125095">
              <a:lnSpc>
                <a:spcPct val="1406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WRONG </a:t>
            </a:r>
            <a:r>
              <a:rPr sz="1600" b="1" spc="-10" dirty="0">
                <a:solidFill>
                  <a:srgbClr val="C00000"/>
                </a:solidFill>
                <a:latin typeface="Calibri"/>
                <a:cs typeface="Calibri"/>
              </a:rPr>
              <a:t>0.151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9" name="object 4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2888" y="2421635"/>
            <a:ext cx="301751" cy="24536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4890" y="321640"/>
            <a:ext cx="668083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35" dirty="0">
                <a:latin typeface="Trebuchet MS"/>
                <a:cs typeface="Trebuchet MS"/>
              </a:rPr>
              <a:t>Why</a:t>
            </a:r>
            <a:r>
              <a:rPr sz="3200" b="1" spc="-190" dirty="0">
                <a:latin typeface="Trebuchet MS"/>
                <a:cs typeface="Trebuchet MS"/>
              </a:rPr>
              <a:t> </a:t>
            </a:r>
            <a:r>
              <a:rPr sz="3200" b="1" spc="-20" dirty="0">
                <a:latin typeface="Trebuchet MS"/>
                <a:cs typeface="Trebuchet MS"/>
              </a:rPr>
              <a:t>there</a:t>
            </a:r>
            <a:r>
              <a:rPr sz="3200" b="1" spc="-14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is</a:t>
            </a:r>
            <a:r>
              <a:rPr sz="3200" b="1" spc="-114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an</a:t>
            </a:r>
            <a:r>
              <a:rPr sz="3200" b="1" spc="-135" dirty="0">
                <a:latin typeface="Trebuchet MS"/>
                <a:cs typeface="Trebuchet MS"/>
              </a:rPr>
              <a:t> </a:t>
            </a:r>
            <a:r>
              <a:rPr sz="3200" b="1" spc="-20" dirty="0">
                <a:latin typeface="Trebuchet MS"/>
                <a:cs typeface="Trebuchet MS"/>
              </a:rPr>
              <a:t>error</a:t>
            </a:r>
            <a:r>
              <a:rPr sz="3200" b="1" spc="-17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in</a:t>
            </a:r>
            <a:r>
              <a:rPr sz="3200" b="1" spc="-13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prediction?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45920" y="1377950"/>
            <a:ext cx="4638675" cy="2468880"/>
            <a:chOff x="1645920" y="1377950"/>
            <a:chExt cx="4638675" cy="2468880"/>
          </a:xfrm>
        </p:grpSpPr>
        <p:sp>
          <p:nvSpPr>
            <p:cNvPr id="4" name="object 4"/>
            <p:cNvSpPr/>
            <p:nvPr/>
          </p:nvSpPr>
          <p:spPr>
            <a:xfrm>
              <a:off x="2088642" y="1742693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0"/>
                  </a:moveTo>
                  <a:lnTo>
                    <a:pt x="4318" y="166623"/>
                  </a:lnTo>
                  <a:lnTo>
                    <a:pt x="16890" y="127507"/>
                  </a:lnTo>
                  <a:lnTo>
                    <a:pt x="36702" y="92075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30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3" y="92075"/>
                  </a:lnTo>
                  <a:lnTo>
                    <a:pt x="412495" y="127507"/>
                  </a:lnTo>
                  <a:lnTo>
                    <a:pt x="424941" y="166623"/>
                  </a:lnTo>
                  <a:lnTo>
                    <a:pt x="429259" y="208660"/>
                  </a:lnTo>
                  <a:lnTo>
                    <a:pt x="424941" y="250697"/>
                  </a:lnTo>
                  <a:lnTo>
                    <a:pt x="412495" y="289940"/>
                  </a:lnTo>
                  <a:lnTo>
                    <a:pt x="392683" y="325373"/>
                  </a:lnTo>
                  <a:lnTo>
                    <a:pt x="366394" y="356234"/>
                  </a:lnTo>
                  <a:lnTo>
                    <a:pt x="334644" y="381634"/>
                  </a:lnTo>
                  <a:lnTo>
                    <a:pt x="298195" y="400938"/>
                  </a:lnTo>
                  <a:lnTo>
                    <a:pt x="257937" y="413130"/>
                  </a:lnTo>
                  <a:lnTo>
                    <a:pt x="214630" y="417321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4"/>
                  </a:lnTo>
                  <a:lnTo>
                    <a:pt x="62864" y="356234"/>
                  </a:lnTo>
                  <a:lnTo>
                    <a:pt x="36702" y="325373"/>
                  </a:lnTo>
                  <a:lnTo>
                    <a:pt x="16890" y="289940"/>
                  </a:lnTo>
                  <a:lnTo>
                    <a:pt x="4318" y="250697"/>
                  </a:lnTo>
                  <a:lnTo>
                    <a:pt x="0" y="208660"/>
                  </a:lnTo>
                  <a:close/>
                </a:path>
              </a:pathLst>
            </a:custGeom>
            <a:ln w="34925">
              <a:solidFill>
                <a:srgbClr val="4452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63518" y="1390650"/>
              <a:ext cx="431165" cy="417830"/>
            </a:xfrm>
            <a:custGeom>
              <a:avLst/>
              <a:gdLst/>
              <a:ahLst/>
              <a:cxnLst/>
              <a:rect l="l" t="t" r="r" b="b"/>
              <a:pathLst>
                <a:path w="431164" h="417830">
                  <a:moveTo>
                    <a:pt x="0" y="208661"/>
                  </a:moveTo>
                  <a:lnTo>
                    <a:pt x="4318" y="166624"/>
                  </a:lnTo>
                  <a:lnTo>
                    <a:pt x="16891" y="127508"/>
                  </a:lnTo>
                  <a:lnTo>
                    <a:pt x="36830" y="92075"/>
                  </a:lnTo>
                  <a:lnTo>
                    <a:pt x="63119" y="61087"/>
                  </a:lnTo>
                  <a:lnTo>
                    <a:pt x="94996" y="35687"/>
                  </a:lnTo>
                  <a:lnTo>
                    <a:pt x="131572" y="16383"/>
                  </a:lnTo>
                  <a:lnTo>
                    <a:pt x="172085" y="4190"/>
                  </a:lnTo>
                  <a:lnTo>
                    <a:pt x="215519" y="0"/>
                  </a:lnTo>
                  <a:lnTo>
                    <a:pt x="258953" y="4190"/>
                  </a:lnTo>
                  <a:lnTo>
                    <a:pt x="299466" y="16383"/>
                  </a:lnTo>
                  <a:lnTo>
                    <a:pt x="336042" y="35687"/>
                  </a:lnTo>
                  <a:lnTo>
                    <a:pt x="367919" y="61087"/>
                  </a:lnTo>
                  <a:lnTo>
                    <a:pt x="394208" y="92075"/>
                  </a:lnTo>
                  <a:lnTo>
                    <a:pt x="414147" y="127508"/>
                  </a:lnTo>
                  <a:lnTo>
                    <a:pt x="426720" y="166624"/>
                  </a:lnTo>
                  <a:lnTo>
                    <a:pt x="431038" y="208661"/>
                  </a:lnTo>
                  <a:lnTo>
                    <a:pt x="426720" y="250698"/>
                  </a:lnTo>
                  <a:lnTo>
                    <a:pt x="414147" y="289940"/>
                  </a:lnTo>
                  <a:lnTo>
                    <a:pt x="394208" y="325374"/>
                  </a:lnTo>
                  <a:lnTo>
                    <a:pt x="367919" y="356235"/>
                  </a:lnTo>
                  <a:lnTo>
                    <a:pt x="336042" y="381635"/>
                  </a:lnTo>
                  <a:lnTo>
                    <a:pt x="299466" y="400938"/>
                  </a:lnTo>
                  <a:lnTo>
                    <a:pt x="258953" y="413130"/>
                  </a:lnTo>
                  <a:lnTo>
                    <a:pt x="215519" y="417322"/>
                  </a:lnTo>
                  <a:lnTo>
                    <a:pt x="172085" y="413130"/>
                  </a:lnTo>
                  <a:lnTo>
                    <a:pt x="131572" y="400938"/>
                  </a:lnTo>
                  <a:lnTo>
                    <a:pt x="94996" y="381635"/>
                  </a:lnTo>
                  <a:lnTo>
                    <a:pt x="63119" y="356235"/>
                  </a:lnTo>
                  <a:lnTo>
                    <a:pt x="36830" y="325374"/>
                  </a:lnTo>
                  <a:lnTo>
                    <a:pt x="16891" y="289940"/>
                  </a:lnTo>
                  <a:lnTo>
                    <a:pt x="4318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4452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14600" y="1610995"/>
              <a:ext cx="1183640" cy="344170"/>
            </a:xfrm>
            <a:custGeom>
              <a:avLst/>
              <a:gdLst/>
              <a:ahLst/>
              <a:cxnLst/>
              <a:rect l="l" t="t" r="r" b="b"/>
              <a:pathLst>
                <a:path w="1183639" h="344169">
                  <a:moveTo>
                    <a:pt x="1180338" y="0"/>
                  </a:moveTo>
                  <a:lnTo>
                    <a:pt x="0" y="332993"/>
                  </a:lnTo>
                  <a:lnTo>
                    <a:pt x="3175" y="343915"/>
                  </a:lnTo>
                  <a:lnTo>
                    <a:pt x="1183513" y="10921"/>
                  </a:lnTo>
                  <a:lnTo>
                    <a:pt x="1180338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7191" y="1583436"/>
              <a:ext cx="75311" cy="660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75710" y="2113026"/>
              <a:ext cx="429259" cy="415925"/>
            </a:xfrm>
            <a:custGeom>
              <a:avLst/>
              <a:gdLst/>
              <a:ahLst/>
              <a:cxnLst/>
              <a:rect l="l" t="t" r="r" b="b"/>
              <a:pathLst>
                <a:path w="429260" h="415925">
                  <a:moveTo>
                    <a:pt x="0" y="207899"/>
                  </a:moveTo>
                  <a:lnTo>
                    <a:pt x="4317" y="165988"/>
                  </a:lnTo>
                  <a:lnTo>
                    <a:pt x="16890" y="127000"/>
                  </a:lnTo>
                  <a:lnTo>
                    <a:pt x="36702" y="91694"/>
                  </a:lnTo>
                  <a:lnTo>
                    <a:pt x="62864" y="60960"/>
                  </a:lnTo>
                  <a:lnTo>
                    <a:pt x="94614" y="35560"/>
                  </a:lnTo>
                  <a:lnTo>
                    <a:pt x="131063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5" y="16383"/>
                  </a:lnTo>
                  <a:lnTo>
                    <a:pt x="334644" y="35560"/>
                  </a:lnTo>
                  <a:lnTo>
                    <a:pt x="366394" y="60960"/>
                  </a:lnTo>
                  <a:lnTo>
                    <a:pt x="392684" y="91694"/>
                  </a:lnTo>
                  <a:lnTo>
                    <a:pt x="412495" y="127000"/>
                  </a:lnTo>
                  <a:lnTo>
                    <a:pt x="424941" y="165988"/>
                  </a:lnTo>
                  <a:lnTo>
                    <a:pt x="429260" y="207899"/>
                  </a:lnTo>
                  <a:lnTo>
                    <a:pt x="424941" y="249809"/>
                  </a:lnTo>
                  <a:lnTo>
                    <a:pt x="412495" y="288798"/>
                  </a:lnTo>
                  <a:lnTo>
                    <a:pt x="392684" y="324103"/>
                  </a:lnTo>
                  <a:lnTo>
                    <a:pt x="366394" y="354964"/>
                  </a:lnTo>
                  <a:lnTo>
                    <a:pt x="334644" y="380364"/>
                  </a:lnTo>
                  <a:lnTo>
                    <a:pt x="298195" y="399541"/>
                  </a:lnTo>
                  <a:lnTo>
                    <a:pt x="257937" y="411607"/>
                  </a:lnTo>
                  <a:lnTo>
                    <a:pt x="214629" y="415798"/>
                  </a:lnTo>
                  <a:lnTo>
                    <a:pt x="171450" y="411607"/>
                  </a:lnTo>
                  <a:lnTo>
                    <a:pt x="131063" y="399541"/>
                  </a:lnTo>
                  <a:lnTo>
                    <a:pt x="94614" y="380364"/>
                  </a:lnTo>
                  <a:lnTo>
                    <a:pt x="62864" y="354964"/>
                  </a:lnTo>
                  <a:lnTo>
                    <a:pt x="36702" y="324103"/>
                  </a:lnTo>
                  <a:lnTo>
                    <a:pt x="16890" y="288798"/>
                  </a:lnTo>
                  <a:lnTo>
                    <a:pt x="4317" y="249809"/>
                  </a:lnTo>
                  <a:lnTo>
                    <a:pt x="0" y="207899"/>
                  </a:lnTo>
                  <a:close/>
                </a:path>
              </a:pathLst>
            </a:custGeom>
            <a:ln w="25400">
              <a:solidFill>
                <a:srgbClr val="4452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9129" y="2268474"/>
              <a:ext cx="75565" cy="6578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14600" y="1944623"/>
              <a:ext cx="1196340" cy="362585"/>
            </a:xfrm>
            <a:custGeom>
              <a:avLst/>
              <a:gdLst/>
              <a:ahLst/>
              <a:cxnLst/>
              <a:rect l="l" t="t" r="r" b="b"/>
              <a:pathLst>
                <a:path w="1196339" h="362585">
                  <a:moveTo>
                    <a:pt x="3175" y="0"/>
                  </a:moveTo>
                  <a:lnTo>
                    <a:pt x="0" y="11049"/>
                  </a:lnTo>
                  <a:lnTo>
                    <a:pt x="1192657" y="362330"/>
                  </a:lnTo>
                  <a:lnTo>
                    <a:pt x="1195832" y="351281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88642" y="2428494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0"/>
                  </a:moveTo>
                  <a:lnTo>
                    <a:pt x="4318" y="166623"/>
                  </a:lnTo>
                  <a:lnTo>
                    <a:pt x="16890" y="127507"/>
                  </a:lnTo>
                  <a:lnTo>
                    <a:pt x="36702" y="92075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30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3" y="92075"/>
                  </a:lnTo>
                  <a:lnTo>
                    <a:pt x="412495" y="127507"/>
                  </a:lnTo>
                  <a:lnTo>
                    <a:pt x="424941" y="166623"/>
                  </a:lnTo>
                  <a:lnTo>
                    <a:pt x="429259" y="208660"/>
                  </a:lnTo>
                  <a:lnTo>
                    <a:pt x="424941" y="250697"/>
                  </a:lnTo>
                  <a:lnTo>
                    <a:pt x="412495" y="289940"/>
                  </a:lnTo>
                  <a:lnTo>
                    <a:pt x="392683" y="325373"/>
                  </a:lnTo>
                  <a:lnTo>
                    <a:pt x="366394" y="356234"/>
                  </a:lnTo>
                  <a:lnTo>
                    <a:pt x="334644" y="381634"/>
                  </a:lnTo>
                  <a:lnTo>
                    <a:pt x="298195" y="400938"/>
                  </a:lnTo>
                  <a:lnTo>
                    <a:pt x="257937" y="413130"/>
                  </a:lnTo>
                  <a:lnTo>
                    <a:pt x="214630" y="417321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4"/>
                  </a:lnTo>
                  <a:lnTo>
                    <a:pt x="62864" y="356234"/>
                  </a:lnTo>
                  <a:lnTo>
                    <a:pt x="36702" y="325373"/>
                  </a:lnTo>
                  <a:lnTo>
                    <a:pt x="16890" y="289940"/>
                  </a:lnTo>
                  <a:lnTo>
                    <a:pt x="4318" y="250697"/>
                  </a:lnTo>
                  <a:lnTo>
                    <a:pt x="0" y="208660"/>
                  </a:lnTo>
                  <a:close/>
                </a:path>
              </a:pathLst>
            </a:custGeom>
            <a:ln w="34925">
              <a:solidFill>
                <a:srgbClr val="4452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75710" y="2785110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7" y="167258"/>
                  </a:lnTo>
                  <a:lnTo>
                    <a:pt x="16890" y="128015"/>
                  </a:lnTo>
                  <a:lnTo>
                    <a:pt x="36702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10"/>
                  </a:lnTo>
                  <a:lnTo>
                    <a:pt x="171450" y="4317"/>
                  </a:lnTo>
                  <a:lnTo>
                    <a:pt x="214629" y="0"/>
                  </a:lnTo>
                  <a:lnTo>
                    <a:pt x="257937" y="4317"/>
                  </a:lnTo>
                  <a:lnTo>
                    <a:pt x="298195" y="16510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4" y="92328"/>
                  </a:lnTo>
                  <a:lnTo>
                    <a:pt x="412495" y="128015"/>
                  </a:lnTo>
                  <a:lnTo>
                    <a:pt x="424941" y="167258"/>
                  </a:lnTo>
                  <a:lnTo>
                    <a:pt x="429260" y="209550"/>
                  </a:lnTo>
                  <a:lnTo>
                    <a:pt x="424941" y="251840"/>
                  </a:lnTo>
                  <a:lnTo>
                    <a:pt x="412495" y="291083"/>
                  </a:lnTo>
                  <a:lnTo>
                    <a:pt x="392684" y="326770"/>
                  </a:lnTo>
                  <a:lnTo>
                    <a:pt x="366394" y="357758"/>
                  </a:lnTo>
                  <a:lnTo>
                    <a:pt x="334644" y="383285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29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5"/>
                  </a:lnTo>
                  <a:lnTo>
                    <a:pt x="62864" y="357758"/>
                  </a:lnTo>
                  <a:lnTo>
                    <a:pt x="36702" y="326770"/>
                  </a:lnTo>
                  <a:lnTo>
                    <a:pt x="16890" y="291083"/>
                  </a:lnTo>
                  <a:lnTo>
                    <a:pt x="4317" y="25184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4452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9764" y="2924175"/>
              <a:ext cx="74675" cy="7023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513076" y="1946148"/>
              <a:ext cx="1212215" cy="1009015"/>
            </a:xfrm>
            <a:custGeom>
              <a:avLst/>
              <a:gdLst/>
              <a:ahLst/>
              <a:cxnLst/>
              <a:rect l="l" t="t" r="r" b="b"/>
              <a:pathLst>
                <a:path w="1212214" h="1009014">
                  <a:moveTo>
                    <a:pt x="7366" y="0"/>
                  </a:moveTo>
                  <a:lnTo>
                    <a:pt x="0" y="8636"/>
                  </a:lnTo>
                  <a:lnTo>
                    <a:pt x="1204976" y="1008888"/>
                  </a:lnTo>
                  <a:lnTo>
                    <a:pt x="1212214" y="1000125"/>
                  </a:lnTo>
                  <a:lnTo>
                    <a:pt x="7366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94738" y="3059429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8" y="167258"/>
                  </a:lnTo>
                  <a:lnTo>
                    <a:pt x="16891" y="128015"/>
                  </a:lnTo>
                  <a:lnTo>
                    <a:pt x="36703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09"/>
                  </a:lnTo>
                  <a:lnTo>
                    <a:pt x="171450" y="4318"/>
                  </a:lnTo>
                  <a:lnTo>
                    <a:pt x="214630" y="0"/>
                  </a:lnTo>
                  <a:lnTo>
                    <a:pt x="257937" y="4318"/>
                  </a:lnTo>
                  <a:lnTo>
                    <a:pt x="298195" y="16509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4" y="92328"/>
                  </a:lnTo>
                  <a:lnTo>
                    <a:pt x="412495" y="128015"/>
                  </a:lnTo>
                  <a:lnTo>
                    <a:pt x="424942" y="167258"/>
                  </a:lnTo>
                  <a:lnTo>
                    <a:pt x="429260" y="209550"/>
                  </a:lnTo>
                  <a:lnTo>
                    <a:pt x="424942" y="251840"/>
                  </a:lnTo>
                  <a:lnTo>
                    <a:pt x="412495" y="291083"/>
                  </a:lnTo>
                  <a:lnTo>
                    <a:pt x="392684" y="326770"/>
                  </a:lnTo>
                  <a:lnTo>
                    <a:pt x="366394" y="357758"/>
                  </a:lnTo>
                  <a:lnTo>
                    <a:pt x="334644" y="383286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30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6"/>
                  </a:lnTo>
                  <a:lnTo>
                    <a:pt x="62864" y="357758"/>
                  </a:lnTo>
                  <a:lnTo>
                    <a:pt x="36703" y="326770"/>
                  </a:lnTo>
                  <a:lnTo>
                    <a:pt x="16891" y="291083"/>
                  </a:lnTo>
                  <a:lnTo>
                    <a:pt x="4318" y="251840"/>
                  </a:lnTo>
                  <a:lnTo>
                    <a:pt x="0" y="209550"/>
                  </a:lnTo>
                  <a:close/>
                </a:path>
              </a:pathLst>
            </a:custGeom>
            <a:ln w="34925">
              <a:solidFill>
                <a:srgbClr val="4452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75710" y="3416045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29">
                  <a:moveTo>
                    <a:pt x="0" y="208787"/>
                  </a:moveTo>
                  <a:lnTo>
                    <a:pt x="4317" y="166750"/>
                  </a:lnTo>
                  <a:lnTo>
                    <a:pt x="16890" y="127507"/>
                  </a:lnTo>
                  <a:lnTo>
                    <a:pt x="36702" y="92074"/>
                  </a:lnTo>
                  <a:lnTo>
                    <a:pt x="62864" y="61086"/>
                  </a:lnTo>
                  <a:lnTo>
                    <a:pt x="94614" y="35686"/>
                  </a:lnTo>
                  <a:lnTo>
                    <a:pt x="131063" y="16382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5" y="16382"/>
                  </a:lnTo>
                  <a:lnTo>
                    <a:pt x="334644" y="35686"/>
                  </a:lnTo>
                  <a:lnTo>
                    <a:pt x="366394" y="61086"/>
                  </a:lnTo>
                  <a:lnTo>
                    <a:pt x="392684" y="92074"/>
                  </a:lnTo>
                  <a:lnTo>
                    <a:pt x="412495" y="127507"/>
                  </a:lnTo>
                  <a:lnTo>
                    <a:pt x="424941" y="166750"/>
                  </a:lnTo>
                  <a:lnTo>
                    <a:pt x="429260" y="208787"/>
                  </a:lnTo>
                  <a:lnTo>
                    <a:pt x="424941" y="250824"/>
                  </a:lnTo>
                  <a:lnTo>
                    <a:pt x="412495" y="290067"/>
                  </a:lnTo>
                  <a:lnTo>
                    <a:pt x="392684" y="325500"/>
                  </a:lnTo>
                  <a:lnTo>
                    <a:pt x="366394" y="356488"/>
                  </a:lnTo>
                  <a:lnTo>
                    <a:pt x="334644" y="381888"/>
                  </a:lnTo>
                  <a:lnTo>
                    <a:pt x="298195" y="401192"/>
                  </a:lnTo>
                  <a:lnTo>
                    <a:pt x="257937" y="413384"/>
                  </a:lnTo>
                  <a:lnTo>
                    <a:pt x="214629" y="417575"/>
                  </a:lnTo>
                  <a:lnTo>
                    <a:pt x="171450" y="413384"/>
                  </a:lnTo>
                  <a:lnTo>
                    <a:pt x="131063" y="401192"/>
                  </a:lnTo>
                  <a:lnTo>
                    <a:pt x="94614" y="381888"/>
                  </a:lnTo>
                  <a:lnTo>
                    <a:pt x="62864" y="356488"/>
                  </a:lnTo>
                  <a:lnTo>
                    <a:pt x="36702" y="325500"/>
                  </a:lnTo>
                  <a:lnTo>
                    <a:pt x="16890" y="290067"/>
                  </a:lnTo>
                  <a:lnTo>
                    <a:pt x="4317" y="250824"/>
                  </a:lnTo>
                  <a:lnTo>
                    <a:pt x="0" y="208787"/>
                  </a:lnTo>
                  <a:close/>
                </a:path>
              </a:pathLst>
            </a:custGeom>
            <a:ln w="25400">
              <a:solidFill>
                <a:srgbClr val="4452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13076" y="1598675"/>
              <a:ext cx="1325880" cy="2038985"/>
            </a:xfrm>
            <a:custGeom>
              <a:avLst/>
              <a:gdLst/>
              <a:ahLst/>
              <a:cxnLst/>
              <a:rect l="l" t="t" r="r" b="b"/>
              <a:pathLst>
                <a:path w="1325879" h="2038985">
                  <a:moveTo>
                    <a:pt x="8636" y="348488"/>
                  </a:moveTo>
                  <a:lnTo>
                    <a:pt x="0" y="356108"/>
                  </a:lnTo>
                  <a:lnTo>
                    <a:pt x="340994" y="749553"/>
                  </a:lnTo>
                  <a:lnTo>
                    <a:pt x="635" y="1032637"/>
                  </a:lnTo>
                  <a:lnTo>
                    <a:pt x="4318" y="1037209"/>
                  </a:lnTo>
                  <a:lnTo>
                    <a:pt x="4318" y="1037716"/>
                  </a:lnTo>
                  <a:lnTo>
                    <a:pt x="1269" y="1042543"/>
                  </a:lnTo>
                  <a:lnTo>
                    <a:pt x="332994" y="1253236"/>
                  </a:lnTo>
                  <a:lnTo>
                    <a:pt x="5334" y="1664970"/>
                  </a:lnTo>
                  <a:lnTo>
                    <a:pt x="8128" y="1667129"/>
                  </a:lnTo>
                  <a:lnTo>
                    <a:pt x="9779" y="1669796"/>
                  </a:lnTo>
                  <a:lnTo>
                    <a:pt x="8255" y="1675130"/>
                  </a:lnTo>
                  <a:lnTo>
                    <a:pt x="1194562" y="2011553"/>
                  </a:lnTo>
                  <a:lnTo>
                    <a:pt x="1186814" y="2038985"/>
                  </a:lnTo>
                  <a:lnTo>
                    <a:pt x="1262252" y="2024888"/>
                  </a:lnTo>
                  <a:lnTo>
                    <a:pt x="1235647" y="2000631"/>
                  </a:lnTo>
                  <a:lnTo>
                    <a:pt x="1197737" y="2000631"/>
                  </a:lnTo>
                  <a:lnTo>
                    <a:pt x="33274" y="1670431"/>
                  </a:lnTo>
                  <a:lnTo>
                    <a:pt x="91283" y="1657731"/>
                  </a:lnTo>
                  <a:lnTo>
                    <a:pt x="37846" y="1657731"/>
                  </a:lnTo>
                  <a:lnTo>
                    <a:pt x="56022" y="1645412"/>
                  </a:lnTo>
                  <a:lnTo>
                    <a:pt x="35432" y="1645412"/>
                  </a:lnTo>
                  <a:lnTo>
                    <a:pt x="342646" y="1259459"/>
                  </a:lnTo>
                  <a:lnTo>
                    <a:pt x="363957" y="1259459"/>
                  </a:lnTo>
                  <a:lnTo>
                    <a:pt x="349757" y="1250441"/>
                  </a:lnTo>
                  <a:lnTo>
                    <a:pt x="354612" y="1244346"/>
                  </a:lnTo>
                  <a:lnTo>
                    <a:pt x="340106" y="1244346"/>
                  </a:lnTo>
                  <a:lnTo>
                    <a:pt x="40512" y="1053973"/>
                  </a:lnTo>
                  <a:lnTo>
                    <a:pt x="82218" y="1053973"/>
                  </a:lnTo>
                  <a:lnTo>
                    <a:pt x="25018" y="1037716"/>
                  </a:lnTo>
                  <a:lnTo>
                    <a:pt x="74545" y="1025271"/>
                  </a:lnTo>
                  <a:lnTo>
                    <a:pt x="27431" y="1025271"/>
                  </a:lnTo>
                  <a:lnTo>
                    <a:pt x="348488" y="758189"/>
                  </a:lnTo>
                  <a:lnTo>
                    <a:pt x="363635" y="758189"/>
                  </a:lnTo>
                  <a:lnTo>
                    <a:pt x="357250" y="750824"/>
                  </a:lnTo>
                  <a:lnTo>
                    <a:pt x="367630" y="742188"/>
                  </a:lnTo>
                  <a:lnTo>
                    <a:pt x="349757" y="742188"/>
                  </a:lnTo>
                  <a:lnTo>
                    <a:pt x="8636" y="348488"/>
                  </a:lnTo>
                  <a:close/>
                </a:path>
                <a:path w="1325879" h="2038985">
                  <a:moveTo>
                    <a:pt x="1205484" y="1973072"/>
                  </a:moveTo>
                  <a:lnTo>
                    <a:pt x="1197737" y="2000631"/>
                  </a:lnTo>
                  <a:lnTo>
                    <a:pt x="1235647" y="2000631"/>
                  </a:lnTo>
                  <a:lnTo>
                    <a:pt x="1205484" y="1973072"/>
                  </a:lnTo>
                  <a:close/>
                </a:path>
                <a:path w="1325879" h="2038985">
                  <a:moveTo>
                    <a:pt x="765747" y="1514729"/>
                  </a:moveTo>
                  <a:lnTo>
                    <a:pt x="744474" y="1514729"/>
                  </a:lnTo>
                  <a:lnTo>
                    <a:pt x="1260602" y="1842643"/>
                  </a:lnTo>
                  <a:lnTo>
                    <a:pt x="1254633" y="1847723"/>
                  </a:lnTo>
                  <a:lnTo>
                    <a:pt x="1261237" y="1850517"/>
                  </a:lnTo>
                  <a:lnTo>
                    <a:pt x="1249299" y="1869186"/>
                  </a:lnTo>
                  <a:lnTo>
                    <a:pt x="1325499" y="1877187"/>
                  </a:lnTo>
                  <a:lnTo>
                    <a:pt x="1314719" y="1834769"/>
                  </a:lnTo>
                  <a:lnTo>
                    <a:pt x="1269619" y="1834769"/>
                  </a:lnTo>
                  <a:lnTo>
                    <a:pt x="765747" y="1514729"/>
                  </a:lnTo>
                  <a:close/>
                </a:path>
                <a:path w="1325879" h="2038985">
                  <a:moveTo>
                    <a:pt x="1275461" y="1810639"/>
                  </a:moveTo>
                  <a:lnTo>
                    <a:pt x="1275461" y="1828038"/>
                  </a:lnTo>
                  <a:lnTo>
                    <a:pt x="1272921" y="1831975"/>
                  </a:lnTo>
                  <a:lnTo>
                    <a:pt x="1269619" y="1834769"/>
                  </a:lnTo>
                  <a:lnTo>
                    <a:pt x="1314719" y="1834769"/>
                  </a:lnTo>
                  <a:lnTo>
                    <a:pt x="1310436" y="1818005"/>
                  </a:lnTo>
                  <a:lnTo>
                    <a:pt x="1281811" y="1818005"/>
                  </a:lnTo>
                  <a:lnTo>
                    <a:pt x="1275461" y="1810639"/>
                  </a:lnTo>
                  <a:close/>
                </a:path>
                <a:path w="1325879" h="2038985">
                  <a:moveTo>
                    <a:pt x="977654" y="1466977"/>
                  </a:moveTo>
                  <a:lnTo>
                    <a:pt x="962533" y="1466977"/>
                  </a:lnTo>
                  <a:lnTo>
                    <a:pt x="1275461" y="1828038"/>
                  </a:lnTo>
                  <a:lnTo>
                    <a:pt x="1275461" y="1810639"/>
                  </a:lnTo>
                  <a:lnTo>
                    <a:pt x="977654" y="1466977"/>
                  </a:lnTo>
                  <a:close/>
                </a:path>
                <a:path w="1325879" h="2038985">
                  <a:moveTo>
                    <a:pt x="1286002" y="1811401"/>
                  </a:moveTo>
                  <a:lnTo>
                    <a:pt x="1281811" y="1818005"/>
                  </a:lnTo>
                  <a:lnTo>
                    <a:pt x="1310436" y="1818005"/>
                  </a:lnTo>
                  <a:lnTo>
                    <a:pt x="1310307" y="1817497"/>
                  </a:lnTo>
                  <a:lnTo>
                    <a:pt x="1289685" y="1817497"/>
                  </a:lnTo>
                  <a:lnTo>
                    <a:pt x="1286002" y="1811401"/>
                  </a:lnTo>
                  <a:close/>
                </a:path>
                <a:path w="1325879" h="2038985">
                  <a:moveTo>
                    <a:pt x="1306576" y="1802892"/>
                  </a:moveTo>
                  <a:lnTo>
                    <a:pt x="1289685" y="1817497"/>
                  </a:lnTo>
                  <a:lnTo>
                    <a:pt x="1310307" y="1817497"/>
                  </a:lnTo>
                  <a:lnTo>
                    <a:pt x="1306576" y="1802892"/>
                  </a:lnTo>
                  <a:close/>
                </a:path>
                <a:path w="1325879" h="2038985">
                  <a:moveTo>
                    <a:pt x="730631" y="1492377"/>
                  </a:moveTo>
                  <a:lnTo>
                    <a:pt x="730631" y="1505966"/>
                  </a:lnTo>
                  <a:lnTo>
                    <a:pt x="37846" y="1657731"/>
                  </a:lnTo>
                  <a:lnTo>
                    <a:pt x="91283" y="1657731"/>
                  </a:lnTo>
                  <a:lnTo>
                    <a:pt x="744474" y="1514729"/>
                  </a:lnTo>
                  <a:lnTo>
                    <a:pt x="765747" y="1514729"/>
                  </a:lnTo>
                  <a:lnTo>
                    <a:pt x="760349" y="1511300"/>
                  </a:lnTo>
                  <a:lnTo>
                    <a:pt x="800322" y="1502537"/>
                  </a:lnTo>
                  <a:lnTo>
                    <a:pt x="746633" y="1502537"/>
                  </a:lnTo>
                  <a:lnTo>
                    <a:pt x="730631" y="1492377"/>
                  </a:lnTo>
                  <a:close/>
                </a:path>
                <a:path w="1325879" h="2038985">
                  <a:moveTo>
                    <a:pt x="478155" y="1331976"/>
                  </a:moveTo>
                  <a:lnTo>
                    <a:pt x="478155" y="1345565"/>
                  </a:lnTo>
                  <a:lnTo>
                    <a:pt x="35432" y="1645412"/>
                  </a:lnTo>
                  <a:lnTo>
                    <a:pt x="56022" y="1645412"/>
                  </a:lnTo>
                  <a:lnTo>
                    <a:pt x="488696" y="1352169"/>
                  </a:lnTo>
                  <a:lnTo>
                    <a:pt x="509975" y="1352169"/>
                  </a:lnTo>
                  <a:lnTo>
                    <a:pt x="498982" y="1345184"/>
                  </a:lnTo>
                  <a:lnTo>
                    <a:pt x="508740" y="1338580"/>
                  </a:lnTo>
                  <a:lnTo>
                    <a:pt x="488442" y="1338580"/>
                  </a:lnTo>
                  <a:lnTo>
                    <a:pt x="478155" y="1331976"/>
                  </a:lnTo>
                  <a:close/>
                </a:path>
                <a:path w="1325879" h="2038985">
                  <a:moveTo>
                    <a:pt x="509975" y="1352169"/>
                  </a:moveTo>
                  <a:lnTo>
                    <a:pt x="488696" y="1352169"/>
                  </a:lnTo>
                  <a:lnTo>
                    <a:pt x="730631" y="1505966"/>
                  </a:lnTo>
                  <a:lnTo>
                    <a:pt x="730631" y="1492377"/>
                  </a:lnTo>
                  <a:lnTo>
                    <a:pt x="509975" y="1352169"/>
                  </a:lnTo>
                  <a:close/>
                </a:path>
                <a:path w="1325879" h="2038985">
                  <a:moveTo>
                    <a:pt x="954024" y="1439672"/>
                  </a:moveTo>
                  <a:lnTo>
                    <a:pt x="954024" y="1457071"/>
                  </a:lnTo>
                  <a:lnTo>
                    <a:pt x="746633" y="1502537"/>
                  </a:lnTo>
                  <a:lnTo>
                    <a:pt x="800322" y="1502537"/>
                  </a:lnTo>
                  <a:lnTo>
                    <a:pt x="962533" y="1466977"/>
                  </a:lnTo>
                  <a:lnTo>
                    <a:pt x="977654" y="1466977"/>
                  </a:lnTo>
                  <a:lnTo>
                    <a:pt x="975233" y="1464183"/>
                  </a:lnTo>
                  <a:lnTo>
                    <a:pt x="1020525" y="1454277"/>
                  </a:lnTo>
                  <a:lnTo>
                    <a:pt x="966724" y="1454277"/>
                  </a:lnTo>
                  <a:lnTo>
                    <a:pt x="954024" y="1439672"/>
                  </a:lnTo>
                  <a:close/>
                </a:path>
                <a:path w="1325879" h="2038985">
                  <a:moveTo>
                    <a:pt x="708219" y="1231900"/>
                  </a:moveTo>
                  <a:lnTo>
                    <a:pt x="666369" y="1231900"/>
                  </a:lnTo>
                  <a:lnTo>
                    <a:pt x="789051" y="1266698"/>
                  </a:lnTo>
                  <a:lnTo>
                    <a:pt x="954024" y="1457071"/>
                  </a:lnTo>
                  <a:lnTo>
                    <a:pt x="954024" y="1439672"/>
                  </a:lnTo>
                  <a:lnTo>
                    <a:pt x="809116" y="1272413"/>
                  </a:lnTo>
                  <a:lnTo>
                    <a:pt x="850903" y="1272413"/>
                  </a:lnTo>
                  <a:lnTo>
                    <a:pt x="795527" y="1256664"/>
                  </a:lnTo>
                  <a:lnTo>
                    <a:pt x="790562" y="1250950"/>
                  </a:lnTo>
                  <a:lnTo>
                    <a:pt x="775335" y="1250950"/>
                  </a:lnTo>
                  <a:lnTo>
                    <a:pt x="708219" y="1231900"/>
                  </a:lnTo>
                  <a:close/>
                </a:path>
                <a:path w="1325879" h="2038985">
                  <a:moveTo>
                    <a:pt x="1191640" y="1369314"/>
                  </a:moveTo>
                  <a:lnTo>
                    <a:pt x="1191640" y="1394333"/>
                  </a:lnTo>
                  <a:lnTo>
                    <a:pt x="1188465" y="1405763"/>
                  </a:lnTo>
                  <a:lnTo>
                    <a:pt x="966724" y="1454277"/>
                  </a:lnTo>
                  <a:lnTo>
                    <a:pt x="1020525" y="1454277"/>
                  </a:lnTo>
                  <a:lnTo>
                    <a:pt x="1196466" y="1415796"/>
                  </a:lnTo>
                  <a:lnTo>
                    <a:pt x="1237010" y="1415796"/>
                  </a:lnTo>
                  <a:lnTo>
                    <a:pt x="1262252" y="1395476"/>
                  </a:lnTo>
                  <a:lnTo>
                    <a:pt x="1262910" y="1395476"/>
                  </a:lnTo>
                  <a:lnTo>
                    <a:pt x="1236374" y="1371219"/>
                  </a:lnTo>
                  <a:lnTo>
                    <a:pt x="1198245" y="1371219"/>
                  </a:lnTo>
                  <a:lnTo>
                    <a:pt x="1191640" y="1369314"/>
                  </a:lnTo>
                  <a:close/>
                </a:path>
                <a:path w="1325879" h="2038985">
                  <a:moveTo>
                    <a:pt x="1237010" y="1415796"/>
                  </a:moveTo>
                  <a:lnTo>
                    <a:pt x="1196466" y="1415796"/>
                  </a:lnTo>
                  <a:lnTo>
                    <a:pt x="1202563" y="1443609"/>
                  </a:lnTo>
                  <a:lnTo>
                    <a:pt x="1237010" y="1415796"/>
                  </a:lnTo>
                  <a:close/>
                </a:path>
                <a:path w="1325879" h="2038985">
                  <a:moveTo>
                    <a:pt x="850903" y="1272413"/>
                  </a:moveTo>
                  <a:lnTo>
                    <a:pt x="809116" y="1272413"/>
                  </a:lnTo>
                  <a:lnTo>
                    <a:pt x="1188593" y="1380236"/>
                  </a:lnTo>
                  <a:lnTo>
                    <a:pt x="1191640" y="1394333"/>
                  </a:lnTo>
                  <a:lnTo>
                    <a:pt x="1191640" y="1369314"/>
                  </a:lnTo>
                  <a:lnTo>
                    <a:pt x="850903" y="1272413"/>
                  </a:lnTo>
                  <a:close/>
                </a:path>
                <a:path w="1325879" h="2038985">
                  <a:moveTo>
                    <a:pt x="1206119" y="1343660"/>
                  </a:moveTo>
                  <a:lnTo>
                    <a:pt x="1198245" y="1371219"/>
                  </a:lnTo>
                  <a:lnTo>
                    <a:pt x="1236374" y="1371219"/>
                  </a:lnTo>
                  <a:lnTo>
                    <a:pt x="1206119" y="1343660"/>
                  </a:lnTo>
                  <a:close/>
                </a:path>
                <a:path w="1325879" h="2038985">
                  <a:moveTo>
                    <a:pt x="363957" y="1259459"/>
                  </a:moveTo>
                  <a:lnTo>
                    <a:pt x="342646" y="1259459"/>
                  </a:lnTo>
                  <a:lnTo>
                    <a:pt x="478155" y="1345565"/>
                  </a:lnTo>
                  <a:lnTo>
                    <a:pt x="478155" y="1331976"/>
                  </a:lnTo>
                  <a:lnTo>
                    <a:pt x="363957" y="1259459"/>
                  </a:lnTo>
                  <a:close/>
                </a:path>
                <a:path w="1325879" h="2038985">
                  <a:moveTo>
                    <a:pt x="652018" y="1215898"/>
                  </a:moveTo>
                  <a:lnTo>
                    <a:pt x="652018" y="1227709"/>
                  </a:lnTo>
                  <a:lnTo>
                    <a:pt x="488442" y="1338580"/>
                  </a:lnTo>
                  <a:lnTo>
                    <a:pt x="508740" y="1338580"/>
                  </a:lnTo>
                  <a:lnTo>
                    <a:pt x="666369" y="1231900"/>
                  </a:lnTo>
                  <a:lnTo>
                    <a:pt x="708219" y="1231900"/>
                  </a:lnTo>
                  <a:lnTo>
                    <a:pt x="678688" y="1223518"/>
                  </a:lnTo>
                  <a:lnTo>
                    <a:pt x="684676" y="1219453"/>
                  </a:lnTo>
                  <a:lnTo>
                    <a:pt x="664337" y="1219453"/>
                  </a:lnTo>
                  <a:lnTo>
                    <a:pt x="652018" y="1215898"/>
                  </a:lnTo>
                  <a:close/>
                </a:path>
                <a:path w="1325879" h="2038985">
                  <a:moveTo>
                    <a:pt x="739798" y="1192402"/>
                  </a:moveTo>
                  <a:lnTo>
                    <a:pt x="724535" y="1192402"/>
                  </a:lnTo>
                  <a:lnTo>
                    <a:pt x="775335" y="1250950"/>
                  </a:lnTo>
                  <a:lnTo>
                    <a:pt x="775335" y="1233424"/>
                  </a:lnTo>
                  <a:lnTo>
                    <a:pt x="739798" y="1192402"/>
                  </a:lnTo>
                  <a:close/>
                </a:path>
                <a:path w="1325879" h="2038985">
                  <a:moveTo>
                    <a:pt x="775335" y="1233424"/>
                  </a:moveTo>
                  <a:lnTo>
                    <a:pt x="775335" y="1250950"/>
                  </a:lnTo>
                  <a:lnTo>
                    <a:pt x="790562" y="1250950"/>
                  </a:lnTo>
                  <a:lnTo>
                    <a:pt x="775335" y="1233424"/>
                  </a:lnTo>
                  <a:close/>
                </a:path>
                <a:path w="1325879" h="2038985">
                  <a:moveTo>
                    <a:pt x="408431" y="1146683"/>
                  </a:moveTo>
                  <a:lnTo>
                    <a:pt x="408431" y="1158494"/>
                  </a:lnTo>
                  <a:lnTo>
                    <a:pt x="340106" y="1244346"/>
                  </a:lnTo>
                  <a:lnTo>
                    <a:pt x="354612" y="1244346"/>
                  </a:lnTo>
                  <a:lnTo>
                    <a:pt x="420243" y="1161923"/>
                  </a:lnTo>
                  <a:lnTo>
                    <a:pt x="462352" y="1161923"/>
                  </a:lnTo>
                  <a:lnTo>
                    <a:pt x="427990" y="1152144"/>
                  </a:lnTo>
                  <a:lnTo>
                    <a:pt x="430618" y="1148841"/>
                  </a:lnTo>
                  <a:lnTo>
                    <a:pt x="416051" y="1148841"/>
                  </a:lnTo>
                  <a:lnTo>
                    <a:pt x="408431" y="1146683"/>
                  </a:lnTo>
                  <a:close/>
                </a:path>
                <a:path w="1325879" h="2038985">
                  <a:moveTo>
                    <a:pt x="462352" y="1161923"/>
                  </a:moveTo>
                  <a:lnTo>
                    <a:pt x="420243" y="1161923"/>
                  </a:lnTo>
                  <a:lnTo>
                    <a:pt x="652018" y="1227709"/>
                  </a:lnTo>
                  <a:lnTo>
                    <a:pt x="652018" y="1215898"/>
                  </a:lnTo>
                  <a:lnTo>
                    <a:pt x="462352" y="1161923"/>
                  </a:lnTo>
                  <a:close/>
                </a:path>
                <a:path w="1325879" h="2038985">
                  <a:moveTo>
                    <a:pt x="717042" y="1166114"/>
                  </a:moveTo>
                  <a:lnTo>
                    <a:pt x="717042" y="1183639"/>
                  </a:lnTo>
                  <a:lnTo>
                    <a:pt x="664337" y="1219453"/>
                  </a:lnTo>
                  <a:lnTo>
                    <a:pt x="684676" y="1219453"/>
                  </a:lnTo>
                  <a:lnTo>
                    <a:pt x="724535" y="1192402"/>
                  </a:lnTo>
                  <a:lnTo>
                    <a:pt x="739798" y="1192402"/>
                  </a:lnTo>
                  <a:lnTo>
                    <a:pt x="734187" y="1185926"/>
                  </a:lnTo>
                  <a:lnTo>
                    <a:pt x="747118" y="1177163"/>
                  </a:lnTo>
                  <a:lnTo>
                    <a:pt x="726567" y="1177163"/>
                  </a:lnTo>
                  <a:lnTo>
                    <a:pt x="717042" y="1166114"/>
                  </a:lnTo>
                  <a:close/>
                </a:path>
                <a:path w="1325879" h="2038985">
                  <a:moveTo>
                    <a:pt x="568500" y="994663"/>
                  </a:moveTo>
                  <a:lnTo>
                    <a:pt x="553338" y="994663"/>
                  </a:lnTo>
                  <a:lnTo>
                    <a:pt x="717042" y="1183639"/>
                  </a:lnTo>
                  <a:lnTo>
                    <a:pt x="717042" y="1166114"/>
                  </a:lnTo>
                  <a:lnTo>
                    <a:pt x="568500" y="994663"/>
                  </a:lnTo>
                  <a:close/>
                </a:path>
                <a:path w="1325879" h="2038985">
                  <a:moveTo>
                    <a:pt x="1250188" y="829310"/>
                  </a:moveTo>
                  <a:lnTo>
                    <a:pt x="1174241" y="839343"/>
                  </a:lnTo>
                  <a:lnTo>
                    <a:pt x="1190244" y="863091"/>
                  </a:lnTo>
                  <a:lnTo>
                    <a:pt x="726567" y="1177163"/>
                  </a:lnTo>
                  <a:lnTo>
                    <a:pt x="747118" y="1177163"/>
                  </a:lnTo>
                  <a:lnTo>
                    <a:pt x="1196721" y="872489"/>
                  </a:lnTo>
                  <a:lnTo>
                    <a:pt x="1226043" y="872489"/>
                  </a:lnTo>
                  <a:lnTo>
                    <a:pt x="1250188" y="829310"/>
                  </a:lnTo>
                  <a:close/>
                </a:path>
                <a:path w="1325879" h="2038985">
                  <a:moveTo>
                    <a:pt x="82218" y="1053973"/>
                  </a:moveTo>
                  <a:lnTo>
                    <a:pt x="40512" y="1053973"/>
                  </a:lnTo>
                  <a:lnTo>
                    <a:pt x="408431" y="1158494"/>
                  </a:lnTo>
                  <a:lnTo>
                    <a:pt x="408431" y="1146683"/>
                  </a:lnTo>
                  <a:lnTo>
                    <a:pt x="82218" y="1053973"/>
                  </a:lnTo>
                  <a:close/>
                </a:path>
                <a:path w="1325879" h="2038985">
                  <a:moveTo>
                    <a:pt x="545719" y="968375"/>
                  </a:moveTo>
                  <a:lnTo>
                    <a:pt x="545719" y="985901"/>
                  </a:lnTo>
                  <a:lnTo>
                    <a:pt x="416051" y="1148841"/>
                  </a:lnTo>
                  <a:lnTo>
                    <a:pt x="430618" y="1148841"/>
                  </a:lnTo>
                  <a:lnTo>
                    <a:pt x="553338" y="994663"/>
                  </a:lnTo>
                  <a:lnTo>
                    <a:pt x="568500" y="994663"/>
                  </a:lnTo>
                  <a:lnTo>
                    <a:pt x="560578" y="985520"/>
                  </a:lnTo>
                  <a:lnTo>
                    <a:pt x="567545" y="976757"/>
                  </a:lnTo>
                  <a:lnTo>
                    <a:pt x="552957" y="976757"/>
                  </a:lnTo>
                  <a:lnTo>
                    <a:pt x="545719" y="968375"/>
                  </a:lnTo>
                  <a:close/>
                </a:path>
                <a:path w="1325879" h="2038985">
                  <a:moveTo>
                    <a:pt x="481203" y="893826"/>
                  </a:moveTo>
                  <a:lnTo>
                    <a:pt x="481203" y="911351"/>
                  </a:lnTo>
                  <a:lnTo>
                    <a:pt x="27431" y="1025271"/>
                  </a:lnTo>
                  <a:lnTo>
                    <a:pt x="74545" y="1025271"/>
                  </a:lnTo>
                  <a:lnTo>
                    <a:pt x="489457" y="921003"/>
                  </a:lnTo>
                  <a:lnTo>
                    <a:pt x="504672" y="921003"/>
                  </a:lnTo>
                  <a:lnTo>
                    <a:pt x="502031" y="917956"/>
                  </a:lnTo>
                  <a:lnTo>
                    <a:pt x="540399" y="908303"/>
                  </a:lnTo>
                  <a:lnTo>
                    <a:pt x="493649" y="908303"/>
                  </a:lnTo>
                  <a:lnTo>
                    <a:pt x="481203" y="893826"/>
                  </a:lnTo>
                  <a:close/>
                </a:path>
                <a:path w="1325879" h="2038985">
                  <a:moveTo>
                    <a:pt x="504672" y="921003"/>
                  </a:moveTo>
                  <a:lnTo>
                    <a:pt x="489457" y="921003"/>
                  </a:lnTo>
                  <a:lnTo>
                    <a:pt x="545719" y="985901"/>
                  </a:lnTo>
                  <a:lnTo>
                    <a:pt x="545719" y="968375"/>
                  </a:lnTo>
                  <a:lnTo>
                    <a:pt x="504672" y="921003"/>
                  </a:lnTo>
                  <a:close/>
                </a:path>
                <a:path w="1325879" h="2038985">
                  <a:moveTo>
                    <a:pt x="1250188" y="109727"/>
                  </a:moveTo>
                  <a:lnTo>
                    <a:pt x="1180719" y="141986"/>
                  </a:lnTo>
                  <a:lnTo>
                    <a:pt x="1203071" y="159765"/>
                  </a:lnTo>
                  <a:lnTo>
                    <a:pt x="635888" y="872489"/>
                  </a:lnTo>
                  <a:lnTo>
                    <a:pt x="624205" y="875411"/>
                  </a:lnTo>
                  <a:lnTo>
                    <a:pt x="624205" y="887222"/>
                  </a:lnTo>
                  <a:lnTo>
                    <a:pt x="552957" y="976757"/>
                  </a:lnTo>
                  <a:lnTo>
                    <a:pt x="567545" y="976757"/>
                  </a:lnTo>
                  <a:lnTo>
                    <a:pt x="642366" y="882650"/>
                  </a:lnTo>
                  <a:lnTo>
                    <a:pt x="701012" y="867918"/>
                  </a:lnTo>
                  <a:lnTo>
                    <a:pt x="654176" y="867918"/>
                  </a:lnTo>
                  <a:lnTo>
                    <a:pt x="1211961" y="166877"/>
                  </a:lnTo>
                  <a:lnTo>
                    <a:pt x="1238108" y="166877"/>
                  </a:lnTo>
                  <a:lnTo>
                    <a:pt x="1241552" y="150749"/>
                  </a:lnTo>
                  <a:lnTo>
                    <a:pt x="1250188" y="109727"/>
                  </a:lnTo>
                  <a:close/>
                </a:path>
                <a:path w="1325879" h="2038985">
                  <a:moveTo>
                    <a:pt x="363635" y="758189"/>
                  </a:moveTo>
                  <a:lnTo>
                    <a:pt x="348488" y="758189"/>
                  </a:lnTo>
                  <a:lnTo>
                    <a:pt x="481203" y="911351"/>
                  </a:lnTo>
                  <a:lnTo>
                    <a:pt x="481203" y="893826"/>
                  </a:lnTo>
                  <a:lnTo>
                    <a:pt x="363635" y="758189"/>
                  </a:lnTo>
                  <a:close/>
                </a:path>
                <a:path w="1325879" h="2038985">
                  <a:moveTo>
                    <a:pt x="624205" y="875411"/>
                  </a:moveTo>
                  <a:lnTo>
                    <a:pt x="493649" y="908303"/>
                  </a:lnTo>
                  <a:lnTo>
                    <a:pt x="540399" y="908303"/>
                  </a:lnTo>
                  <a:lnTo>
                    <a:pt x="624205" y="887222"/>
                  </a:lnTo>
                  <a:lnTo>
                    <a:pt x="624205" y="875411"/>
                  </a:lnTo>
                  <a:close/>
                </a:path>
                <a:path w="1325879" h="2038985">
                  <a:moveTo>
                    <a:pt x="1226043" y="872489"/>
                  </a:moveTo>
                  <a:lnTo>
                    <a:pt x="1196721" y="872489"/>
                  </a:lnTo>
                  <a:lnTo>
                    <a:pt x="1212723" y="896238"/>
                  </a:lnTo>
                  <a:lnTo>
                    <a:pt x="1226043" y="872489"/>
                  </a:lnTo>
                  <a:close/>
                </a:path>
                <a:path w="1325879" h="2038985">
                  <a:moveTo>
                    <a:pt x="1187831" y="704469"/>
                  </a:moveTo>
                  <a:lnTo>
                    <a:pt x="1194815" y="732154"/>
                  </a:lnTo>
                  <a:lnTo>
                    <a:pt x="654176" y="867918"/>
                  </a:lnTo>
                  <a:lnTo>
                    <a:pt x="701012" y="867918"/>
                  </a:lnTo>
                  <a:lnTo>
                    <a:pt x="1197483" y="743203"/>
                  </a:lnTo>
                  <a:lnTo>
                    <a:pt x="1236859" y="743203"/>
                  </a:lnTo>
                  <a:lnTo>
                    <a:pt x="1262634" y="721106"/>
                  </a:lnTo>
                  <a:lnTo>
                    <a:pt x="1187831" y="704469"/>
                  </a:lnTo>
                  <a:close/>
                </a:path>
                <a:path w="1325879" h="2038985">
                  <a:moveTo>
                    <a:pt x="1236859" y="743203"/>
                  </a:moveTo>
                  <a:lnTo>
                    <a:pt x="1197483" y="743203"/>
                  </a:lnTo>
                  <a:lnTo>
                    <a:pt x="1204468" y="771016"/>
                  </a:lnTo>
                  <a:lnTo>
                    <a:pt x="1236859" y="743203"/>
                  </a:lnTo>
                  <a:close/>
                </a:path>
                <a:path w="1325879" h="2038985">
                  <a:moveTo>
                    <a:pt x="1250696" y="0"/>
                  </a:moveTo>
                  <a:lnTo>
                    <a:pt x="1176020" y="17525"/>
                  </a:lnTo>
                  <a:lnTo>
                    <a:pt x="1194308" y="39370"/>
                  </a:lnTo>
                  <a:lnTo>
                    <a:pt x="349757" y="742188"/>
                  </a:lnTo>
                  <a:lnTo>
                    <a:pt x="367630" y="742188"/>
                  </a:lnTo>
                  <a:lnTo>
                    <a:pt x="1201674" y="48260"/>
                  </a:lnTo>
                  <a:lnTo>
                    <a:pt x="1229538" y="48260"/>
                  </a:lnTo>
                  <a:lnTo>
                    <a:pt x="1250696" y="0"/>
                  </a:lnTo>
                  <a:close/>
                </a:path>
                <a:path w="1325879" h="2038985">
                  <a:moveTo>
                    <a:pt x="1238108" y="166877"/>
                  </a:moveTo>
                  <a:lnTo>
                    <a:pt x="1211961" y="166877"/>
                  </a:lnTo>
                  <a:lnTo>
                    <a:pt x="1234313" y="184658"/>
                  </a:lnTo>
                  <a:lnTo>
                    <a:pt x="1238108" y="166877"/>
                  </a:lnTo>
                  <a:close/>
                </a:path>
                <a:path w="1325879" h="2038985">
                  <a:moveTo>
                    <a:pt x="1229538" y="48260"/>
                  </a:moveTo>
                  <a:lnTo>
                    <a:pt x="1201674" y="48260"/>
                  </a:lnTo>
                  <a:lnTo>
                    <a:pt x="1219962" y="70103"/>
                  </a:lnTo>
                  <a:lnTo>
                    <a:pt x="1229538" y="4826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87161" y="2154173"/>
              <a:ext cx="429259" cy="417830"/>
            </a:xfrm>
            <a:custGeom>
              <a:avLst/>
              <a:gdLst/>
              <a:ahLst/>
              <a:cxnLst/>
              <a:rect l="l" t="t" r="r" b="b"/>
              <a:pathLst>
                <a:path w="429260" h="417830">
                  <a:moveTo>
                    <a:pt x="0" y="208661"/>
                  </a:moveTo>
                  <a:lnTo>
                    <a:pt x="4317" y="166624"/>
                  </a:lnTo>
                  <a:lnTo>
                    <a:pt x="16890" y="127508"/>
                  </a:lnTo>
                  <a:lnTo>
                    <a:pt x="36702" y="92075"/>
                  </a:lnTo>
                  <a:lnTo>
                    <a:pt x="62864" y="61087"/>
                  </a:lnTo>
                  <a:lnTo>
                    <a:pt x="94614" y="35687"/>
                  </a:lnTo>
                  <a:lnTo>
                    <a:pt x="131063" y="16383"/>
                  </a:lnTo>
                  <a:lnTo>
                    <a:pt x="171450" y="4190"/>
                  </a:lnTo>
                  <a:lnTo>
                    <a:pt x="214629" y="0"/>
                  </a:lnTo>
                  <a:lnTo>
                    <a:pt x="257937" y="4190"/>
                  </a:lnTo>
                  <a:lnTo>
                    <a:pt x="298196" y="16383"/>
                  </a:lnTo>
                  <a:lnTo>
                    <a:pt x="334645" y="35687"/>
                  </a:lnTo>
                  <a:lnTo>
                    <a:pt x="366395" y="61087"/>
                  </a:lnTo>
                  <a:lnTo>
                    <a:pt x="392684" y="92075"/>
                  </a:lnTo>
                  <a:lnTo>
                    <a:pt x="412496" y="127508"/>
                  </a:lnTo>
                  <a:lnTo>
                    <a:pt x="424941" y="166624"/>
                  </a:lnTo>
                  <a:lnTo>
                    <a:pt x="429260" y="208661"/>
                  </a:lnTo>
                  <a:lnTo>
                    <a:pt x="424941" y="250698"/>
                  </a:lnTo>
                  <a:lnTo>
                    <a:pt x="412496" y="289940"/>
                  </a:lnTo>
                  <a:lnTo>
                    <a:pt x="392684" y="325374"/>
                  </a:lnTo>
                  <a:lnTo>
                    <a:pt x="366395" y="356235"/>
                  </a:lnTo>
                  <a:lnTo>
                    <a:pt x="334645" y="381635"/>
                  </a:lnTo>
                  <a:lnTo>
                    <a:pt x="298196" y="400938"/>
                  </a:lnTo>
                  <a:lnTo>
                    <a:pt x="257937" y="413130"/>
                  </a:lnTo>
                  <a:lnTo>
                    <a:pt x="214629" y="417322"/>
                  </a:lnTo>
                  <a:lnTo>
                    <a:pt x="171450" y="413130"/>
                  </a:lnTo>
                  <a:lnTo>
                    <a:pt x="131063" y="400938"/>
                  </a:lnTo>
                  <a:lnTo>
                    <a:pt x="94614" y="381635"/>
                  </a:lnTo>
                  <a:lnTo>
                    <a:pt x="62864" y="356235"/>
                  </a:lnTo>
                  <a:lnTo>
                    <a:pt x="36702" y="325374"/>
                  </a:lnTo>
                  <a:lnTo>
                    <a:pt x="16890" y="289940"/>
                  </a:lnTo>
                  <a:lnTo>
                    <a:pt x="4317" y="250698"/>
                  </a:lnTo>
                  <a:lnTo>
                    <a:pt x="0" y="208661"/>
                  </a:lnTo>
                  <a:close/>
                </a:path>
              </a:pathLst>
            </a:custGeom>
            <a:ln w="25400">
              <a:solidFill>
                <a:srgbClr val="4452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0961" y="2273046"/>
              <a:ext cx="76580" cy="6426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189476" y="1569720"/>
              <a:ext cx="1242060" cy="737870"/>
            </a:xfrm>
            <a:custGeom>
              <a:avLst/>
              <a:gdLst/>
              <a:ahLst/>
              <a:cxnLst/>
              <a:rect l="l" t="t" r="r" b="b"/>
              <a:pathLst>
                <a:path w="1242060" h="737869">
                  <a:moveTo>
                    <a:pt x="5714" y="0"/>
                  </a:moveTo>
                  <a:lnTo>
                    <a:pt x="0" y="9778"/>
                  </a:lnTo>
                  <a:lnTo>
                    <a:pt x="1236090" y="737742"/>
                  </a:lnTo>
                  <a:lnTo>
                    <a:pt x="1241806" y="727963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93258" y="2785110"/>
              <a:ext cx="429259" cy="419100"/>
            </a:xfrm>
            <a:custGeom>
              <a:avLst/>
              <a:gdLst/>
              <a:ahLst/>
              <a:cxnLst/>
              <a:rect l="l" t="t" r="r" b="b"/>
              <a:pathLst>
                <a:path w="429260" h="419100">
                  <a:moveTo>
                    <a:pt x="0" y="209550"/>
                  </a:moveTo>
                  <a:lnTo>
                    <a:pt x="4317" y="167258"/>
                  </a:lnTo>
                  <a:lnTo>
                    <a:pt x="16890" y="128015"/>
                  </a:lnTo>
                  <a:lnTo>
                    <a:pt x="36702" y="92328"/>
                  </a:lnTo>
                  <a:lnTo>
                    <a:pt x="62864" y="61340"/>
                  </a:lnTo>
                  <a:lnTo>
                    <a:pt x="94614" y="35813"/>
                  </a:lnTo>
                  <a:lnTo>
                    <a:pt x="131063" y="16510"/>
                  </a:lnTo>
                  <a:lnTo>
                    <a:pt x="171450" y="4317"/>
                  </a:lnTo>
                  <a:lnTo>
                    <a:pt x="214629" y="0"/>
                  </a:lnTo>
                  <a:lnTo>
                    <a:pt x="257937" y="4317"/>
                  </a:lnTo>
                  <a:lnTo>
                    <a:pt x="298195" y="16510"/>
                  </a:lnTo>
                  <a:lnTo>
                    <a:pt x="334644" y="35813"/>
                  </a:lnTo>
                  <a:lnTo>
                    <a:pt x="366394" y="61340"/>
                  </a:lnTo>
                  <a:lnTo>
                    <a:pt x="392683" y="92328"/>
                  </a:lnTo>
                  <a:lnTo>
                    <a:pt x="412495" y="128015"/>
                  </a:lnTo>
                  <a:lnTo>
                    <a:pt x="424941" y="167258"/>
                  </a:lnTo>
                  <a:lnTo>
                    <a:pt x="429259" y="209550"/>
                  </a:lnTo>
                  <a:lnTo>
                    <a:pt x="424941" y="251840"/>
                  </a:lnTo>
                  <a:lnTo>
                    <a:pt x="412495" y="291083"/>
                  </a:lnTo>
                  <a:lnTo>
                    <a:pt x="392683" y="326770"/>
                  </a:lnTo>
                  <a:lnTo>
                    <a:pt x="366394" y="357758"/>
                  </a:lnTo>
                  <a:lnTo>
                    <a:pt x="334644" y="383285"/>
                  </a:lnTo>
                  <a:lnTo>
                    <a:pt x="298195" y="402589"/>
                  </a:lnTo>
                  <a:lnTo>
                    <a:pt x="257937" y="414781"/>
                  </a:lnTo>
                  <a:lnTo>
                    <a:pt x="214629" y="419100"/>
                  </a:lnTo>
                  <a:lnTo>
                    <a:pt x="171450" y="414781"/>
                  </a:lnTo>
                  <a:lnTo>
                    <a:pt x="131063" y="402589"/>
                  </a:lnTo>
                  <a:lnTo>
                    <a:pt x="94614" y="383285"/>
                  </a:lnTo>
                  <a:lnTo>
                    <a:pt x="62864" y="357758"/>
                  </a:lnTo>
                  <a:lnTo>
                    <a:pt x="36702" y="326770"/>
                  </a:lnTo>
                  <a:lnTo>
                    <a:pt x="16890" y="291083"/>
                  </a:lnTo>
                  <a:lnTo>
                    <a:pt x="4317" y="25184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4452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89476" y="1571244"/>
              <a:ext cx="1304290" cy="2032635"/>
            </a:xfrm>
            <a:custGeom>
              <a:avLst/>
              <a:gdLst/>
              <a:ahLst/>
              <a:cxnLst/>
              <a:rect l="l" t="t" r="r" b="b"/>
              <a:pathLst>
                <a:path w="1304289" h="2032635">
                  <a:moveTo>
                    <a:pt x="719074" y="1403857"/>
                  </a:moveTo>
                  <a:lnTo>
                    <a:pt x="702056" y="1403857"/>
                  </a:lnTo>
                  <a:lnTo>
                    <a:pt x="13588" y="2021966"/>
                  </a:lnTo>
                  <a:lnTo>
                    <a:pt x="12700" y="2022347"/>
                  </a:lnTo>
                  <a:lnTo>
                    <a:pt x="12826" y="2022601"/>
                  </a:lnTo>
                  <a:lnTo>
                    <a:pt x="11429" y="2023871"/>
                  </a:lnTo>
                  <a:lnTo>
                    <a:pt x="15875" y="2028824"/>
                  </a:lnTo>
                  <a:lnTo>
                    <a:pt x="17415" y="2032126"/>
                  </a:lnTo>
                  <a:lnTo>
                    <a:pt x="17534" y="2032380"/>
                  </a:lnTo>
                  <a:lnTo>
                    <a:pt x="17652" y="2032634"/>
                  </a:lnTo>
                  <a:lnTo>
                    <a:pt x="18796" y="2032126"/>
                  </a:lnTo>
                  <a:lnTo>
                    <a:pt x="19227" y="2032126"/>
                  </a:lnTo>
                  <a:lnTo>
                    <a:pt x="19685" y="2031745"/>
                  </a:lnTo>
                  <a:lnTo>
                    <a:pt x="76845" y="2003805"/>
                  </a:lnTo>
                  <a:lnTo>
                    <a:pt x="50800" y="2003805"/>
                  </a:lnTo>
                  <a:lnTo>
                    <a:pt x="719074" y="1403857"/>
                  </a:lnTo>
                  <a:close/>
                </a:path>
                <a:path w="1304289" h="2032635">
                  <a:moveTo>
                    <a:pt x="19227" y="2032126"/>
                  </a:moveTo>
                  <a:lnTo>
                    <a:pt x="18796" y="2032126"/>
                  </a:lnTo>
                  <a:lnTo>
                    <a:pt x="18923" y="2032380"/>
                  </a:lnTo>
                  <a:lnTo>
                    <a:pt x="19227" y="2032126"/>
                  </a:lnTo>
                  <a:close/>
                </a:path>
                <a:path w="1304289" h="2032635">
                  <a:moveTo>
                    <a:pt x="1234566" y="1356359"/>
                  </a:moveTo>
                  <a:lnTo>
                    <a:pt x="1234566" y="1369694"/>
                  </a:lnTo>
                  <a:lnTo>
                    <a:pt x="1232153" y="1371853"/>
                  </a:lnTo>
                  <a:lnTo>
                    <a:pt x="1234566" y="1372742"/>
                  </a:lnTo>
                  <a:lnTo>
                    <a:pt x="1234566" y="1425320"/>
                  </a:lnTo>
                  <a:lnTo>
                    <a:pt x="50800" y="2003805"/>
                  </a:lnTo>
                  <a:lnTo>
                    <a:pt x="76845" y="2003805"/>
                  </a:lnTo>
                  <a:lnTo>
                    <a:pt x="1243964" y="1433321"/>
                  </a:lnTo>
                  <a:lnTo>
                    <a:pt x="1276252" y="1433321"/>
                  </a:lnTo>
                  <a:lnTo>
                    <a:pt x="1302668" y="1398777"/>
                  </a:lnTo>
                  <a:lnTo>
                    <a:pt x="1302765" y="1398650"/>
                  </a:lnTo>
                  <a:lnTo>
                    <a:pt x="1303147" y="1398650"/>
                  </a:lnTo>
                  <a:lnTo>
                    <a:pt x="1303020" y="1398396"/>
                  </a:lnTo>
                  <a:lnTo>
                    <a:pt x="1303923" y="1398396"/>
                  </a:lnTo>
                  <a:lnTo>
                    <a:pt x="1292934" y="1361058"/>
                  </a:lnTo>
                  <a:lnTo>
                    <a:pt x="1243711" y="1361058"/>
                  </a:lnTo>
                  <a:lnTo>
                    <a:pt x="1234566" y="1356359"/>
                  </a:lnTo>
                  <a:close/>
                </a:path>
                <a:path w="1304289" h="2032635">
                  <a:moveTo>
                    <a:pt x="1276252" y="1433321"/>
                  </a:moveTo>
                  <a:lnTo>
                    <a:pt x="1243964" y="1433321"/>
                  </a:lnTo>
                  <a:lnTo>
                    <a:pt x="1256538" y="1459102"/>
                  </a:lnTo>
                  <a:lnTo>
                    <a:pt x="1276252" y="1433321"/>
                  </a:lnTo>
                  <a:close/>
                </a:path>
                <a:path w="1304289" h="2032635">
                  <a:moveTo>
                    <a:pt x="15366" y="719327"/>
                  </a:moveTo>
                  <a:lnTo>
                    <a:pt x="15239" y="725042"/>
                  </a:lnTo>
                  <a:lnTo>
                    <a:pt x="12573" y="729995"/>
                  </a:lnTo>
                  <a:lnTo>
                    <a:pt x="665099" y="1071371"/>
                  </a:lnTo>
                  <a:lnTo>
                    <a:pt x="12700" y="1392935"/>
                  </a:lnTo>
                  <a:lnTo>
                    <a:pt x="15239" y="1398015"/>
                  </a:lnTo>
                  <a:lnTo>
                    <a:pt x="15239" y="1403857"/>
                  </a:lnTo>
                  <a:lnTo>
                    <a:pt x="1229614" y="1403857"/>
                  </a:lnTo>
                  <a:lnTo>
                    <a:pt x="1234566" y="1414144"/>
                  </a:lnTo>
                  <a:lnTo>
                    <a:pt x="1234566" y="1392427"/>
                  </a:lnTo>
                  <a:lnTo>
                    <a:pt x="39243" y="1392427"/>
                  </a:lnTo>
                  <a:lnTo>
                    <a:pt x="677545" y="1077848"/>
                  </a:lnTo>
                  <a:lnTo>
                    <a:pt x="702144" y="1077848"/>
                  </a:lnTo>
                  <a:lnTo>
                    <a:pt x="690245" y="1071626"/>
                  </a:lnTo>
                  <a:lnTo>
                    <a:pt x="703384" y="1065148"/>
                  </a:lnTo>
                  <a:lnTo>
                    <a:pt x="677672" y="1065148"/>
                  </a:lnTo>
                  <a:lnTo>
                    <a:pt x="39877" y="731519"/>
                  </a:lnTo>
                  <a:lnTo>
                    <a:pt x="390395" y="731519"/>
                  </a:lnTo>
                  <a:lnTo>
                    <a:pt x="15366" y="719327"/>
                  </a:lnTo>
                  <a:close/>
                </a:path>
                <a:path w="1304289" h="2032635">
                  <a:moveTo>
                    <a:pt x="1303923" y="1398396"/>
                  </a:moveTo>
                  <a:lnTo>
                    <a:pt x="1303020" y="1398396"/>
                  </a:lnTo>
                  <a:lnTo>
                    <a:pt x="1304036" y="1398777"/>
                  </a:lnTo>
                  <a:lnTo>
                    <a:pt x="1303923" y="1398396"/>
                  </a:lnTo>
                  <a:close/>
                </a:path>
                <a:path w="1304289" h="2032635">
                  <a:moveTo>
                    <a:pt x="922401" y="1193038"/>
                  </a:moveTo>
                  <a:lnTo>
                    <a:pt x="922401" y="1205991"/>
                  </a:lnTo>
                  <a:lnTo>
                    <a:pt x="714756" y="1392427"/>
                  </a:lnTo>
                  <a:lnTo>
                    <a:pt x="731774" y="1392427"/>
                  </a:lnTo>
                  <a:lnTo>
                    <a:pt x="933196" y="1211579"/>
                  </a:lnTo>
                  <a:lnTo>
                    <a:pt x="957753" y="1211579"/>
                  </a:lnTo>
                  <a:lnTo>
                    <a:pt x="942213" y="1203452"/>
                  </a:lnTo>
                  <a:lnTo>
                    <a:pt x="948442" y="1197864"/>
                  </a:lnTo>
                  <a:lnTo>
                    <a:pt x="931545" y="1197864"/>
                  </a:lnTo>
                  <a:lnTo>
                    <a:pt x="922401" y="1193038"/>
                  </a:lnTo>
                  <a:close/>
                </a:path>
                <a:path w="1304289" h="2032635">
                  <a:moveTo>
                    <a:pt x="1234566" y="1381632"/>
                  </a:moveTo>
                  <a:lnTo>
                    <a:pt x="1228978" y="1392427"/>
                  </a:lnTo>
                  <a:lnTo>
                    <a:pt x="1234566" y="1392427"/>
                  </a:lnTo>
                  <a:lnTo>
                    <a:pt x="1234566" y="1381632"/>
                  </a:lnTo>
                  <a:close/>
                </a:path>
                <a:path w="1304289" h="2032635">
                  <a:moveTo>
                    <a:pt x="957753" y="1211579"/>
                  </a:moveTo>
                  <a:lnTo>
                    <a:pt x="933196" y="1211579"/>
                  </a:lnTo>
                  <a:lnTo>
                    <a:pt x="1234566" y="1369186"/>
                  </a:lnTo>
                  <a:lnTo>
                    <a:pt x="1234566" y="1356359"/>
                  </a:lnTo>
                  <a:lnTo>
                    <a:pt x="957753" y="1211579"/>
                  </a:lnTo>
                  <a:close/>
                </a:path>
                <a:path w="1304289" h="2032635">
                  <a:moveTo>
                    <a:pt x="1251077" y="1333372"/>
                  </a:moveTo>
                  <a:lnTo>
                    <a:pt x="1251077" y="1350263"/>
                  </a:lnTo>
                  <a:lnTo>
                    <a:pt x="1246886" y="1358264"/>
                  </a:lnTo>
                  <a:lnTo>
                    <a:pt x="1243711" y="1361058"/>
                  </a:lnTo>
                  <a:lnTo>
                    <a:pt x="1292934" y="1361058"/>
                  </a:lnTo>
                  <a:lnTo>
                    <a:pt x="1287645" y="1343152"/>
                  </a:lnTo>
                  <a:lnTo>
                    <a:pt x="1263014" y="1343152"/>
                  </a:lnTo>
                  <a:lnTo>
                    <a:pt x="1260443" y="1339468"/>
                  </a:lnTo>
                  <a:lnTo>
                    <a:pt x="1256664" y="1339468"/>
                  </a:lnTo>
                  <a:lnTo>
                    <a:pt x="1251077" y="1333372"/>
                  </a:lnTo>
                  <a:close/>
                </a:path>
                <a:path w="1304289" h="2032635">
                  <a:moveTo>
                    <a:pt x="1051552" y="1119377"/>
                  </a:moveTo>
                  <a:lnTo>
                    <a:pt x="1035938" y="1119377"/>
                  </a:lnTo>
                  <a:lnTo>
                    <a:pt x="1251077" y="1350263"/>
                  </a:lnTo>
                  <a:lnTo>
                    <a:pt x="1251077" y="1333372"/>
                  </a:lnTo>
                  <a:lnTo>
                    <a:pt x="1051552" y="1119377"/>
                  </a:lnTo>
                  <a:close/>
                </a:path>
                <a:path w="1304289" h="2032635">
                  <a:moveTo>
                    <a:pt x="1282319" y="1325117"/>
                  </a:moveTo>
                  <a:lnTo>
                    <a:pt x="1263014" y="1343152"/>
                  </a:lnTo>
                  <a:lnTo>
                    <a:pt x="1287645" y="1343152"/>
                  </a:lnTo>
                  <a:lnTo>
                    <a:pt x="1282319" y="1325117"/>
                  </a:lnTo>
                  <a:close/>
                </a:path>
                <a:path w="1304289" h="2032635">
                  <a:moveTo>
                    <a:pt x="1258315" y="1336420"/>
                  </a:moveTo>
                  <a:lnTo>
                    <a:pt x="1256664" y="1339468"/>
                  </a:lnTo>
                  <a:lnTo>
                    <a:pt x="1260443" y="1339468"/>
                  </a:lnTo>
                  <a:lnTo>
                    <a:pt x="1258315" y="1336420"/>
                  </a:lnTo>
                  <a:close/>
                </a:path>
                <a:path w="1304289" h="2032635">
                  <a:moveTo>
                    <a:pt x="702144" y="1077848"/>
                  </a:moveTo>
                  <a:lnTo>
                    <a:pt x="677545" y="1077848"/>
                  </a:lnTo>
                  <a:lnTo>
                    <a:pt x="922401" y="1205991"/>
                  </a:lnTo>
                  <a:lnTo>
                    <a:pt x="922401" y="1193038"/>
                  </a:lnTo>
                  <a:lnTo>
                    <a:pt x="702144" y="1077848"/>
                  </a:lnTo>
                  <a:close/>
                </a:path>
                <a:path w="1304289" h="2032635">
                  <a:moveTo>
                    <a:pt x="1028064" y="1094231"/>
                  </a:moveTo>
                  <a:lnTo>
                    <a:pt x="1028064" y="1110995"/>
                  </a:lnTo>
                  <a:lnTo>
                    <a:pt x="931545" y="1197864"/>
                  </a:lnTo>
                  <a:lnTo>
                    <a:pt x="948442" y="1197864"/>
                  </a:lnTo>
                  <a:lnTo>
                    <a:pt x="1035938" y="1119377"/>
                  </a:lnTo>
                  <a:lnTo>
                    <a:pt x="1051552" y="1119377"/>
                  </a:lnTo>
                  <a:lnTo>
                    <a:pt x="1044448" y="1111757"/>
                  </a:lnTo>
                  <a:lnTo>
                    <a:pt x="1053781" y="1103376"/>
                  </a:lnTo>
                  <a:lnTo>
                    <a:pt x="1036701" y="1103376"/>
                  </a:lnTo>
                  <a:lnTo>
                    <a:pt x="1028064" y="1094231"/>
                  </a:lnTo>
                  <a:close/>
                </a:path>
                <a:path w="1304289" h="2032635">
                  <a:moveTo>
                    <a:pt x="912378" y="969898"/>
                  </a:moveTo>
                  <a:lnTo>
                    <a:pt x="896620" y="969898"/>
                  </a:lnTo>
                  <a:lnTo>
                    <a:pt x="1028064" y="1110995"/>
                  </a:lnTo>
                  <a:lnTo>
                    <a:pt x="1028064" y="1094231"/>
                  </a:lnTo>
                  <a:lnTo>
                    <a:pt x="912378" y="969898"/>
                  </a:lnTo>
                  <a:close/>
                </a:path>
                <a:path w="1304289" h="2032635">
                  <a:moveTo>
                    <a:pt x="1297177" y="877188"/>
                  </a:moveTo>
                  <a:lnTo>
                    <a:pt x="1223137" y="897508"/>
                  </a:lnTo>
                  <a:lnTo>
                    <a:pt x="1242314" y="918717"/>
                  </a:lnTo>
                  <a:lnTo>
                    <a:pt x="1036701" y="1103376"/>
                  </a:lnTo>
                  <a:lnTo>
                    <a:pt x="1053781" y="1103376"/>
                  </a:lnTo>
                  <a:lnTo>
                    <a:pt x="1249934" y="927226"/>
                  </a:lnTo>
                  <a:lnTo>
                    <a:pt x="1277352" y="927226"/>
                  </a:lnTo>
                  <a:lnTo>
                    <a:pt x="1283715" y="911097"/>
                  </a:lnTo>
                  <a:lnTo>
                    <a:pt x="1297177" y="877188"/>
                  </a:lnTo>
                  <a:close/>
                </a:path>
                <a:path w="1304289" h="2032635">
                  <a:moveTo>
                    <a:pt x="888491" y="944371"/>
                  </a:moveTo>
                  <a:lnTo>
                    <a:pt x="888491" y="961263"/>
                  </a:lnTo>
                  <a:lnTo>
                    <a:pt x="677672" y="1065148"/>
                  </a:lnTo>
                  <a:lnTo>
                    <a:pt x="703384" y="1065148"/>
                  </a:lnTo>
                  <a:lnTo>
                    <a:pt x="896620" y="969898"/>
                  </a:lnTo>
                  <a:lnTo>
                    <a:pt x="912378" y="969898"/>
                  </a:lnTo>
                  <a:lnTo>
                    <a:pt x="907414" y="964564"/>
                  </a:lnTo>
                  <a:lnTo>
                    <a:pt x="924949" y="955928"/>
                  </a:lnTo>
                  <a:lnTo>
                    <a:pt x="899287" y="955928"/>
                  </a:lnTo>
                  <a:lnTo>
                    <a:pt x="888491" y="944371"/>
                  </a:lnTo>
                  <a:close/>
                </a:path>
                <a:path w="1304289" h="2032635">
                  <a:moveTo>
                    <a:pt x="390395" y="731519"/>
                  </a:moveTo>
                  <a:lnTo>
                    <a:pt x="39877" y="731519"/>
                  </a:lnTo>
                  <a:lnTo>
                    <a:pt x="694309" y="752855"/>
                  </a:lnTo>
                  <a:lnTo>
                    <a:pt x="888491" y="961263"/>
                  </a:lnTo>
                  <a:lnTo>
                    <a:pt x="888491" y="944371"/>
                  </a:lnTo>
                  <a:lnTo>
                    <a:pt x="710564" y="753363"/>
                  </a:lnTo>
                  <a:lnTo>
                    <a:pt x="1060967" y="753363"/>
                  </a:lnTo>
                  <a:lnTo>
                    <a:pt x="699515" y="741552"/>
                  </a:lnTo>
                  <a:lnTo>
                    <a:pt x="699042" y="741044"/>
                  </a:lnTo>
                  <a:lnTo>
                    <a:pt x="683387" y="741044"/>
                  </a:lnTo>
                  <a:lnTo>
                    <a:pt x="390395" y="731519"/>
                  </a:lnTo>
                  <a:close/>
                </a:path>
                <a:path w="1304289" h="2032635">
                  <a:moveTo>
                    <a:pt x="1229740" y="730250"/>
                  </a:moveTo>
                  <a:lnTo>
                    <a:pt x="1228725" y="758825"/>
                  </a:lnTo>
                  <a:lnTo>
                    <a:pt x="1228089" y="758825"/>
                  </a:lnTo>
                  <a:lnTo>
                    <a:pt x="1228089" y="780922"/>
                  </a:lnTo>
                  <a:lnTo>
                    <a:pt x="1227709" y="794003"/>
                  </a:lnTo>
                  <a:lnTo>
                    <a:pt x="899287" y="955928"/>
                  </a:lnTo>
                  <a:lnTo>
                    <a:pt x="924949" y="955928"/>
                  </a:lnTo>
                  <a:lnTo>
                    <a:pt x="1238250" y="801623"/>
                  </a:lnTo>
                  <a:lnTo>
                    <a:pt x="1270156" y="801623"/>
                  </a:lnTo>
                  <a:lnTo>
                    <a:pt x="1296415" y="766952"/>
                  </a:lnTo>
                  <a:lnTo>
                    <a:pt x="1297177" y="766698"/>
                  </a:lnTo>
                  <a:lnTo>
                    <a:pt x="1296670" y="766698"/>
                  </a:lnTo>
                  <a:lnTo>
                    <a:pt x="1297177" y="766190"/>
                  </a:lnTo>
                  <a:lnTo>
                    <a:pt x="1296035" y="766190"/>
                  </a:lnTo>
                  <a:lnTo>
                    <a:pt x="1229740" y="730250"/>
                  </a:lnTo>
                  <a:close/>
                </a:path>
                <a:path w="1304289" h="2032635">
                  <a:moveTo>
                    <a:pt x="1277352" y="927226"/>
                  </a:moveTo>
                  <a:lnTo>
                    <a:pt x="1249934" y="927226"/>
                  </a:lnTo>
                  <a:lnTo>
                    <a:pt x="1268984" y="948435"/>
                  </a:lnTo>
                  <a:lnTo>
                    <a:pt x="1277352" y="927226"/>
                  </a:lnTo>
                  <a:close/>
                </a:path>
                <a:path w="1304289" h="2032635">
                  <a:moveTo>
                    <a:pt x="1270156" y="801623"/>
                  </a:moveTo>
                  <a:lnTo>
                    <a:pt x="1238250" y="801623"/>
                  </a:lnTo>
                  <a:lnTo>
                    <a:pt x="1250823" y="827151"/>
                  </a:lnTo>
                  <a:lnTo>
                    <a:pt x="1270156" y="801623"/>
                  </a:lnTo>
                  <a:close/>
                </a:path>
                <a:path w="1304289" h="2032635">
                  <a:moveTo>
                    <a:pt x="1060967" y="753363"/>
                  </a:moveTo>
                  <a:lnTo>
                    <a:pt x="710564" y="753363"/>
                  </a:lnTo>
                  <a:lnTo>
                    <a:pt x="1222628" y="770001"/>
                  </a:lnTo>
                  <a:lnTo>
                    <a:pt x="1228089" y="780922"/>
                  </a:lnTo>
                  <a:lnTo>
                    <a:pt x="1228089" y="758825"/>
                  </a:lnTo>
                  <a:lnTo>
                    <a:pt x="1060967" y="753363"/>
                  </a:lnTo>
                  <a:close/>
                </a:path>
                <a:path w="1304289" h="2032635">
                  <a:moveTo>
                    <a:pt x="8509" y="0"/>
                  </a:moveTo>
                  <a:lnTo>
                    <a:pt x="0" y="7746"/>
                  </a:lnTo>
                  <a:lnTo>
                    <a:pt x="683387" y="741044"/>
                  </a:lnTo>
                  <a:lnTo>
                    <a:pt x="699042" y="741044"/>
                  </a:lnTo>
                  <a:lnTo>
                    <a:pt x="8509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45920" y="1914143"/>
              <a:ext cx="446405" cy="1388110"/>
            </a:xfrm>
            <a:custGeom>
              <a:avLst/>
              <a:gdLst/>
              <a:ahLst/>
              <a:cxnLst/>
              <a:rect l="l" t="t" r="r" b="b"/>
              <a:pathLst>
                <a:path w="446405" h="1388110">
                  <a:moveTo>
                    <a:pt x="430149" y="40132"/>
                  </a:moveTo>
                  <a:lnTo>
                    <a:pt x="371729" y="40132"/>
                  </a:lnTo>
                  <a:lnTo>
                    <a:pt x="371348" y="68580"/>
                  </a:lnTo>
                  <a:lnTo>
                    <a:pt x="430149" y="40132"/>
                  </a:lnTo>
                  <a:close/>
                </a:path>
                <a:path w="446405" h="1388110">
                  <a:moveTo>
                    <a:pt x="440309" y="35179"/>
                  </a:moveTo>
                  <a:lnTo>
                    <a:pt x="372364" y="0"/>
                  </a:lnTo>
                  <a:lnTo>
                    <a:pt x="371856" y="28575"/>
                  </a:lnTo>
                  <a:lnTo>
                    <a:pt x="23368" y="23495"/>
                  </a:lnTo>
                  <a:lnTo>
                    <a:pt x="23241" y="34925"/>
                  </a:lnTo>
                  <a:lnTo>
                    <a:pt x="371729" y="40005"/>
                  </a:lnTo>
                  <a:lnTo>
                    <a:pt x="430530" y="40005"/>
                  </a:lnTo>
                  <a:lnTo>
                    <a:pt x="440309" y="35179"/>
                  </a:lnTo>
                  <a:close/>
                </a:path>
                <a:path w="446405" h="1388110">
                  <a:moveTo>
                    <a:pt x="440944" y="721741"/>
                  </a:moveTo>
                  <a:lnTo>
                    <a:pt x="372364" y="687451"/>
                  </a:lnTo>
                  <a:lnTo>
                    <a:pt x="372364" y="716026"/>
                  </a:lnTo>
                  <a:lnTo>
                    <a:pt x="0" y="716026"/>
                  </a:lnTo>
                  <a:lnTo>
                    <a:pt x="0" y="727456"/>
                  </a:lnTo>
                  <a:lnTo>
                    <a:pt x="372364" y="727456"/>
                  </a:lnTo>
                  <a:lnTo>
                    <a:pt x="372364" y="756031"/>
                  </a:lnTo>
                  <a:lnTo>
                    <a:pt x="440944" y="721741"/>
                  </a:lnTo>
                  <a:close/>
                </a:path>
                <a:path w="446405" h="1388110">
                  <a:moveTo>
                    <a:pt x="446278" y="1353820"/>
                  </a:moveTo>
                  <a:lnTo>
                    <a:pt x="377825" y="1319530"/>
                  </a:lnTo>
                  <a:lnTo>
                    <a:pt x="377825" y="1348105"/>
                  </a:lnTo>
                  <a:lnTo>
                    <a:pt x="23241" y="1348105"/>
                  </a:lnTo>
                  <a:lnTo>
                    <a:pt x="23241" y="1359535"/>
                  </a:lnTo>
                  <a:lnTo>
                    <a:pt x="377825" y="1359535"/>
                  </a:lnTo>
                  <a:lnTo>
                    <a:pt x="377825" y="1388110"/>
                  </a:lnTo>
                  <a:lnTo>
                    <a:pt x="446278" y="135382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16168" y="2327147"/>
              <a:ext cx="368300" cy="701040"/>
            </a:xfrm>
            <a:custGeom>
              <a:avLst/>
              <a:gdLst/>
              <a:ahLst/>
              <a:cxnLst/>
              <a:rect l="l" t="t" r="r" b="b"/>
              <a:pathLst>
                <a:path w="368300" h="701039">
                  <a:moveTo>
                    <a:pt x="356870" y="34290"/>
                  </a:moveTo>
                  <a:lnTo>
                    <a:pt x="288417" y="0"/>
                  </a:lnTo>
                  <a:lnTo>
                    <a:pt x="288417" y="28575"/>
                  </a:lnTo>
                  <a:lnTo>
                    <a:pt x="0" y="28575"/>
                  </a:lnTo>
                  <a:lnTo>
                    <a:pt x="0" y="40005"/>
                  </a:lnTo>
                  <a:lnTo>
                    <a:pt x="288417" y="40005"/>
                  </a:lnTo>
                  <a:lnTo>
                    <a:pt x="288417" y="68580"/>
                  </a:lnTo>
                  <a:lnTo>
                    <a:pt x="356870" y="34290"/>
                  </a:lnTo>
                  <a:close/>
                </a:path>
                <a:path w="368300" h="701039">
                  <a:moveTo>
                    <a:pt x="368300" y="666369"/>
                  </a:moveTo>
                  <a:lnTo>
                    <a:pt x="299974" y="632079"/>
                  </a:lnTo>
                  <a:lnTo>
                    <a:pt x="299974" y="660654"/>
                  </a:lnTo>
                  <a:lnTo>
                    <a:pt x="5461" y="660654"/>
                  </a:lnTo>
                  <a:lnTo>
                    <a:pt x="5461" y="672084"/>
                  </a:lnTo>
                  <a:lnTo>
                    <a:pt x="299974" y="672084"/>
                  </a:lnTo>
                  <a:lnTo>
                    <a:pt x="299974" y="700659"/>
                  </a:lnTo>
                  <a:lnTo>
                    <a:pt x="368300" y="666369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264909" y="2216658"/>
            <a:ext cx="224154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73419" y="2827147"/>
            <a:ext cx="224154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27782" y="1511046"/>
            <a:ext cx="524510" cy="2078989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60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  <a:p>
            <a:pPr marL="99060">
              <a:lnSpc>
                <a:spcPts val="1345"/>
              </a:lnSpc>
              <a:spcBef>
                <a:spcPts val="815"/>
              </a:spcBef>
            </a:pPr>
            <a:r>
              <a:rPr sz="1250" spc="-25" dirty="0">
                <a:latin typeface="Calibri"/>
                <a:cs typeface="Calibri"/>
              </a:rPr>
              <a:t>0.5</a:t>
            </a:r>
            <a:endParaRPr sz="1250">
              <a:latin typeface="Calibri"/>
              <a:cs typeface="Calibri"/>
            </a:endParaRPr>
          </a:p>
          <a:p>
            <a:pPr marL="160020">
              <a:lnSpc>
                <a:spcPts val="2005"/>
              </a:lnSpc>
            </a:pP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60020">
              <a:lnSpc>
                <a:spcPct val="100000"/>
              </a:lnSpc>
            </a:pP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libri"/>
              <a:cs typeface="Calibri"/>
            </a:endParaRPr>
          </a:p>
          <a:p>
            <a:pPr marL="106680">
              <a:lnSpc>
                <a:spcPct val="100000"/>
              </a:lnSpc>
            </a:pPr>
            <a:r>
              <a:rPr sz="1250" spc="-20" dirty="0">
                <a:latin typeface="Calibri"/>
                <a:cs typeface="Calibri"/>
              </a:rPr>
              <a:t>0.25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38294" y="1552194"/>
            <a:ext cx="525780" cy="1953895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990"/>
              </a:spcBef>
            </a:pPr>
            <a:r>
              <a:rPr sz="1250" spc="-25" dirty="0">
                <a:latin typeface="Calibri"/>
                <a:cs typeface="Calibri"/>
              </a:rPr>
              <a:t>0.1</a:t>
            </a:r>
            <a:endParaRPr sz="1250">
              <a:latin typeface="Calibri"/>
              <a:cs typeface="Calibri"/>
            </a:endParaRPr>
          </a:p>
          <a:p>
            <a:pPr marL="143510">
              <a:lnSpc>
                <a:spcPts val="1405"/>
              </a:lnSpc>
              <a:spcBef>
                <a:spcPts val="900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  <a:p>
            <a:pPr marL="156845">
              <a:lnSpc>
                <a:spcPts val="2065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56845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800">
              <a:latin typeface="Calibri"/>
              <a:cs typeface="Calibri"/>
            </a:endParaRPr>
          </a:p>
          <a:p>
            <a:pPr marL="135890">
              <a:lnSpc>
                <a:spcPct val="100000"/>
              </a:lnSpc>
            </a:pPr>
            <a:r>
              <a:rPr sz="1250" spc="-20" dirty="0">
                <a:latin typeface="Calibri"/>
                <a:cs typeface="Calibri"/>
              </a:rPr>
              <a:t>0.15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61872" y="1772539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0" baseline="-17543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=1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14627" y="2469896"/>
            <a:ext cx="422909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0" baseline="-17543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1450" b="1" spc="-20" dirty="0">
                <a:solidFill>
                  <a:srgbClr val="C00000"/>
                </a:solidFill>
                <a:latin typeface="Calibri"/>
                <a:cs typeface="Calibri"/>
              </a:rPr>
              <a:t>=0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45133" y="3158490"/>
            <a:ext cx="60579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75" b="1" spc="-15" baseline="11494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950" b="1" spc="-10" dirty="0">
                <a:solidFill>
                  <a:srgbClr val="C00000"/>
                </a:solidFill>
                <a:latin typeface="Calibri"/>
                <a:cs typeface="Calibri"/>
              </a:rPr>
              <a:t>3600</a:t>
            </a:r>
            <a:r>
              <a:rPr sz="2175" b="1" spc="-15" baseline="11494" dirty="0">
                <a:solidFill>
                  <a:srgbClr val="C00000"/>
                </a:solidFill>
                <a:latin typeface="Calibri"/>
                <a:cs typeface="Calibri"/>
              </a:rPr>
              <a:t>=1</a:t>
            </a:r>
            <a:endParaRPr sz="2175" baseline="11494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12635" y="2249423"/>
            <a:ext cx="532130" cy="859790"/>
          </a:xfrm>
          <a:prstGeom prst="rect">
            <a:avLst/>
          </a:prstGeom>
          <a:ln w="12700">
            <a:solidFill>
              <a:srgbClr val="2D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209">
              <a:lnSpc>
                <a:spcPts val="1800"/>
              </a:lnSpc>
            </a:pPr>
            <a:r>
              <a:rPr sz="1600" spc="-10" dirty="0">
                <a:solidFill>
                  <a:srgbClr val="C00000"/>
                </a:solidFill>
                <a:latin typeface="Calibri"/>
                <a:cs typeface="Calibri"/>
              </a:rPr>
              <a:t>0.151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60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</a:pPr>
            <a:r>
              <a:rPr sz="1600" spc="-10" dirty="0">
                <a:solidFill>
                  <a:srgbClr val="C00000"/>
                </a:solidFill>
                <a:latin typeface="Calibri"/>
                <a:cs typeface="Calibri"/>
              </a:rPr>
              <a:t>0.812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33235" y="1803907"/>
            <a:ext cx="82232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10" dirty="0">
                <a:latin typeface="Calibri"/>
                <a:cs typeface="Calibri"/>
              </a:rPr>
              <a:t>Observed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4027" y="2339339"/>
            <a:ext cx="813816" cy="627888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5498591" y="2249423"/>
            <a:ext cx="344805" cy="850900"/>
            <a:chOff x="5498591" y="2249423"/>
            <a:chExt cx="344805" cy="850900"/>
          </a:xfrm>
        </p:grpSpPr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8591" y="2249423"/>
              <a:ext cx="342900" cy="26365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41263" y="2855975"/>
              <a:ext cx="301751" cy="24384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2413507" y="1061719"/>
            <a:ext cx="329628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016125" algn="l"/>
              </a:tabLst>
            </a:pPr>
            <a:r>
              <a:rPr sz="1600" b="1" spc="-20" dirty="0">
                <a:solidFill>
                  <a:srgbClr val="C00000"/>
                </a:solidFill>
                <a:latin typeface="Calibri"/>
                <a:cs typeface="Calibri"/>
              </a:rPr>
              <a:t>Wrong</a:t>
            </a:r>
            <a:r>
              <a:rPr sz="16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Calibri"/>
                <a:cs typeface="Calibri"/>
              </a:rPr>
              <a:t>weights</a:t>
            </a:r>
            <a:r>
              <a:rPr sz="1600" b="1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2400" b="1" spc="-37" baseline="1736" dirty="0">
                <a:solidFill>
                  <a:srgbClr val="C00000"/>
                </a:solidFill>
                <a:latin typeface="Calibri"/>
                <a:cs typeface="Calibri"/>
              </a:rPr>
              <a:t>Wrong</a:t>
            </a:r>
            <a:r>
              <a:rPr sz="2400" b="1" spc="-97" baseline="1736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baseline="1736" dirty="0">
                <a:solidFill>
                  <a:srgbClr val="C00000"/>
                </a:solidFill>
                <a:latin typeface="Calibri"/>
                <a:cs typeface="Calibri"/>
              </a:rPr>
              <a:t>weights</a:t>
            </a:r>
            <a:endParaRPr sz="2400" baseline="1736">
              <a:latin typeface="Calibri"/>
              <a:cs typeface="Calibri"/>
            </a:endParaRPr>
          </a:p>
        </p:txBody>
      </p:sp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09104" y="2881883"/>
            <a:ext cx="301751" cy="24383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1491" y="633171"/>
            <a:ext cx="84829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Two</a:t>
            </a:r>
            <a:r>
              <a:rPr b="1" spc="-114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Commonly</a:t>
            </a:r>
            <a:r>
              <a:rPr b="1" spc="-12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used</a:t>
            </a:r>
            <a:r>
              <a:rPr b="1" spc="-10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Loss</a:t>
            </a:r>
            <a:r>
              <a:rPr b="1" spc="-13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Functions</a:t>
            </a:r>
            <a:r>
              <a:rPr b="1" spc="-140" dirty="0">
                <a:latin typeface="Trebuchet MS"/>
                <a:cs typeface="Trebuchet MS"/>
              </a:rPr>
              <a:t> </a:t>
            </a:r>
            <a:r>
              <a:rPr b="1" spc="-25" dirty="0">
                <a:latin typeface="Trebuchet MS"/>
                <a:cs typeface="Trebuchet MS"/>
              </a:rPr>
              <a:t>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4890" y="1451609"/>
            <a:ext cx="6954520" cy="1013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69875" algn="l"/>
              </a:tabLst>
            </a:pPr>
            <a:r>
              <a:rPr sz="2150" dirty="0">
                <a:solidFill>
                  <a:srgbClr val="FF0000"/>
                </a:solidFill>
                <a:latin typeface="Calibri"/>
                <a:cs typeface="Calibri"/>
              </a:rPr>
              <a:t>Mean</a:t>
            </a:r>
            <a:r>
              <a:rPr sz="215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0000"/>
                </a:solidFill>
                <a:latin typeface="Calibri"/>
                <a:cs typeface="Calibri"/>
              </a:rPr>
              <a:t>Square</a:t>
            </a:r>
            <a:r>
              <a:rPr sz="215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Calibri"/>
                <a:cs typeface="Calibri"/>
              </a:rPr>
              <a:t>Error</a:t>
            </a:r>
            <a:r>
              <a:rPr sz="2150" spc="-1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0000"/>
                </a:solidFill>
                <a:latin typeface="Calibri"/>
                <a:cs typeface="Calibri"/>
              </a:rPr>
              <a:t>–</a:t>
            </a:r>
            <a:r>
              <a:rPr sz="215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spc="-20" dirty="0">
                <a:solidFill>
                  <a:srgbClr val="FF0000"/>
                </a:solidFill>
                <a:latin typeface="Calibri"/>
                <a:cs typeface="Calibri"/>
              </a:rPr>
              <a:t>Standard</a:t>
            </a:r>
            <a:r>
              <a:rPr sz="215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215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15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15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Calibri"/>
                <a:cs typeface="Calibri"/>
              </a:rPr>
              <a:t>Regression</a:t>
            </a:r>
            <a:endParaRPr sz="215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2600"/>
              </a:spcBef>
              <a:buFont typeface="Arial MT"/>
              <a:buChar char="•"/>
              <a:tabLst>
                <a:tab pos="269875" algn="l"/>
              </a:tabLst>
            </a:pPr>
            <a:r>
              <a:rPr sz="2150" dirty="0">
                <a:latin typeface="Calibri"/>
                <a:cs typeface="Calibri"/>
              </a:rPr>
              <a:t>Cross</a:t>
            </a:r>
            <a:r>
              <a:rPr sz="2150" spc="-8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Entropy</a:t>
            </a:r>
            <a:r>
              <a:rPr sz="2150" spc="-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Loss</a:t>
            </a:r>
            <a:r>
              <a:rPr sz="2150" spc="-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-</a:t>
            </a:r>
            <a:r>
              <a:rPr sz="2150" spc="-7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Standard</a:t>
            </a:r>
            <a:r>
              <a:rPr sz="2150" spc="-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Loss</a:t>
            </a:r>
            <a:r>
              <a:rPr sz="2150" spc="-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Function</a:t>
            </a:r>
            <a:r>
              <a:rPr sz="2150" spc="-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Classification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71" y="384779"/>
            <a:ext cx="9981237" cy="528061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850" y="1293113"/>
            <a:ext cx="60134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10" dirty="0">
                <a:latin typeface="Calibri"/>
                <a:cs typeface="Calibri"/>
              </a:rPr>
              <a:t>#Wheel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712" y="1299210"/>
            <a:ext cx="114109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75" b="1" baseline="1915" dirty="0">
                <a:latin typeface="Calibri"/>
                <a:cs typeface="Calibri"/>
              </a:rPr>
              <a:t>Height</a:t>
            </a:r>
            <a:r>
              <a:rPr sz="2175" b="1" spc="390" baseline="1915" dirty="0">
                <a:latin typeface="Calibri"/>
                <a:cs typeface="Calibri"/>
              </a:rPr>
              <a:t> </a:t>
            </a:r>
            <a:r>
              <a:rPr sz="1450" b="1" spc="-10" dirty="0">
                <a:latin typeface="Calibri"/>
                <a:cs typeface="Calibri"/>
              </a:rPr>
              <a:t>Weight</a:t>
            </a:r>
            <a:endParaRPr sz="145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9318" y="1707895"/>
          <a:ext cx="1575434" cy="3126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620">
                <a:tc>
                  <a:txBody>
                    <a:bodyPr/>
                    <a:lstStyle/>
                    <a:p>
                      <a:pPr marL="65405">
                        <a:lnSpc>
                          <a:spcPts val="1335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ts val="1335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440"/>
                        </a:lnSpc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C00000"/>
                      </a:solidFill>
                      <a:prstDash val="solid"/>
                    </a:lnL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1285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R w="38100">
                      <a:solidFill>
                        <a:srgbClr val="C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335" algn="ctr">
                        <a:lnSpc>
                          <a:spcPct val="100000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830" algn="ctr">
                        <a:lnSpc>
                          <a:spcPct val="100000"/>
                        </a:lnSpc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5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09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1130" marB="0"/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3.5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150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74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35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0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6510" algn="ctr">
                        <a:lnSpc>
                          <a:spcPts val="1650"/>
                        </a:lnSpc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067" y="1476755"/>
            <a:ext cx="694944" cy="49225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470404" y="2671572"/>
            <a:ext cx="829310" cy="1073150"/>
            <a:chOff x="2470404" y="2671572"/>
            <a:chExt cx="829310" cy="10731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2596" y="3206495"/>
              <a:ext cx="816863" cy="53797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0404" y="2671572"/>
              <a:ext cx="758951" cy="504444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2304" y="2074164"/>
            <a:ext cx="797051" cy="49834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482595" y="3808476"/>
            <a:ext cx="792480" cy="1135380"/>
            <a:chOff x="2482595" y="3808476"/>
            <a:chExt cx="792480" cy="113538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97835" y="3808476"/>
              <a:ext cx="777239" cy="56692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82595" y="4357116"/>
              <a:ext cx="746759" cy="58674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62855" y="469645"/>
            <a:ext cx="4640326" cy="246799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816346" y="609091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34253" y="925449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latin typeface="Calibri"/>
                <a:cs typeface="Calibri"/>
              </a:rPr>
              <a:t>0.5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40729" y="2452877"/>
            <a:ext cx="3003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latin typeface="Calibri"/>
                <a:cs typeface="Calibri"/>
              </a:rPr>
              <a:t>0.25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71307" y="756031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88960" y="1072133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81721" y="2373248"/>
            <a:ext cx="3003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solidFill>
                  <a:srgbClr val="C00000"/>
                </a:solidFill>
                <a:latin typeface="Calibri"/>
                <a:cs typeface="Calibri"/>
              </a:rPr>
              <a:t>0.15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89830" y="863854"/>
            <a:ext cx="1181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50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42891" y="1569466"/>
            <a:ext cx="25400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5.5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03903" y="2205990"/>
            <a:ext cx="29527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600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441435" y="1344167"/>
            <a:ext cx="342900" cy="852169"/>
            <a:chOff x="8441435" y="1344167"/>
            <a:chExt cx="342900" cy="852169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1435" y="1344167"/>
              <a:ext cx="342900" cy="2651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65819" y="1952243"/>
              <a:ext cx="301751" cy="24383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9190735" y="1330833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0.6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87053" y="1972767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881743" y="1322577"/>
            <a:ext cx="10668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5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78059" y="1963877"/>
            <a:ext cx="10668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5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93307" y="3219399"/>
            <a:ext cx="2665095" cy="16084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Error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𝐸</a:t>
            </a:r>
            <a:r>
              <a:rPr sz="1600" spc="14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9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(𝑦</a:t>
            </a:r>
            <a:r>
              <a:rPr sz="1600" spc="4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 </a:t>
            </a:r>
            <a:r>
              <a:rPr sz="1600" spc="-25" dirty="0">
                <a:latin typeface="Cambria Math"/>
                <a:cs typeface="Cambria Math"/>
              </a:rPr>
              <a:t>𝑦)</a:t>
            </a:r>
            <a:r>
              <a:rPr sz="1725" spc="-37" baseline="24154" dirty="0">
                <a:latin typeface="Cambria Math"/>
                <a:cs typeface="Cambria Math"/>
              </a:rPr>
              <a:t>2</a:t>
            </a:r>
            <a:endParaRPr sz="1725" baseline="24154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1600">
              <a:latin typeface="Cambria Math"/>
              <a:cs typeface="Cambria Math"/>
            </a:endParaRPr>
          </a:p>
          <a:p>
            <a:pPr marL="95250">
              <a:lnSpc>
                <a:spcPts val="1610"/>
              </a:lnSpc>
              <a:tabLst>
                <a:tab pos="911860" algn="l"/>
              </a:tabLst>
            </a:pPr>
            <a:r>
              <a:rPr sz="1600" spc="-10" dirty="0">
                <a:latin typeface="Calibri"/>
                <a:cs typeface="Calibri"/>
              </a:rPr>
              <a:t>Error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𝐸</a:t>
            </a:r>
            <a:r>
              <a:rPr sz="1725" spc="-37" baseline="-12077" dirty="0">
                <a:latin typeface="Cambria Math"/>
                <a:cs typeface="Cambria Math"/>
              </a:rPr>
              <a:t>𝑦</a:t>
            </a:r>
            <a:r>
              <a:rPr sz="1725" baseline="-12077" dirty="0">
                <a:latin typeface="Cambria Math"/>
                <a:cs typeface="Cambria Math"/>
              </a:rPr>
              <a:t>	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114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(0.6</a:t>
            </a:r>
            <a:r>
              <a:rPr sz="1600" spc="3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2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1)</a:t>
            </a:r>
            <a:r>
              <a:rPr sz="1725" baseline="24154" dirty="0">
                <a:latin typeface="Cambria Math"/>
                <a:cs typeface="Cambria Math"/>
              </a:rPr>
              <a:t>2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130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0.16</a:t>
            </a:r>
            <a:endParaRPr sz="1600">
              <a:latin typeface="Cambria Math"/>
              <a:cs typeface="Cambria Math"/>
            </a:endParaRPr>
          </a:p>
          <a:p>
            <a:pPr marL="768350">
              <a:lnSpc>
                <a:spcPts val="830"/>
              </a:lnSpc>
            </a:pPr>
            <a:r>
              <a:rPr sz="950" spc="-50" dirty="0">
                <a:latin typeface="Cambria Math"/>
                <a:cs typeface="Cambria Math"/>
              </a:rPr>
              <a:t>1</a:t>
            </a:r>
            <a:endParaRPr sz="9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9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950">
              <a:latin typeface="Cambria Math"/>
              <a:cs typeface="Cambria Math"/>
            </a:endParaRPr>
          </a:p>
          <a:p>
            <a:pPr marL="50800">
              <a:lnSpc>
                <a:spcPts val="1610"/>
              </a:lnSpc>
              <a:spcBef>
                <a:spcPts val="5"/>
              </a:spcBef>
              <a:tabLst>
                <a:tab pos="867410" algn="l"/>
              </a:tabLst>
            </a:pPr>
            <a:r>
              <a:rPr sz="1600" dirty="0">
                <a:latin typeface="Calibri"/>
                <a:cs typeface="Calibri"/>
              </a:rPr>
              <a:t>Error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𝐸</a:t>
            </a:r>
            <a:r>
              <a:rPr sz="1725" spc="-37" baseline="-12077" dirty="0">
                <a:latin typeface="Cambria Math"/>
                <a:cs typeface="Cambria Math"/>
              </a:rPr>
              <a:t>𝑦</a:t>
            </a:r>
            <a:r>
              <a:rPr sz="1725" baseline="-12077" dirty="0">
                <a:latin typeface="Cambria Math"/>
                <a:cs typeface="Cambria Math"/>
              </a:rPr>
              <a:t>	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114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(0.4</a:t>
            </a:r>
            <a:r>
              <a:rPr sz="1600" spc="4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2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0)</a:t>
            </a:r>
            <a:r>
              <a:rPr sz="1725" baseline="24154" dirty="0">
                <a:latin typeface="Cambria Math"/>
                <a:cs typeface="Cambria Math"/>
              </a:rPr>
              <a:t>2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130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0.36</a:t>
            </a:r>
            <a:endParaRPr sz="1600">
              <a:latin typeface="Cambria Math"/>
              <a:cs typeface="Cambria Math"/>
            </a:endParaRPr>
          </a:p>
          <a:p>
            <a:pPr marL="723900">
              <a:lnSpc>
                <a:spcPts val="830"/>
              </a:lnSpc>
            </a:pPr>
            <a:r>
              <a:rPr sz="950" spc="-50" dirty="0">
                <a:latin typeface="Cambria Math"/>
                <a:cs typeface="Cambria Math"/>
              </a:rPr>
              <a:t>2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86528" y="5140452"/>
            <a:ext cx="5069205" cy="33337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1968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55"/>
              </a:spcBef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these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errors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acceptable,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Backpropagate.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850" y="1293113"/>
            <a:ext cx="60134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10" dirty="0">
                <a:latin typeface="Calibri"/>
                <a:cs typeface="Calibri"/>
              </a:rPr>
              <a:t>#Wheel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712" y="1299210"/>
            <a:ext cx="114109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75" b="1" baseline="1915" dirty="0">
                <a:latin typeface="Calibri"/>
                <a:cs typeface="Calibri"/>
              </a:rPr>
              <a:t>Height</a:t>
            </a:r>
            <a:r>
              <a:rPr sz="2175" b="1" spc="390" baseline="1915" dirty="0">
                <a:latin typeface="Calibri"/>
                <a:cs typeface="Calibri"/>
              </a:rPr>
              <a:t> </a:t>
            </a:r>
            <a:r>
              <a:rPr sz="1450" b="1" spc="-10" dirty="0">
                <a:latin typeface="Calibri"/>
                <a:cs typeface="Calibri"/>
              </a:rPr>
              <a:t>Weight</a:t>
            </a:r>
            <a:endParaRPr sz="145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2284" y="1688845"/>
          <a:ext cx="1575434" cy="3234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 marL="106680">
                        <a:lnSpc>
                          <a:spcPts val="1335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335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 algn="ctr">
                        <a:lnSpc>
                          <a:spcPts val="1440"/>
                        </a:lnSpc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8115" marB="0"/>
                </a:tc>
                <a:tc>
                  <a:txBody>
                    <a:bodyPr/>
                    <a:lstStyle/>
                    <a:p>
                      <a:pPr marR="124460" algn="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0655" marB="0"/>
                </a:tc>
                <a:tc>
                  <a:txBody>
                    <a:bodyPr/>
                    <a:lstStyle/>
                    <a:p>
                      <a:pPr marL="97790"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38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9860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3035" marB="0"/>
                </a:tc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55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6525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9700" marB="0"/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224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113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986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3.5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367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150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748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C00000"/>
                      </a:solidFill>
                      <a:prstDash val="solid"/>
                    </a:lnL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R w="38100">
                      <a:solidFill>
                        <a:srgbClr val="C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067" y="1476755"/>
            <a:ext cx="694944" cy="49225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470404" y="2671572"/>
            <a:ext cx="829310" cy="1073150"/>
            <a:chOff x="2470404" y="2671572"/>
            <a:chExt cx="829310" cy="10731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2596" y="3206495"/>
              <a:ext cx="816863" cy="53797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0404" y="2671572"/>
              <a:ext cx="758951" cy="504444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2304" y="2074164"/>
            <a:ext cx="797051" cy="49834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482595" y="3808476"/>
            <a:ext cx="792480" cy="1135380"/>
            <a:chOff x="2482595" y="3808476"/>
            <a:chExt cx="792480" cy="113538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97835" y="3808476"/>
              <a:ext cx="777239" cy="56692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82595" y="4357116"/>
              <a:ext cx="746759" cy="58674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62855" y="469645"/>
            <a:ext cx="4640326" cy="246799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816346" y="609091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34253" y="925449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latin typeface="Calibri"/>
                <a:cs typeface="Calibri"/>
              </a:rPr>
              <a:t>0.5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40729" y="2452877"/>
            <a:ext cx="3003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latin typeface="Calibri"/>
                <a:cs typeface="Calibri"/>
              </a:rPr>
              <a:t>0.25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71307" y="756031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88960" y="1072133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81721" y="2373248"/>
            <a:ext cx="3003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solidFill>
                  <a:srgbClr val="C00000"/>
                </a:solidFill>
                <a:latin typeface="Calibri"/>
                <a:cs typeface="Calibri"/>
              </a:rPr>
              <a:t>0.15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89830" y="917194"/>
            <a:ext cx="8699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5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28235" y="1577721"/>
            <a:ext cx="1181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50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03903" y="2205990"/>
            <a:ext cx="29527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250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441435" y="1344167"/>
            <a:ext cx="342900" cy="852169"/>
            <a:chOff x="8441435" y="1344167"/>
            <a:chExt cx="342900" cy="852169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1435" y="1344167"/>
              <a:ext cx="342900" cy="2651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65819" y="1952243"/>
              <a:ext cx="301751" cy="24383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9190735" y="1330833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0.6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87053" y="1972767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881743" y="1322577"/>
            <a:ext cx="10668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5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78059" y="1963877"/>
            <a:ext cx="10668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5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01311" y="3739896"/>
            <a:ext cx="5948680" cy="35687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952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75"/>
              </a:spcBef>
            </a:pP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One</a:t>
            </a:r>
            <a:r>
              <a:rPr sz="215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complete</a:t>
            </a:r>
            <a:r>
              <a:rPr sz="215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215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15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r>
              <a:rPr sz="215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15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called</a:t>
            </a:r>
            <a:r>
              <a:rPr sz="215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Epoch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850" y="1293113"/>
            <a:ext cx="60134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10" dirty="0">
                <a:latin typeface="Calibri"/>
                <a:cs typeface="Calibri"/>
              </a:rPr>
              <a:t>#Wheel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712" y="1299210"/>
            <a:ext cx="114109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75" b="1" baseline="1915" dirty="0">
                <a:latin typeface="Calibri"/>
                <a:cs typeface="Calibri"/>
              </a:rPr>
              <a:t>Height</a:t>
            </a:r>
            <a:r>
              <a:rPr sz="2175" b="1" spc="390" baseline="1915" dirty="0">
                <a:latin typeface="Calibri"/>
                <a:cs typeface="Calibri"/>
              </a:rPr>
              <a:t> </a:t>
            </a:r>
            <a:r>
              <a:rPr sz="1450" b="1" spc="-10" dirty="0">
                <a:latin typeface="Calibri"/>
                <a:cs typeface="Calibri"/>
              </a:rPr>
              <a:t>Weight</a:t>
            </a:r>
            <a:endParaRPr sz="145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7148" y="1602866"/>
          <a:ext cx="1574799" cy="32137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184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38100">
                      <a:solidFill>
                        <a:srgbClr val="C00000"/>
                      </a:solidFill>
                      <a:prstDash val="solid"/>
                    </a:lnL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R w="38100">
                      <a:solidFill>
                        <a:srgbClr val="C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26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3990" marB="0">
                    <a:lnL w="38100">
                      <a:solidFill>
                        <a:srgbClr val="C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6530" marB="0"/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55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38100">
                      <a:solidFill>
                        <a:srgbClr val="C00000"/>
                      </a:solidFill>
                      <a:prstDash val="solid"/>
                    </a:lnL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2400" marB="0"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R w="38100">
                      <a:solidFill>
                        <a:srgbClr val="C00000"/>
                      </a:solidFill>
                      <a:prstDash val="solid"/>
                    </a:lnR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7945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1130" marB="0"/>
                </a:tc>
                <a:tc>
                  <a:txBody>
                    <a:bodyPr/>
                    <a:lstStyle/>
                    <a:p>
                      <a:pPr marR="147955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3.5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150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74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35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0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50"/>
                        </a:lnSpc>
                        <a:spcBef>
                          <a:spcPts val="5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067" y="1476755"/>
            <a:ext cx="694944" cy="49225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470404" y="2671572"/>
            <a:ext cx="829310" cy="1073150"/>
            <a:chOff x="2470404" y="2671572"/>
            <a:chExt cx="829310" cy="10731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2596" y="3206495"/>
              <a:ext cx="816863" cy="53797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0404" y="2671572"/>
              <a:ext cx="758951" cy="504444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2304" y="2074164"/>
            <a:ext cx="797051" cy="49834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482595" y="3808476"/>
            <a:ext cx="792480" cy="1135380"/>
            <a:chOff x="2482595" y="3808476"/>
            <a:chExt cx="792480" cy="113538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97835" y="3808476"/>
              <a:ext cx="777239" cy="56692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82595" y="4357116"/>
              <a:ext cx="746759" cy="58674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62855" y="469645"/>
            <a:ext cx="4640326" cy="246799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816346" y="609091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34253" y="925449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latin typeface="Calibri"/>
                <a:cs typeface="Calibri"/>
              </a:rPr>
              <a:t>0.5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40729" y="2452877"/>
            <a:ext cx="3003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latin typeface="Calibri"/>
                <a:cs typeface="Calibri"/>
              </a:rPr>
              <a:t>0.25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71307" y="756031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0.1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88960" y="1072133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0.2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81721" y="2373248"/>
            <a:ext cx="3003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0" dirty="0">
                <a:solidFill>
                  <a:srgbClr val="C00000"/>
                </a:solidFill>
                <a:latin typeface="Calibri"/>
                <a:cs typeface="Calibri"/>
              </a:rPr>
              <a:t>0.15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89830" y="917194"/>
            <a:ext cx="8699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5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28235" y="1577721"/>
            <a:ext cx="1181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50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03903" y="2205990"/>
            <a:ext cx="29527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250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441435" y="1344167"/>
            <a:ext cx="342900" cy="852169"/>
            <a:chOff x="8441435" y="1344167"/>
            <a:chExt cx="342900" cy="852169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1435" y="1344167"/>
              <a:ext cx="342900" cy="2651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65819" y="1952243"/>
              <a:ext cx="301751" cy="24383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9190735" y="1330833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0.6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87053" y="1972767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0.4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881743" y="1322577"/>
            <a:ext cx="10668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5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78059" y="1963877"/>
            <a:ext cx="10668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5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01311" y="3739896"/>
            <a:ext cx="5948680" cy="102298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952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75"/>
              </a:spcBef>
            </a:pPr>
            <a:r>
              <a:rPr sz="2150" b="1" spc="-25" dirty="0">
                <a:solidFill>
                  <a:srgbClr val="C00000"/>
                </a:solidFill>
                <a:latin typeface="Calibri"/>
                <a:cs typeface="Calibri"/>
              </a:rPr>
              <a:t>Backpropagation</a:t>
            </a:r>
            <a:r>
              <a:rPr sz="215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after</a:t>
            </a:r>
            <a:r>
              <a:rPr sz="215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every</a:t>
            </a:r>
            <a:r>
              <a:rPr sz="215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sample</a:t>
            </a:r>
            <a:r>
              <a:rPr sz="215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15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expensive.</a:t>
            </a:r>
            <a:endParaRPr sz="2150">
              <a:latin typeface="Calibri"/>
              <a:cs typeface="Calibri"/>
            </a:endParaRPr>
          </a:p>
          <a:p>
            <a:pPr marL="84455">
              <a:lnSpc>
                <a:spcPct val="100000"/>
              </a:lnSpc>
              <a:spcBef>
                <a:spcPts val="2600"/>
              </a:spcBef>
            </a:pP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Do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sz="215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 batches.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6264" y="554482"/>
            <a:ext cx="8482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Two</a:t>
            </a:r>
            <a:r>
              <a:rPr b="1" spc="-12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Commonly</a:t>
            </a:r>
            <a:r>
              <a:rPr b="1" spc="-13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used</a:t>
            </a:r>
            <a:r>
              <a:rPr b="1" spc="-12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Loss</a:t>
            </a:r>
            <a:r>
              <a:rPr b="1" spc="-14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Functions</a:t>
            </a:r>
            <a:r>
              <a:rPr b="1" spc="-145" dirty="0">
                <a:latin typeface="Trebuchet MS"/>
                <a:cs typeface="Trebuchet MS"/>
              </a:rPr>
              <a:t> </a:t>
            </a:r>
            <a:r>
              <a:rPr b="1" spc="-25" dirty="0">
                <a:latin typeface="Trebuchet MS"/>
                <a:cs typeface="Trebuchet MS"/>
              </a:rPr>
              <a:t>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4890" y="1451609"/>
            <a:ext cx="6954520" cy="1013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69875" algn="l"/>
              </a:tabLst>
            </a:pPr>
            <a:r>
              <a:rPr sz="2150" dirty="0">
                <a:latin typeface="Calibri"/>
                <a:cs typeface="Calibri"/>
              </a:rPr>
              <a:t>Mean</a:t>
            </a:r>
            <a:r>
              <a:rPr sz="2150" spc="-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Square</a:t>
            </a:r>
            <a:r>
              <a:rPr sz="2150" spc="-7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Error</a:t>
            </a:r>
            <a:r>
              <a:rPr sz="2150" spc="-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–</a:t>
            </a:r>
            <a:r>
              <a:rPr sz="2150" spc="-6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Standard</a:t>
            </a:r>
            <a:r>
              <a:rPr sz="2150" spc="-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Loss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Function</a:t>
            </a:r>
            <a:r>
              <a:rPr sz="2150" spc="-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Regression</a:t>
            </a:r>
            <a:endParaRPr sz="215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2600"/>
              </a:spcBef>
              <a:buFont typeface="Arial MT"/>
              <a:buChar char="•"/>
              <a:tabLst>
                <a:tab pos="269875" algn="l"/>
              </a:tabLst>
            </a:pPr>
            <a:r>
              <a:rPr sz="2150" dirty="0">
                <a:solidFill>
                  <a:srgbClr val="FF0000"/>
                </a:solidFill>
                <a:latin typeface="Calibri"/>
                <a:cs typeface="Calibri"/>
              </a:rPr>
              <a:t>Cross</a:t>
            </a:r>
            <a:r>
              <a:rPr sz="215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Calibri"/>
                <a:cs typeface="Calibri"/>
              </a:rPr>
              <a:t>Entropy</a:t>
            </a:r>
            <a:r>
              <a:rPr sz="215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215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15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Calibri"/>
                <a:cs typeface="Calibri"/>
              </a:rPr>
              <a:t>Standard</a:t>
            </a:r>
            <a:r>
              <a:rPr sz="215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215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15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15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Calibri"/>
                <a:cs typeface="Calibri"/>
              </a:rPr>
              <a:t>Classification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197" rIns="0" bIns="0" rtlCol="0">
            <a:spAutoFit/>
          </a:bodyPr>
          <a:lstStyle/>
          <a:p>
            <a:pPr marL="163703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Cross</a:t>
            </a:r>
            <a:r>
              <a:rPr b="1" spc="-15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Entropy</a:t>
            </a:r>
            <a:r>
              <a:rPr b="1" spc="-135" dirty="0">
                <a:latin typeface="Trebuchet MS"/>
                <a:cs typeface="Trebuchet MS"/>
              </a:rPr>
              <a:t> </a:t>
            </a:r>
            <a:r>
              <a:rPr b="1" spc="-20" dirty="0">
                <a:latin typeface="Trebuchet MS"/>
                <a:cs typeface="Trebuchet MS"/>
              </a:rPr>
              <a:t>Loss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287" y="1328927"/>
            <a:ext cx="7443215" cy="24658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983" y="1753616"/>
            <a:ext cx="126364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5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0519" y="1852675"/>
            <a:ext cx="8699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5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989" y="2451354"/>
            <a:ext cx="126364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5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7963" y="2562225"/>
            <a:ext cx="8699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5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1791" y="3096260"/>
            <a:ext cx="23495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1425" b="1" spc="-37" baseline="-17543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425" baseline="-17543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7145" y="3572383"/>
            <a:ext cx="15748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50" dirty="0">
                <a:latin typeface="Calibri"/>
                <a:cs typeface="Calibri"/>
              </a:rPr>
              <a:t>U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25722" y="3646677"/>
            <a:ext cx="20891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50" dirty="0">
                <a:latin typeface="Calibri"/>
                <a:cs typeface="Calibri"/>
              </a:rPr>
              <a:t>W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0209" y="3123692"/>
            <a:ext cx="14224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50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65011" y="1986533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2.6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61709" y="2628645"/>
            <a:ext cx="2228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25" dirty="0">
                <a:solidFill>
                  <a:srgbClr val="C00000"/>
                </a:solidFill>
                <a:latin typeface="Calibri"/>
                <a:cs typeface="Calibri"/>
              </a:rPr>
              <a:t>1.4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62109" y="2042922"/>
            <a:ext cx="289560" cy="855344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45"/>
              </a:spcBef>
            </a:pPr>
            <a:r>
              <a:rPr sz="1250" spc="-5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250">
              <a:latin typeface="Calibri"/>
              <a:cs typeface="Calibri"/>
            </a:endParaRPr>
          </a:p>
          <a:p>
            <a:pPr marL="6350" algn="ctr">
              <a:lnSpc>
                <a:spcPct val="100000"/>
              </a:lnSpc>
            </a:pPr>
            <a:r>
              <a:rPr sz="1250" spc="-5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19338" y="1720976"/>
            <a:ext cx="12827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50" dirty="0">
                <a:solidFill>
                  <a:srgbClr val="535353"/>
                </a:solidFill>
                <a:latin typeface="Arial MT"/>
                <a:cs typeface="Arial MT"/>
              </a:rPr>
              <a:t>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32721" y="1654810"/>
            <a:ext cx="16065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solidFill>
                  <a:srgbClr val="535353"/>
                </a:solidFill>
                <a:latin typeface="Arial MT"/>
                <a:cs typeface="Arial MT"/>
              </a:rPr>
              <a:t>y’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26326" y="2309622"/>
            <a:ext cx="7016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Softmax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27897" y="2010917"/>
            <a:ext cx="394970" cy="826135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ts val="1315"/>
              </a:lnSpc>
            </a:pPr>
            <a:r>
              <a:rPr sz="1250" spc="-20" dirty="0">
                <a:solidFill>
                  <a:srgbClr val="C00000"/>
                </a:solidFill>
                <a:latin typeface="Calibri"/>
                <a:cs typeface="Calibri"/>
              </a:rPr>
              <a:t>0.65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250">
              <a:latin typeface="Calibri"/>
              <a:cs typeface="Calibri"/>
            </a:endParaRPr>
          </a:p>
          <a:p>
            <a:pPr marL="41275">
              <a:lnSpc>
                <a:spcPct val="100000"/>
              </a:lnSpc>
            </a:pPr>
            <a:r>
              <a:rPr sz="1250" spc="-20" dirty="0">
                <a:solidFill>
                  <a:srgbClr val="C00000"/>
                </a:solidFill>
                <a:latin typeface="Calibri"/>
                <a:cs typeface="Calibri"/>
              </a:rPr>
              <a:t>0.35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7222" y="820673"/>
            <a:ext cx="4385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Activation</a:t>
            </a:r>
            <a:r>
              <a:rPr b="1" spc="-220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2267" y="1482852"/>
            <a:ext cx="5026660" cy="249047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5085" rIns="0" bIns="0" rtlCol="0">
            <a:spAutoFit/>
          </a:bodyPr>
          <a:lstStyle/>
          <a:p>
            <a:pPr marL="85090" marR="491490">
              <a:lnSpc>
                <a:spcPts val="1900"/>
              </a:lnSpc>
              <a:spcBef>
                <a:spcPts val="355"/>
              </a:spcBef>
            </a:pP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Activation</a:t>
            </a:r>
            <a:r>
              <a:rPr sz="1800" spc="-7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Function</a:t>
            </a:r>
            <a:r>
              <a:rPr sz="1800" spc="-9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is</a:t>
            </a:r>
            <a:r>
              <a:rPr sz="1800" spc="-5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applied</a:t>
            </a:r>
            <a:r>
              <a:rPr sz="1800" spc="-2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over</a:t>
            </a:r>
            <a:r>
              <a:rPr sz="1800" spc="-4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the</a:t>
            </a:r>
            <a:r>
              <a:rPr sz="1800" spc="-7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Tahoma"/>
                <a:cs typeface="Tahoma"/>
              </a:rPr>
              <a:t>linear weighted</a:t>
            </a:r>
            <a:r>
              <a:rPr sz="1800" spc="-8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02020"/>
                </a:solidFill>
                <a:latin typeface="Tahoma"/>
                <a:cs typeface="Tahoma"/>
              </a:rPr>
              <a:t>summation</a:t>
            </a:r>
            <a:r>
              <a:rPr sz="1800" spc="-5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of</a:t>
            </a:r>
            <a:r>
              <a:rPr sz="1800" spc="-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the</a:t>
            </a:r>
            <a:r>
              <a:rPr sz="1800" spc="-10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Tahoma"/>
                <a:cs typeface="Tahoma"/>
              </a:rPr>
              <a:t>incoming information</a:t>
            </a:r>
            <a:r>
              <a:rPr sz="1800" spc="-7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to</a:t>
            </a:r>
            <a:r>
              <a:rPr sz="1800" spc="-3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a</a:t>
            </a:r>
            <a:r>
              <a:rPr sz="1800" spc="-8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02020"/>
                </a:solidFill>
                <a:latin typeface="Tahoma"/>
                <a:cs typeface="Tahoma"/>
              </a:rPr>
              <a:t>node.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800">
              <a:latin typeface="Tahoma"/>
              <a:cs typeface="Tahoma"/>
            </a:endParaRPr>
          </a:p>
          <a:p>
            <a:pPr marL="85090" marR="279400">
              <a:lnSpc>
                <a:spcPts val="2100"/>
              </a:lnSpc>
            </a:pP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Convert</a:t>
            </a:r>
            <a:r>
              <a:rPr sz="1800" spc="-11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linear</a:t>
            </a:r>
            <a:r>
              <a:rPr sz="1800" spc="-5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input</a:t>
            </a:r>
            <a:r>
              <a:rPr sz="1800" spc="-9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02020"/>
                </a:solidFill>
                <a:latin typeface="Tahoma"/>
                <a:cs typeface="Tahoma"/>
              </a:rPr>
              <a:t>signals</a:t>
            </a:r>
            <a:r>
              <a:rPr sz="1800" spc="-8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from</a:t>
            </a:r>
            <a:r>
              <a:rPr sz="1800" spc="-7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Tahoma"/>
                <a:cs typeface="Tahoma"/>
              </a:rPr>
              <a:t>perceptron</a:t>
            </a:r>
            <a:r>
              <a:rPr sz="1800" spc="-11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02020"/>
                </a:solidFill>
                <a:latin typeface="Tahoma"/>
                <a:cs typeface="Tahoma"/>
              </a:rPr>
              <a:t>to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a</a:t>
            </a:r>
            <a:r>
              <a:rPr sz="1800" spc="-10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Tahoma"/>
                <a:cs typeface="Tahoma"/>
              </a:rPr>
              <a:t>linear/non-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linear</a:t>
            </a:r>
            <a:r>
              <a:rPr sz="1800" spc="-5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output</a:t>
            </a:r>
            <a:r>
              <a:rPr sz="1800" spc="-8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Tahoma"/>
                <a:cs typeface="Tahoma"/>
              </a:rPr>
              <a:t>signal.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800">
              <a:latin typeface="Tahoma"/>
              <a:cs typeface="Tahoma"/>
            </a:endParaRPr>
          </a:p>
          <a:p>
            <a:pPr marL="85090">
              <a:lnSpc>
                <a:spcPct val="100000"/>
              </a:lnSpc>
            </a:pPr>
            <a:r>
              <a:rPr sz="1800" spc="-40" dirty="0">
                <a:solidFill>
                  <a:srgbClr val="202020"/>
                </a:solidFill>
                <a:latin typeface="Tahoma"/>
                <a:cs typeface="Tahoma"/>
              </a:rPr>
              <a:t>It</a:t>
            </a:r>
            <a:r>
              <a:rPr sz="1800" spc="-13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decides</a:t>
            </a:r>
            <a:r>
              <a:rPr sz="1800" spc="-114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whether</a:t>
            </a:r>
            <a:r>
              <a:rPr sz="1800" spc="-10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to</a:t>
            </a:r>
            <a:r>
              <a:rPr sz="1800" spc="-8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Tahoma"/>
                <a:cs typeface="Tahoma"/>
              </a:rPr>
              <a:t>activate</a:t>
            </a:r>
            <a:r>
              <a:rPr sz="1800" spc="-8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a</a:t>
            </a:r>
            <a:r>
              <a:rPr sz="1800" spc="-12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node</a:t>
            </a:r>
            <a:r>
              <a:rPr sz="1800" spc="-8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or</a:t>
            </a:r>
            <a:r>
              <a:rPr sz="1800" spc="-7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02020"/>
                </a:solidFill>
                <a:latin typeface="Tahoma"/>
                <a:cs typeface="Tahoma"/>
              </a:rPr>
              <a:t>not.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4380" y="1520939"/>
            <a:ext cx="4022090" cy="2169795"/>
            <a:chOff x="754380" y="1520939"/>
            <a:chExt cx="4022090" cy="21697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432" y="1597152"/>
              <a:ext cx="3986784" cy="16367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72840" y="2785363"/>
              <a:ext cx="142240" cy="905510"/>
            </a:xfrm>
            <a:custGeom>
              <a:avLst/>
              <a:gdLst/>
              <a:ahLst/>
              <a:cxnLst/>
              <a:rect l="l" t="t" r="r" b="b"/>
              <a:pathLst>
                <a:path w="142239" h="905510">
                  <a:moveTo>
                    <a:pt x="119252" y="0"/>
                  </a:moveTo>
                  <a:lnTo>
                    <a:pt x="0" y="902208"/>
                  </a:lnTo>
                  <a:lnTo>
                    <a:pt x="22606" y="905256"/>
                  </a:lnTo>
                  <a:lnTo>
                    <a:pt x="141859" y="2921"/>
                  </a:lnTo>
                  <a:lnTo>
                    <a:pt x="1192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9487" y="2718816"/>
              <a:ext cx="67817" cy="7251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9582" y="1681734"/>
              <a:ext cx="2327275" cy="1463040"/>
            </a:xfrm>
            <a:custGeom>
              <a:avLst/>
              <a:gdLst/>
              <a:ahLst/>
              <a:cxnLst/>
              <a:rect l="l" t="t" r="r" b="b"/>
              <a:pathLst>
                <a:path w="2327275" h="1463039">
                  <a:moveTo>
                    <a:pt x="0" y="731392"/>
                  </a:moveTo>
                  <a:lnTo>
                    <a:pt x="4699" y="664844"/>
                  </a:lnTo>
                  <a:lnTo>
                    <a:pt x="18795" y="599948"/>
                  </a:lnTo>
                  <a:lnTo>
                    <a:pt x="41529" y="536955"/>
                  </a:lnTo>
                  <a:lnTo>
                    <a:pt x="72770" y="476123"/>
                  </a:lnTo>
                  <a:lnTo>
                    <a:pt x="112013" y="417829"/>
                  </a:lnTo>
                  <a:lnTo>
                    <a:pt x="158876" y="362203"/>
                  </a:lnTo>
                  <a:lnTo>
                    <a:pt x="212851" y="309625"/>
                  </a:lnTo>
                  <a:lnTo>
                    <a:pt x="242443" y="284479"/>
                  </a:lnTo>
                  <a:lnTo>
                    <a:pt x="273557" y="260223"/>
                  </a:lnTo>
                  <a:lnTo>
                    <a:pt x="306450" y="236727"/>
                  </a:lnTo>
                  <a:lnTo>
                    <a:pt x="340741" y="214249"/>
                  </a:lnTo>
                  <a:lnTo>
                    <a:pt x="376555" y="192658"/>
                  </a:lnTo>
                  <a:lnTo>
                    <a:pt x="413893" y="171957"/>
                  </a:lnTo>
                  <a:lnTo>
                    <a:pt x="452500" y="152400"/>
                  </a:lnTo>
                  <a:lnTo>
                    <a:pt x="492506" y="133857"/>
                  </a:lnTo>
                  <a:lnTo>
                    <a:pt x="533781" y="116331"/>
                  </a:lnTo>
                  <a:lnTo>
                    <a:pt x="576199" y="99821"/>
                  </a:lnTo>
                  <a:lnTo>
                    <a:pt x="619887" y="84581"/>
                  </a:lnTo>
                  <a:lnTo>
                    <a:pt x="664718" y="70485"/>
                  </a:lnTo>
                  <a:lnTo>
                    <a:pt x="710565" y="57530"/>
                  </a:lnTo>
                  <a:lnTo>
                    <a:pt x="757428" y="45719"/>
                  </a:lnTo>
                  <a:lnTo>
                    <a:pt x="805307" y="35305"/>
                  </a:lnTo>
                  <a:lnTo>
                    <a:pt x="854075" y="26162"/>
                  </a:lnTo>
                  <a:lnTo>
                    <a:pt x="903732" y="18287"/>
                  </a:lnTo>
                  <a:lnTo>
                    <a:pt x="954278" y="11811"/>
                  </a:lnTo>
                  <a:lnTo>
                    <a:pt x="1005586" y="6730"/>
                  </a:lnTo>
                  <a:lnTo>
                    <a:pt x="1057529" y="3048"/>
                  </a:lnTo>
                  <a:lnTo>
                    <a:pt x="1110107" y="762"/>
                  </a:lnTo>
                  <a:lnTo>
                    <a:pt x="1163447" y="0"/>
                  </a:lnTo>
                  <a:lnTo>
                    <a:pt x="1216660" y="762"/>
                  </a:lnTo>
                  <a:lnTo>
                    <a:pt x="1269238" y="3048"/>
                  </a:lnTo>
                  <a:lnTo>
                    <a:pt x="1321308" y="6730"/>
                  </a:lnTo>
                  <a:lnTo>
                    <a:pt x="1372489" y="11811"/>
                  </a:lnTo>
                  <a:lnTo>
                    <a:pt x="1423034" y="18287"/>
                  </a:lnTo>
                  <a:lnTo>
                    <a:pt x="1472692" y="26162"/>
                  </a:lnTo>
                  <a:lnTo>
                    <a:pt x="1521459" y="35305"/>
                  </a:lnTo>
                  <a:lnTo>
                    <a:pt x="1569339" y="45719"/>
                  </a:lnTo>
                  <a:lnTo>
                    <a:pt x="1616202" y="57530"/>
                  </a:lnTo>
                  <a:lnTo>
                    <a:pt x="1662176" y="70485"/>
                  </a:lnTo>
                  <a:lnTo>
                    <a:pt x="1706880" y="84581"/>
                  </a:lnTo>
                  <a:lnTo>
                    <a:pt x="1750568" y="99821"/>
                  </a:lnTo>
                  <a:lnTo>
                    <a:pt x="1793113" y="116331"/>
                  </a:lnTo>
                  <a:lnTo>
                    <a:pt x="1834388" y="133857"/>
                  </a:lnTo>
                  <a:lnTo>
                    <a:pt x="1874266" y="152400"/>
                  </a:lnTo>
                  <a:lnTo>
                    <a:pt x="1913001" y="171957"/>
                  </a:lnTo>
                  <a:lnTo>
                    <a:pt x="1950212" y="192658"/>
                  </a:lnTo>
                  <a:lnTo>
                    <a:pt x="1986026" y="214249"/>
                  </a:lnTo>
                  <a:lnTo>
                    <a:pt x="2020443" y="236727"/>
                  </a:lnTo>
                  <a:lnTo>
                    <a:pt x="2053208" y="260223"/>
                  </a:lnTo>
                  <a:lnTo>
                    <a:pt x="2084451" y="284479"/>
                  </a:lnTo>
                  <a:lnTo>
                    <a:pt x="2113915" y="309625"/>
                  </a:lnTo>
                  <a:lnTo>
                    <a:pt x="2141855" y="335533"/>
                  </a:lnTo>
                  <a:lnTo>
                    <a:pt x="2192273" y="389636"/>
                  </a:lnTo>
                  <a:lnTo>
                    <a:pt x="2235327" y="446658"/>
                  </a:lnTo>
                  <a:lnTo>
                    <a:pt x="2270633" y="506221"/>
                  </a:lnTo>
                  <a:lnTo>
                    <a:pt x="2297684" y="568198"/>
                  </a:lnTo>
                  <a:lnTo>
                    <a:pt x="2316226" y="632078"/>
                  </a:lnTo>
                  <a:lnTo>
                    <a:pt x="2325623" y="697864"/>
                  </a:lnTo>
                  <a:lnTo>
                    <a:pt x="2326767" y="731392"/>
                  </a:lnTo>
                  <a:lnTo>
                    <a:pt x="2325623" y="764793"/>
                  </a:lnTo>
                  <a:lnTo>
                    <a:pt x="2316226" y="830579"/>
                  </a:lnTo>
                  <a:lnTo>
                    <a:pt x="2297684" y="894588"/>
                  </a:lnTo>
                  <a:lnTo>
                    <a:pt x="2270633" y="956437"/>
                  </a:lnTo>
                  <a:lnTo>
                    <a:pt x="2235327" y="1016000"/>
                  </a:lnTo>
                  <a:lnTo>
                    <a:pt x="2192273" y="1073023"/>
                  </a:lnTo>
                  <a:lnTo>
                    <a:pt x="2141855" y="1127125"/>
                  </a:lnTo>
                  <a:lnTo>
                    <a:pt x="2113915" y="1153160"/>
                  </a:lnTo>
                  <a:lnTo>
                    <a:pt x="2084451" y="1178178"/>
                  </a:lnTo>
                  <a:lnTo>
                    <a:pt x="2053208" y="1202563"/>
                  </a:lnTo>
                  <a:lnTo>
                    <a:pt x="2020443" y="1225930"/>
                  </a:lnTo>
                  <a:lnTo>
                    <a:pt x="1986026" y="1248409"/>
                  </a:lnTo>
                  <a:lnTo>
                    <a:pt x="1950212" y="1269999"/>
                  </a:lnTo>
                  <a:lnTo>
                    <a:pt x="1913001" y="1290701"/>
                  </a:lnTo>
                  <a:lnTo>
                    <a:pt x="1874266" y="1310258"/>
                  </a:lnTo>
                  <a:lnTo>
                    <a:pt x="1834388" y="1328927"/>
                  </a:lnTo>
                  <a:lnTo>
                    <a:pt x="1793113" y="1346453"/>
                  </a:lnTo>
                  <a:lnTo>
                    <a:pt x="1750568" y="1362836"/>
                  </a:lnTo>
                  <a:lnTo>
                    <a:pt x="1706880" y="1378077"/>
                  </a:lnTo>
                  <a:lnTo>
                    <a:pt x="1662176" y="1392301"/>
                  </a:lnTo>
                  <a:lnTo>
                    <a:pt x="1616202" y="1405254"/>
                  </a:lnTo>
                  <a:lnTo>
                    <a:pt x="1569339" y="1416939"/>
                  </a:lnTo>
                  <a:lnTo>
                    <a:pt x="1521459" y="1427352"/>
                  </a:lnTo>
                  <a:lnTo>
                    <a:pt x="1472692" y="1436623"/>
                  </a:lnTo>
                  <a:lnTo>
                    <a:pt x="1423034" y="1444370"/>
                  </a:lnTo>
                  <a:lnTo>
                    <a:pt x="1372489" y="1450974"/>
                  </a:lnTo>
                  <a:lnTo>
                    <a:pt x="1321308" y="1456054"/>
                  </a:lnTo>
                  <a:lnTo>
                    <a:pt x="1269238" y="1459738"/>
                  </a:lnTo>
                  <a:lnTo>
                    <a:pt x="1216660" y="1461896"/>
                  </a:lnTo>
                  <a:lnTo>
                    <a:pt x="1163447" y="1462658"/>
                  </a:lnTo>
                  <a:lnTo>
                    <a:pt x="1110107" y="1461896"/>
                  </a:lnTo>
                  <a:lnTo>
                    <a:pt x="1057529" y="1459738"/>
                  </a:lnTo>
                  <a:lnTo>
                    <a:pt x="1005586" y="1456054"/>
                  </a:lnTo>
                  <a:lnTo>
                    <a:pt x="954278" y="1450974"/>
                  </a:lnTo>
                  <a:lnTo>
                    <a:pt x="903732" y="1444370"/>
                  </a:lnTo>
                  <a:lnTo>
                    <a:pt x="854075" y="1436623"/>
                  </a:lnTo>
                  <a:lnTo>
                    <a:pt x="805307" y="1427352"/>
                  </a:lnTo>
                  <a:lnTo>
                    <a:pt x="757428" y="1416939"/>
                  </a:lnTo>
                  <a:lnTo>
                    <a:pt x="710565" y="1405254"/>
                  </a:lnTo>
                  <a:lnTo>
                    <a:pt x="664718" y="1392301"/>
                  </a:lnTo>
                  <a:lnTo>
                    <a:pt x="619887" y="1378077"/>
                  </a:lnTo>
                  <a:lnTo>
                    <a:pt x="576199" y="1362836"/>
                  </a:lnTo>
                  <a:lnTo>
                    <a:pt x="533781" y="1346453"/>
                  </a:lnTo>
                  <a:lnTo>
                    <a:pt x="492506" y="1328927"/>
                  </a:lnTo>
                  <a:lnTo>
                    <a:pt x="452500" y="1310258"/>
                  </a:lnTo>
                  <a:lnTo>
                    <a:pt x="413893" y="1290701"/>
                  </a:lnTo>
                  <a:lnTo>
                    <a:pt x="376555" y="1269999"/>
                  </a:lnTo>
                  <a:lnTo>
                    <a:pt x="340741" y="1248409"/>
                  </a:lnTo>
                  <a:lnTo>
                    <a:pt x="306450" y="1225930"/>
                  </a:lnTo>
                  <a:lnTo>
                    <a:pt x="273557" y="1202563"/>
                  </a:lnTo>
                  <a:lnTo>
                    <a:pt x="242443" y="1178178"/>
                  </a:lnTo>
                  <a:lnTo>
                    <a:pt x="212851" y="1153160"/>
                  </a:lnTo>
                  <a:lnTo>
                    <a:pt x="184912" y="1127125"/>
                  </a:lnTo>
                  <a:lnTo>
                    <a:pt x="134493" y="1073023"/>
                  </a:lnTo>
                  <a:lnTo>
                    <a:pt x="91440" y="1016000"/>
                  </a:lnTo>
                  <a:lnTo>
                    <a:pt x="56134" y="956437"/>
                  </a:lnTo>
                  <a:lnTo>
                    <a:pt x="29082" y="894588"/>
                  </a:lnTo>
                  <a:lnTo>
                    <a:pt x="10668" y="830579"/>
                  </a:lnTo>
                  <a:lnTo>
                    <a:pt x="1143" y="764793"/>
                  </a:lnTo>
                  <a:lnTo>
                    <a:pt x="0" y="731392"/>
                  </a:lnTo>
                  <a:close/>
                </a:path>
              </a:pathLst>
            </a:custGeom>
            <a:ln w="222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4380" y="1520939"/>
              <a:ext cx="227329" cy="250190"/>
            </a:xfrm>
            <a:custGeom>
              <a:avLst/>
              <a:gdLst/>
              <a:ahLst/>
              <a:cxnLst/>
              <a:rect l="l" t="t" r="r" b="b"/>
              <a:pathLst>
                <a:path w="227330" h="250189">
                  <a:moveTo>
                    <a:pt x="227076" y="0"/>
                  </a:moveTo>
                  <a:lnTo>
                    <a:pt x="0" y="0"/>
                  </a:lnTo>
                  <a:lnTo>
                    <a:pt x="0" y="249821"/>
                  </a:lnTo>
                  <a:lnTo>
                    <a:pt x="227076" y="249821"/>
                  </a:lnTo>
                  <a:lnTo>
                    <a:pt x="2270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43833" y="3696716"/>
            <a:ext cx="980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Activation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6008" y="1482089"/>
            <a:ext cx="19050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i</a:t>
            </a:r>
            <a:r>
              <a:rPr sz="1575" spc="-37" baseline="-15873" dirty="0">
                <a:latin typeface="Calibri"/>
                <a:cs typeface="Calibri"/>
              </a:rPr>
              <a:t>1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1144" y="2223503"/>
            <a:ext cx="227329" cy="250190"/>
          </a:xfrm>
          <a:custGeom>
            <a:avLst/>
            <a:gdLst/>
            <a:ahLst/>
            <a:cxnLst/>
            <a:rect l="l" t="t" r="r" b="b"/>
            <a:pathLst>
              <a:path w="227330" h="250189">
                <a:moveTo>
                  <a:pt x="226733" y="0"/>
                </a:moveTo>
                <a:lnTo>
                  <a:pt x="0" y="0"/>
                </a:lnTo>
                <a:lnTo>
                  <a:pt x="0" y="249821"/>
                </a:lnTo>
                <a:lnTo>
                  <a:pt x="226733" y="249821"/>
                </a:lnTo>
                <a:lnTo>
                  <a:pt x="2267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44296" y="2183968"/>
            <a:ext cx="19050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i</a:t>
            </a:r>
            <a:r>
              <a:rPr sz="1575" spc="-37" baseline="-15873" dirty="0">
                <a:latin typeface="Calibri"/>
                <a:cs typeface="Calibri"/>
              </a:rPr>
              <a:t>2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1144" y="2982455"/>
            <a:ext cx="227329" cy="248920"/>
          </a:xfrm>
          <a:custGeom>
            <a:avLst/>
            <a:gdLst/>
            <a:ahLst/>
            <a:cxnLst/>
            <a:rect l="l" t="t" r="r" b="b"/>
            <a:pathLst>
              <a:path w="227330" h="248919">
                <a:moveTo>
                  <a:pt x="226733" y="0"/>
                </a:moveTo>
                <a:lnTo>
                  <a:pt x="0" y="0"/>
                </a:lnTo>
                <a:lnTo>
                  <a:pt x="0" y="248297"/>
                </a:lnTo>
                <a:lnTo>
                  <a:pt x="226733" y="248297"/>
                </a:lnTo>
                <a:lnTo>
                  <a:pt x="2267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44296" y="2942666"/>
            <a:ext cx="19050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i</a:t>
            </a:r>
            <a:r>
              <a:rPr sz="1575" spc="-37" baseline="-15873" dirty="0">
                <a:latin typeface="Calibri"/>
                <a:cs typeface="Calibri"/>
              </a:rPr>
              <a:t>3</a:t>
            </a:r>
            <a:endParaRPr sz="1575" baseline="-15873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88764" y="2235695"/>
            <a:ext cx="227329" cy="250190"/>
          </a:xfrm>
          <a:custGeom>
            <a:avLst/>
            <a:gdLst/>
            <a:ahLst/>
            <a:cxnLst/>
            <a:rect l="l" t="t" r="r" b="b"/>
            <a:pathLst>
              <a:path w="227329" h="250189">
                <a:moveTo>
                  <a:pt x="227075" y="0"/>
                </a:moveTo>
                <a:lnTo>
                  <a:pt x="0" y="0"/>
                </a:lnTo>
                <a:lnTo>
                  <a:pt x="0" y="249821"/>
                </a:lnTo>
                <a:lnTo>
                  <a:pt x="227075" y="249821"/>
                </a:lnTo>
                <a:lnTo>
                  <a:pt x="227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52822" y="2197100"/>
            <a:ext cx="25146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00" spc="-25" dirty="0">
                <a:latin typeface="Calibri"/>
                <a:cs typeface="Calibri"/>
              </a:rPr>
              <a:t>h</a:t>
            </a:r>
            <a:r>
              <a:rPr sz="1575" spc="-37" baseline="-15873" dirty="0">
                <a:latin typeface="Calibri"/>
                <a:cs typeface="Calibri"/>
              </a:rPr>
              <a:t>1</a:t>
            </a:r>
            <a:endParaRPr sz="1575" baseline="-1587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7222" y="820673"/>
            <a:ext cx="1379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rebuchet MS"/>
                <a:cs typeface="Trebuchet MS"/>
              </a:rPr>
              <a:t>Linear</a:t>
            </a:r>
          </a:p>
        </p:txBody>
      </p:sp>
      <p:sp>
        <p:nvSpPr>
          <p:cNvPr id="3" name="object 3"/>
          <p:cNvSpPr/>
          <p:nvPr/>
        </p:nvSpPr>
        <p:spPr>
          <a:xfrm>
            <a:off x="1407541" y="1684020"/>
            <a:ext cx="84455" cy="254635"/>
          </a:xfrm>
          <a:custGeom>
            <a:avLst/>
            <a:gdLst/>
            <a:ahLst/>
            <a:cxnLst/>
            <a:rect l="l" t="t" r="r" b="b"/>
            <a:pathLst>
              <a:path w="84455" h="254635">
                <a:moveTo>
                  <a:pt x="3683" y="0"/>
                </a:moveTo>
                <a:lnTo>
                  <a:pt x="0" y="10413"/>
                </a:lnTo>
                <a:lnTo>
                  <a:pt x="14731" y="16763"/>
                </a:lnTo>
                <a:lnTo>
                  <a:pt x="27305" y="25653"/>
                </a:lnTo>
                <a:lnTo>
                  <a:pt x="52959" y="66547"/>
                </a:lnTo>
                <a:lnTo>
                  <a:pt x="60325" y="104266"/>
                </a:lnTo>
                <a:lnTo>
                  <a:pt x="61340" y="125983"/>
                </a:lnTo>
                <a:lnTo>
                  <a:pt x="60325" y="148335"/>
                </a:lnTo>
                <a:lnTo>
                  <a:pt x="52831" y="187070"/>
                </a:lnTo>
                <a:lnTo>
                  <a:pt x="27305" y="228600"/>
                </a:lnTo>
                <a:lnTo>
                  <a:pt x="508" y="243966"/>
                </a:lnTo>
                <a:lnTo>
                  <a:pt x="3683" y="254253"/>
                </a:lnTo>
                <a:lnTo>
                  <a:pt x="38227" y="237997"/>
                </a:lnTo>
                <a:lnTo>
                  <a:pt x="63627" y="209930"/>
                </a:lnTo>
                <a:lnTo>
                  <a:pt x="79247" y="172212"/>
                </a:lnTo>
                <a:lnTo>
                  <a:pt x="84455" y="127253"/>
                </a:lnTo>
                <a:lnTo>
                  <a:pt x="83184" y="103885"/>
                </a:lnTo>
                <a:lnTo>
                  <a:pt x="72643" y="62610"/>
                </a:lnTo>
                <a:lnTo>
                  <a:pt x="51943" y="28955"/>
                </a:lnTo>
                <a:lnTo>
                  <a:pt x="21971" y="6730"/>
                </a:lnTo>
                <a:lnTo>
                  <a:pt x="36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59763" y="1684020"/>
            <a:ext cx="84455" cy="254635"/>
          </a:xfrm>
          <a:custGeom>
            <a:avLst/>
            <a:gdLst/>
            <a:ahLst/>
            <a:cxnLst/>
            <a:rect l="l" t="t" r="r" b="b"/>
            <a:pathLst>
              <a:path w="84455" h="254635">
                <a:moveTo>
                  <a:pt x="80810" y="0"/>
                </a:moveTo>
                <a:lnTo>
                  <a:pt x="46355" y="16382"/>
                </a:lnTo>
                <a:lnTo>
                  <a:pt x="20967" y="44576"/>
                </a:lnTo>
                <a:lnTo>
                  <a:pt x="5270" y="82422"/>
                </a:lnTo>
                <a:lnTo>
                  <a:pt x="0" y="127253"/>
                </a:lnTo>
                <a:lnTo>
                  <a:pt x="1308" y="150621"/>
                </a:lnTo>
                <a:lnTo>
                  <a:pt x="11734" y="191896"/>
                </a:lnTo>
                <a:lnTo>
                  <a:pt x="32423" y="225425"/>
                </a:lnTo>
                <a:lnTo>
                  <a:pt x="62382" y="247650"/>
                </a:lnTo>
                <a:lnTo>
                  <a:pt x="80810" y="254253"/>
                </a:lnTo>
                <a:lnTo>
                  <a:pt x="84112" y="243966"/>
                </a:lnTo>
                <a:lnTo>
                  <a:pt x="69646" y="237616"/>
                </a:lnTo>
                <a:lnTo>
                  <a:pt x="57175" y="228600"/>
                </a:lnTo>
                <a:lnTo>
                  <a:pt x="31597" y="187070"/>
                </a:lnTo>
                <a:lnTo>
                  <a:pt x="24079" y="148335"/>
                </a:lnTo>
                <a:lnTo>
                  <a:pt x="23139" y="125983"/>
                </a:lnTo>
                <a:lnTo>
                  <a:pt x="24079" y="104266"/>
                </a:lnTo>
                <a:lnTo>
                  <a:pt x="31597" y="66547"/>
                </a:lnTo>
                <a:lnTo>
                  <a:pt x="57251" y="25653"/>
                </a:lnTo>
                <a:lnTo>
                  <a:pt x="84455" y="10413"/>
                </a:lnTo>
                <a:lnTo>
                  <a:pt x="808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2964" y="1595120"/>
            <a:ext cx="44450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Cambria Math"/>
                <a:cs typeface="Cambria Math"/>
              </a:rPr>
              <a:t>𝑓</a:t>
            </a:r>
            <a:r>
              <a:rPr sz="2150" spc="484" dirty="0">
                <a:latin typeface="Cambria Math"/>
                <a:cs typeface="Cambria Math"/>
              </a:rPr>
              <a:t> </a:t>
            </a:r>
            <a:r>
              <a:rPr sz="2150" spc="-50" dirty="0">
                <a:latin typeface="Cambria Math"/>
                <a:cs typeface="Cambria Math"/>
              </a:rPr>
              <a:t>𝑥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8610" y="1595120"/>
            <a:ext cx="108521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114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𝑎𝑥</a:t>
            </a:r>
            <a:r>
              <a:rPr sz="2150" spc="6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+</a:t>
            </a:r>
            <a:r>
              <a:rPr sz="2150" spc="-25" dirty="0">
                <a:latin typeface="Cambria Math"/>
                <a:cs typeface="Cambria Math"/>
              </a:rPr>
              <a:t> </a:t>
            </a:r>
            <a:r>
              <a:rPr sz="2150" spc="-50" dirty="0">
                <a:latin typeface="Cambria Math"/>
                <a:cs typeface="Cambria Math"/>
              </a:rPr>
              <a:t>𝑏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3836" y="2738575"/>
            <a:ext cx="701040" cy="18415"/>
          </a:xfrm>
          <a:custGeom>
            <a:avLst/>
            <a:gdLst/>
            <a:ahLst/>
            <a:cxnLst/>
            <a:rect l="l" t="t" r="r" b="b"/>
            <a:pathLst>
              <a:path w="701039" h="18414">
                <a:moveTo>
                  <a:pt x="700646" y="0"/>
                </a:moveTo>
                <a:lnTo>
                  <a:pt x="0" y="0"/>
                </a:lnTo>
                <a:lnTo>
                  <a:pt x="0" y="17832"/>
                </a:lnTo>
                <a:lnTo>
                  <a:pt x="700646" y="17832"/>
                </a:lnTo>
                <a:lnTo>
                  <a:pt x="7006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61440" y="2324226"/>
            <a:ext cx="70358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10" dirty="0">
                <a:latin typeface="Cambria Math"/>
                <a:cs typeface="Cambria Math"/>
              </a:rPr>
              <a:t>𝑑𝑓(𝑥)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4988" y="2715209"/>
            <a:ext cx="3270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25" dirty="0">
                <a:latin typeface="Cambria Math"/>
                <a:cs typeface="Cambria Math"/>
              </a:rPr>
              <a:t>𝑑𝑥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7741" y="2531490"/>
            <a:ext cx="45910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120" dirty="0">
                <a:latin typeface="Cambria Math"/>
                <a:cs typeface="Cambria Math"/>
              </a:rPr>
              <a:t> </a:t>
            </a:r>
            <a:r>
              <a:rPr sz="2150" spc="-50" dirty="0">
                <a:latin typeface="Cambria Math"/>
                <a:cs typeface="Cambria Math"/>
              </a:rPr>
              <a:t>𝑎</a:t>
            </a:r>
            <a:endParaRPr sz="2150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0076" y="1007363"/>
            <a:ext cx="4111752" cy="233324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20953" y="3892041"/>
            <a:ext cx="4673600" cy="7664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292929"/>
                </a:solidFill>
                <a:latin typeface="Calibri"/>
                <a:cs typeface="Calibri"/>
              </a:rPr>
              <a:t>Observations:</a:t>
            </a:r>
            <a:endParaRPr sz="16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69875" algn="l"/>
              </a:tabLst>
            </a:pPr>
            <a:r>
              <a:rPr sz="1600" spc="-20" dirty="0">
                <a:solidFill>
                  <a:srgbClr val="292929"/>
                </a:solidFill>
                <a:latin typeface="Calibri"/>
                <a:cs typeface="Calibri"/>
              </a:rPr>
              <a:t>Constant 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gradient</a:t>
            </a:r>
            <a:endParaRPr sz="16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69875" algn="l"/>
              </a:tabLst>
            </a:pP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Gradient</a:t>
            </a:r>
            <a:r>
              <a:rPr sz="16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does</a:t>
            </a:r>
            <a:r>
              <a:rPr sz="16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not</a:t>
            </a:r>
            <a:r>
              <a:rPr sz="16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depend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6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6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change</a:t>
            </a:r>
            <a:r>
              <a:rPr sz="16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6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6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891" y="565150"/>
            <a:ext cx="9222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solidFill>
                  <a:srgbClr val="202020"/>
                </a:solidFill>
                <a:latin typeface="Tahoma"/>
                <a:cs typeface="Tahoma"/>
              </a:rPr>
              <a:t>Sigmoid</a:t>
            </a:r>
            <a:r>
              <a:rPr b="1" spc="-3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b="1" dirty="0">
                <a:solidFill>
                  <a:srgbClr val="202020"/>
                </a:solidFill>
                <a:latin typeface="Tahoma"/>
                <a:cs typeface="Tahoma"/>
              </a:rPr>
              <a:t>Activation</a:t>
            </a:r>
            <a:r>
              <a:rPr b="1" spc="4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b="1" dirty="0">
                <a:solidFill>
                  <a:srgbClr val="202020"/>
                </a:solidFill>
                <a:latin typeface="Tahoma"/>
                <a:cs typeface="Tahoma"/>
              </a:rPr>
              <a:t>Functions</a:t>
            </a:r>
            <a:r>
              <a:rPr b="1" spc="-10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b="1" spc="-10" dirty="0">
                <a:solidFill>
                  <a:srgbClr val="202020"/>
                </a:solidFill>
                <a:latin typeface="Tahoma"/>
                <a:cs typeface="Tahoma"/>
              </a:rPr>
              <a:t>(Logistics)</a:t>
            </a:r>
          </a:p>
        </p:txBody>
      </p:sp>
      <p:sp>
        <p:nvSpPr>
          <p:cNvPr id="3" name="object 3"/>
          <p:cNvSpPr/>
          <p:nvPr/>
        </p:nvSpPr>
        <p:spPr>
          <a:xfrm>
            <a:off x="1341500" y="1635251"/>
            <a:ext cx="85090" cy="254635"/>
          </a:xfrm>
          <a:custGeom>
            <a:avLst/>
            <a:gdLst/>
            <a:ahLst/>
            <a:cxnLst/>
            <a:rect l="l" t="t" r="r" b="b"/>
            <a:pathLst>
              <a:path w="85090" h="254635">
                <a:moveTo>
                  <a:pt x="3683" y="0"/>
                </a:moveTo>
                <a:lnTo>
                  <a:pt x="0" y="10413"/>
                </a:lnTo>
                <a:lnTo>
                  <a:pt x="14732" y="16763"/>
                </a:lnTo>
                <a:lnTo>
                  <a:pt x="27432" y="25653"/>
                </a:lnTo>
                <a:lnTo>
                  <a:pt x="53212" y="66548"/>
                </a:lnTo>
                <a:lnTo>
                  <a:pt x="60706" y="104267"/>
                </a:lnTo>
                <a:lnTo>
                  <a:pt x="61595" y="125984"/>
                </a:lnTo>
                <a:lnTo>
                  <a:pt x="60706" y="148336"/>
                </a:lnTo>
                <a:lnTo>
                  <a:pt x="53086" y="187071"/>
                </a:lnTo>
                <a:lnTo>
                  <a:pt x="27432" y="228600"/>
                </a:lnTo>
                <a:lnTo>
                  <a:pt x="508" y="243967"/>
                </a:lnTo>
                <a:lnTo>
                  <a:pt x="3683" y="254253"/>
                </a:lnTo>
                <a:lnTo>
                  <a:pt x="38354" y="237998"/>
                </a:lnTo>
                <a:lnTo>
                  <a:pt x="63881" y="209931"/>
                </a:lnTo>
                <a:lnTo>
                  <a:pt x="79629" y="172212"/>
                </a:lnTo>
                <a:lnTo>
                  <a:pt x="84836" y="127253"/>
                </a:lnTo>
                <a:lnTo>
                  <a:pt x="83565" y="104012"/>
                </a:lnTo>
                <a:lnTo>
                  <a:pt x="73152" y="62611"/>
                </a:lnTo>
                <a:lnTo>
                  <a:pt x="52196" y="28956"/>
                </a:lnTo>
                <a:lnTo>
                  <a:pt x="22098" y="6731"/>
                </a:lnTo>
                <a:lnTo>
                  <a:pt x="36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92708" y="1635251"/>
            <a:ext cx="85090" cy="254635"/>
          </a:xfrm>
          <a:custGeom>
            <a:avLst/>
            <a:gdLst/>
            <a:ahLst/>
            <a:cxnLst/>
            <a:rect l="l" t="t" r="r" b="b"/>
            <a:pathLst>
              <a:path w="85090" h="254635">
                <a:moveTo>
                  <a:pt x="81216" y="0"/>
                </a:moveTo>
                <a:lnTo>
                  <a:pt x="46570" y="16383"/>
                </a:lnTo>
                <a:lnTo>
                  <a:pt x="20993" y="44576"/>
                </a:lnTo>
                <a:lnTo>
                  <a:pt x="5257" y="82423"/>
                </a:lnTo>
                <a:lnTo>
                  <a:pt x="0" y="127253"/>
                </a:lnTo>
                <a:lnTo>
                  <a:pt x="1308" y="150622"/>
                </a:lnTo>
                <a:lnTo>
                  <a:pt x="11772" y="191897"/>
                </a:lnTo>
                <a:lnTo>
                  <a:pt x="32550" y="225425"/>
                </a:lnTo>
                <a:lnTo>
                  <a:pt x="62699" y="247650"/>
                </a:lnTo>
                <a:lnTo>
                  <a:pt x="81216" y="254253"/>
                </a:lnTo>
                <a:lnTo>
                  <a:pt x="84416" y="243967"/>
                </a:lnTo>
                <a:lnTo>
                  <a:pt x="69888" y="237617"/>
                </a:lnTo>
                <a:lnTo>
                  <a:pt x="57365" y="228600"/>
                </a:lnTo>
                <a:lnTo>
                  <a:pt x="31711" y="187071"/>
                </a:lnTo>
                <a:lnTo>
                  <a:pt x="24168" y="148336"/>
                </a:lnTo>
                <a:lnTo>
                  <a:pt x="23215" y="125984"/>
                </a:lnTo>
                <a:lnTo>
                  <a:pt x="24168" y="104267"/>
                </a:lnTo>
                <a:lnTo>
                  <a:pt x="31711" y="66548"/>
                </a:lnTo>
                <a:lnTo>
                  <a:pt x="57492" y="25653"/>
                </a:lnTo>
                <a:lnTo>
                  <a:pt x="84759" y="10413"/>
                </a:lnTo>
                <a:lnTo>
                  <a:pt x="812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98347" y="1546351"/>
            <a:ext cx="44323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Cambria Math"/>
                <a:cs typeface="Cambria Math"/>
              </a:rPr>
              <a:t>𝑓</a:t>
            </a:r>
            <a:r>
              <a:rPr sz="2150" spc="475" dirty="0">
                <a:latin typeface="Cambria Math"/>
                <a:cs typeface="Cambria Math"/>
              </a:rPr>
              <a:t> </a:t>
            </a:r>
            <a:r>
              <a:rPr sz="2150" spc="-50" dirty="0">
                <a:latin typeface="Cambria Math"/>
                <a:cs typeface="Cambria Math"/>
              </a:rPr>
              <a:t>𝑥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7464" y="1754072"/>
            <a:ext cx="909955" cy="18415"/>
          </a:xfrm>
          <a:custGeom>
            <a:avLst/>
            <a:gdLst/>
            <a:ahLst/>
            <a:cxnLst/>
            <a:rect l="l" t="t" r="r" b="b"/>
            <a:pathLst>
              <a:path w="909955" h="18414">
                <a:moveTo>
                  <a:pt x="909370" y="0"/>
                </a:moveTo>
                <a:lnTo>
                  <a:pt x="0" y="0"/>
                </a:lnTo>
                <a:lnTo>
                  <a:pt x="0" y="17832"/>
                </a:lnTo>
                <a:lnTo>
                  <a:pt x="909370" y="17832"/>
                </a:lnTo>
                <a:lnTo>
                  <a:pt x="9093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74239" y="1339341"/>
            <a:ext cx="17780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50" dirty="0">
                <a:latin typeface="Cambria Math"/>
                <a:cs typeface="Cambria Math"/>
              </a:rPr>
              <a:t>1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15617" y="1471676"/>
            <a:ext cx="230504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50" dirty="0">
                <a:latin typeface="Cambria Math"/>
                <a:cs typeface="Cambria Math"/>
              </a:rPr>
              <a:t>=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9110" y="1724659"/>
            <a:ext cx="95123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Cambria Math"/>
                <a:cs typeface="Cambria Math"/>
              </a:rPr>
              <a:t>1 + </a:t>
            </a:r>
            <a:r>
              <a:rPr sz="2150" spc="-25" dirty="0">
                <a:latin typeface="Cambria Math"/>
                <a:cs typeface="Cambria Math"/>
              </a:rPr>
              <a:t>𝑒</a:t>
            </a:r>
            <a:r>
              <a:rPr sz="2325" spc="-37" baseline="17921" dirty="0">
                <a:latin typeface="Cambria Math"/>
                <a:cs typeface="Cambria Math"/>
              </a:rPr>
              <a:t>−𝑥</a:t>
            </a:r>
            <a:endParaRPr sz="2325" baseline="17921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2808679"/>
            <a:ext cx="701040" cy="18415"/>
          </a:xfrm>
          <a:custGeom>
            <a:avLst/>
            <a:gdLst/>
            <a:ahLst/>
            <a:cxnLst/>
            <a:rect l="l" t="t" r="r" b="b"/>
            <a:pathLst>
              <a:path w="701040" h="18414">
                <a:moveTo>
                  <a:pt x="700697" y="0"/>
                </a:moveTo>
                <a:lnTo>
                  <a:pt x="0" y="0"/>
                </a:lnTo>
                <a:lnTo>
                  <a:pt x="0" y="17832"/>
                </a:lnTo>
                <a:lnTo>
                  <a:pt x="700697" y="17832"/>
                </a:lnTo>
                <a:lnTo>
                  <a:pt x="7006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02614" y="2393950"/>
            <a:ext cx="70358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10" dirty="0">
                <a:latin typeface="Cambria Math"/>
                <a:cs typeface="Cambria Math"/>
              </a:rPr>
              <a:t>𝑑𝑓(𝑥)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5857" y="2785363"/>
            <a:ext cx="3270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25" dirty="0">
                <a:latin typeface="Cambria Math"/>
                <a:cs typeface="Cambria Math"/>
              </a:rPr>
              <a:t>𝑑𝑥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05252" y="2689860"/>
            <a:ext cx="85090" cy="254635"/>
          </a:xfrm>
          <a:custGeom>
            <a:avLst/>
            <a:gdLst/>
            <a:ahLst/>
            <a:cxnLst/>
            <a:rect l="l" t="t" r="r" b="b"/>
            <a:pathLst>
              <a:path w="85089" h="254635">
                <a:moveTo>
                  <a:pt x="3683" y="0"/>
                </a:moveTo>
                <a:lnTo>
                  <a:pt x="0" y="10287"/>
                </a:lnTo>
                <a:lnTo>
                  <a:pt x="14732" y="16637"/>
                </a:lnTo>
                <a:lnTo>
                  <a:pt x="27432" y="25526"/>
                </a:lnTo>
                <a:lnTo>
                  <a:pt x="53213" y="66548"/>
                </a:lnTo>
                <a:lnTo>
                  <a:pt x="60706" y="104139"/>
                </a:lnTo>
                <a:lnTo>
                  <a:pt x="61595" y="125856"/>
                </a:lnTo>
                <a:lnTo>
                  <a:pt x="60706" y="148336"/>
                </a:lnTo>
                <a:lnTo>
                  <a:pt x="53086" y="186943"/>
                </a:lnTo>
                <a:lnTo>
                  <a:pt x="27432" y="228600"/>
                </a:lnTo>
                <a:lnTo>
                  <a:pt x="508" y="243966"/>
                </a:lnTo>
                <a:lnTo>
                  <a:pt x="3683" y="254253"/>
                </a:lnTo>
                <a:lnTo>
                  <a:pt x="38354" y="237997"/>
                </a:lnTo>
                <a:lnTo>
                  <a:pt x="63881" y="209930"/>
                </a:lnTo>
                <a:lnTo>
                  <a:pt x="79629" y="172212"/>
                </a:lnTo>
                <a:lnTo>
                  <a:pt x="84836" y="127253"/>
                </a:lnTo>
                <a:lnTo>
                  <a:pt x="83566" y="103886"/>
                </a:lnTo>
                <a:lnTo>
                  <a:pt x="73025" y="62611"/>
                </a:lnTo>
                <a:lnTo>
                  <a:pt x="52197" y="28955"/>
                </a:lnTo>
                <a:lnTo>
                  <a:pt x="22098" y="6603"/>
                </a:lnTo>
                <a:lnTo>
                  <a:pt x="36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56460" y="2689860"/>
            <a:ext cx="85090" cy="254635"/>
          </a:xfrm>
          <a:custGeom>
            <a:avLst/>
            <a:gdLst/>
            <a:ahLst/>
            <a:cxnLst/>
            <a:rect l="l" t="t" r="r" b="b"/>
            <a:pathLst>
              <a:path w="85089" h="254635">
                <a:moveTo>
                  <a:pt x="81152" y="0"/>
                </a:moveTo>
                <a:lnTo>
                  <a:pt x="46481" y="16255"/>
                </a:lnTo>
                <a:lnTo>
                  <a:pt x="20954" y="44576"/>
                </a:lnTo>
                <a:lnTo>
                  <a:pt x="5206" y="82295"/>
                </a:lnTo>
                <a:lnTo>
                  <a:pt x="0" y="127253"/>
                </a:lnTo>
                <a:lnTo>
                  <a:pt x="1269" y="150622"/>
                </a:lnTo>
                <a:lnTo>
                  <a:pt x="11810" y="191897"/>
                </a:lnTo>
                <a:lnTo>
                  <a:pt x="32512" y="225425"/>
                </a:lnTo>
                <a:lnTo>
                  <a:pt x="62610" y="247650"/>
                </a:lnTo>
                <a:lnTo>
                  <a:pt x="81152" y="254253"/>
                </a:lnTo>
                <a:lnTo>
                  <a:pt x="84327" y="243966"/>
                </a:lnTo>
                <a:lnTo>
                  <a:pt x="69850" y="237616"/>
                </a:lnTo>
                <a:lnTo>
                  <a:pt x="57276" y="228600"/>
                </a:lnTo>
                <a:lnTo>
                  <a:pt x="31622" y="186943"/>
                </a:lnTo>
                <a:lnTo>
                  <a:pt x="24129" y="148336"/>
                </a:lnTo>
                <a:lnTo>
                  <a:pt x="23113" y="125856"/>
                </a:lnTo>
                <a:lnTo>
                  <a:pt x="24129" y="104139"/>
                </a:lnTo>
                <a:lnTo>
                  <a:pt x="31622" y="66548"/>
                </a:lnTo>
                <a:lnTo>
                  <a:pt x="57403" y="25526"/>
                </a:lnTo>
                <a:lnTo>
                  <a:pt x="84708" y="10287"/>
                </a:lnTo>
                <a:lnTo>
                  <a:pt x="811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680210" y="2600655"/>
            <a:ext cx="2069464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9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𝑓</a:t>
            </a:r>
            <a:r>
              <a:rPr sz="2150" spc="509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𝑥</a:t>
            </a:r>
            <a:r>
              <a:rPr sz="2150" spc="484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(1</a:t>
            </a:r>
            <a:r>
              <a:rPr sz="2150" spc="-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−</a:t>
            </a:r>
            <a:r>
              <a:rPr sz="2150" spc="-15" dirty="0">
                <a:latin typeface="Cambria Math"/>
                <a:cs typeface="Cambria Math"/>
              </a:rPr>
              <a:t> </a:t>
            </a:r>
            <a:r>
              <a:rPr sz="2150" spc="-20" dirty="0">
                <a:latin typeface="Cambria Math"/>
                <a:cs typeface="Cambria Math"/>
              </a:rPr>
              <a:t>𝑓(𝑥))</a:t>
            </a:r>
            <a:endParaRPr sz="2150">
              <a:latin typeface="Cambria Math"/>
              <a:cs typeface="Cambria Math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7320" y="1580388"/>
            <a:ext cx="4311396" cy="246126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24890" y="3854322"/>
            <a:ext cx="3458210" cy="10134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292929"/>
                </a:solidFill>
                <a:latin typeface="Calibri"/>
                <a:cs typeface="Calibri"/>
              </a:rPr>
              <a:t>Observations:</a:t>
            </a:r>
            <a:endParaRPr sz="16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69875" algn="l"/>
              </a:tabLst>
            </a:pP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Output:</a:t>
            </a:r>
            <a:r>
              <a:rPr sz="16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0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600" spc="-50" dirty="0">
                <a:solidFill>
                  <a:srgbClr val="292929"/>
                </a:solidFill>
                <a:latin typeface="Calibri"/>
                <a:cs typeface="Calibri"/>
              </a:rPr>
              <a:t> 1</a:t>
            </a:r>
            <a:endParaRPr sz="16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69875" algn="l"/>
              </a:tabLst>
            </a:pP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Outputs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6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not </a:t>
            </a:r>
            <a:r>
              <a:rPr sz="1600" spc="-50" dirty="0">
                <a:solidFill>
                  <a:srgbClr val="292929"/>
                </a:solidFill>
                <a:latin typeface="Calibri"/>
                <a:cs typeface="Calibri"/>
              </a:rPr>
              <a:t>zero-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centered</a:t>
            </a:r>
            <a:endParaRPr sz="16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69875" algn="l"/>
              </a:tabLst>
            </a:pP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6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Calibri"/>
                <a:cs typeface="Calibri"/>
              </a:rPr>
              <a:t>saturate</a:t>
            </a:r>
            <a:r>
              <a:rPr sz="16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6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kill</a:t>
            </a:r>
            <a:r>
              <a:rPr sz="16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(vanish)</a:t>
            </a:r>
            <a:r>
              <a:rPr sz="16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gradients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7222" y="539241"/>
            <a:ext cx="4711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5" dirty="0">
                <a:solidFill>
                  <a:srgbClr val="292929"/>
                </a:solidFill>
                <a:latin typeface="Calibri"/>
                <a:cs typeface="Calibri"/>
              </a:rPr>
              <a:t>Tanh</a:t>
            </a:r>
            <a:r>
              <a:rPr b="1" spc="-1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292929"/>
                </a:solidFill>
                <a:latin typeface="Calibri"/>
                <a:cs typeface="Calibri"/>
              </a:rPr>
              <a:t>Activation</a:t>
            </a:r>
            <a:r>
              <a:rPr b="1" spc="-1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292929"/>
                </a:solidFill>
                <a:latin typeface="Calibri"/>
                <a:cs typeface="Calibri"/>
              </a:rPr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341500" y="1650492"/>
            <a:ext cx="85090" cy="254635"/>
          </a:xfrm>
          <a:custGeom>
            <a:avLst/>
            <a:gdLst/>
            <a:ahLst/>
            <a:cxnLst/>
            <a:rect l="l" t="t" r="r" b="b"/>
            <a:pathLst>
              <a:path w="85090" h="254635">
                <a:moveTo>
                  <a:pt x="3683" y="0"/>
                </a:moveTo>
                <a:lnTo>
                  <a:pt x="0" y="10413"/>
                </a:lnTo>
                <a:lnTo>
                  <a:pt x="14732" y="16763"/>
                </a:lnTo>
                <a:lnTo>
                  <a:pt x="27432" y="25654"/>
                </a:lnTo>
                <a:lnTo>
                  <a:pt x="53212" y="66548"/>
                </a:lnTo>
                <a:lnTo>
                  <a:pt x="60706" y="104267"/>
                </a:lnTo>
                <a:lnTo>
                  <a:pt x="61595" y="125984"/>
                </a:lnTo>
                <a:lnTo>
                  <a:pt x="60706" y="148336"/>
                </a:lnTo>
                <a:lnTo>
                  <a:pt x="53086" y="187071"/>
                </a:lnTo>
                <a:lnTo>
                  <a:pt x="27432" y="228600"/>
                </a:lnTo>
                <a:lnTo>
                  <a:pt x="508" y="243967"/>
                </a:lnTo>
                <a:lnTo>
                  <a:pt x="3683" y="254254"/>
                </a:lnTo>
                <a:lnTo>
                  <a:pt x="38354" y="237998"/>
                </a:lnTo>
                <a:lnTo>
                  <a:pt x="63881" y="209931"/>
                </a:lnTo>
                <a:lnTo>
                  <a:pt x="79629" y="172212"/>
                </a:lnTo>
                <a:lnTo>
                  <a:pt x="84836" y="127254"/>
                </a:lnTo>
                <a:lnTo>
                  <a:pt x="83565" y="104012"/>
                </a:lnTo>
                <a:lnTo>
                  <a:pt x="73152" y="62611"/>
                </a:lnTo>
                <a:lnTo>
                  <a:pt x="52196" y="28956"/>
                </a:lnTo>
                <a:lnTo>
                  <a:pt x="22098" y="6731"/>
                </a:lnTo>
                <a:lnTo>
                  <a:pt x="36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92708" y="1650492"/>
            <a:ext cx="85090" cy="254635"/>
          </a:xfrm>
          <a:custGeom>
            <a:avLst/>
            <a:gdLst/>
            <a:ahLst/>
            <a:cxnLst/>
            <a:rect l="l" t="t" r="r" b="b"/>
            <a:pathLst>
              <a:path w="85090" h="254635">
                <a:moveTo>
                  <a:pt x="81216" y="0"/>
                </a:moveTo>
                <a:lnTo>
                  <a:pt x="46570" y="16383"/>
                </a:lnTo>
                <a:lnTo>
                  <a:pt x="20993" y="44577"/>
                </a:lnTo>
                <a:lnTo>
                  <a:pt x="5257" y="82423"/>
                </a:lnTo>
                <a:lnTo>
                  <a:pt x="0" y="127254"/>
                </a:lnTo>
                <a:lnTo>
                  <a:pt x="1308" y="150622"/>
                </a:lnTo>
                <a:lnTo>
                  <a:pt x="11772" y="191897"/>
                </a:lnTo>
                <a:lnTo>
                  <a:pt x="32550" y="225425"/>
                </a:lnTo>
                <a:lnTo>
                  <a:pt x="62699" y="247650"/>
                </a:lnTo>
                <a:lnTo>
                  <a:pt x="81216" y="254254"/>
                </a:lnTo>
                <a:lnTo>
                  <a:pt x="84416" y="243967"/>
                </a:lnTo>
                <a:lnTo>
                  <a:pt x="69888" y="237617"/>
                </a:lnTo>
                <a:lnTo>
                  <a:pt x="57365" y="228600"/>
                </a:lnTo>
                <a:lnTo>
                  <a:pt x="31711" y="187071"/>
                </a:lnTo>
                <a:lnTo>
                  <a:pt x="24168" y="148336"/>
                </a:lnTo>
                <a:lnTo>
                  <a:pt x="23215" y="125984"/>
                </a:lnTo>
                <a:lnTo>
                  <a:pt x="24168" y="104267"/>
                </a:lnTo>
                <a:lnTo>
                  <a:pt x="31711" y="66548"/>
                </a:lnTo>
                <a:lnTo>
                  <a:pt x="57492" y="25654"/>
                </a:lnTo>
                <a:lnTo>
                  <a:pt x="84759" y="10413"/>
                </a:lnTo>
                <a:lnTo>
                  <a:pt x="812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98347" y="1561338"/>
            <a:ext cx="44323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Cambria Math"/>
                <a:cs typeface="Cambria Math"/>
              </a:rPr>
              <a:t>𝑓</a:t>
            </a:r>
            <a:r>
              <a:rPr sz="2150" spc="475" dirty="0">
                <a:latin typeface="Cambria Math"/>
                <a:cs typeface="Cambria Math"/>
              </a:rPr>
              <a:t> </a:t>
            </a:r>
            <a:r>
              <a:rPr sz="2150" spc="-50" dirty="0">
                <a:latin typeface="Cambria Math"/>
                <a:cs typeface="Cambria Math"/>
              </a:rPr>
              <a:t>𝑥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8988" y="1769311"/>
            <a:ext cx="1049020" cy="18415"/>
          </a:xfrm>
          <a:custGeom>
            <a:avLst/>
            <a:gdLst/>
            <a:ahLst/>
            <a:cxnLst/>
            <a:rect l="l" t="t" r="r" b="b"/>
            <a:pathLst>
              <a:path w="1049020" h="18414">
                <a:moveTo>
                  <a:pt x="1048512" y="0"/>
                </a:moveTo>
                <a:lnTo>
                  <a:pt x="0" y="0"/>
                </a:lnTo>
                <a:lnTo>
                  <a:pt x="0" y="17832"/>
                </a:lnTo>
                <a:lnTo>
                  <a:pt x="1048512" y="17832"/>
                </a:lnTo>
                <a:lnTo>
                  <a:pt x="10485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90217" y="1242187"/>
            <a:ext cx="137160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225" baseline="-43927" dirty="0">
                <a:latin typeface="Cambria Math"/>
                <a:cs typeface="Cambria Math"/>
              </a:rPr>
              <a:t>=</a:t>
            </a:r>
            <a:r>
              <a:rPr sz="3225" spc="165" baseline="-43927" dirty="0">
                <a:latin typeface="Cambria Math"/>
                <a:cs typeface="Cambria Math"/>
              </a:rPr>
              <a:t> </a:t>
            </a:r>
            <a:r>
              <a:rPr sz="3225" spc="89" baseline="-16795" dirty="0">
                <a:latin typeface="Cambria Math"/>
                <a:cs typeface="Cambria Math"/>
              </a:rPr>
              <a:t>𝑒</a:t>
            </a:r>
            <a:r>
              <a:rPr sz="1550" spc="60" dirty="0">
                <a:latin typeface="Cambria Math"/>
                <a:cs typeface="Cambria Math"/>
              </a:rPr>
              <a:t>𝑥</a:t>
            </a:r>
            <a:r>
              <a:rPr sz="1550" spc="385" dirty="0">
                <a:latin typeface="Cambria Math"/>
                <a:cs typeface="Cambria Math"/>
              </a:rPr>
              <a:t> </a:t>
            </a:r>
            <a:r>
              <a:rPr sz="3225" baseline="-16795" dirty="0">
                <a:latin typeface="Cambria Math"/>
                <a:cs typeface="Cambria Math"/>
              </a:rPr>
              <a:t>−</a:t>
            </a:r>
            <a:r>
              <a:rPr sz="3225" spc="22" baseline="-16795" dirty="0">
                <a:latin typeface="Cambria Math"/>
                <a:cs typeface="Cambria Math"/>
              </a:rPr>
              <a:t> </a:t>
            </a:r>
            <a:r>
              <a:rPr sz="3225" spc="-37" baseline="-16795" dirty="0">
                <a:latin typeface="Cambria Math"/>
                <a:cs typeface="Cambria Math"/>
              </a:rPr>
              <a:t>𝑒</a:t>
            </a:r>
            <a:r>
              <a:rPr sz="1550" spc="-25" dirty="0">
                <a:latin typeface="Cambria Math"/>
                <a:cs typeface="Cambria Math"/>
              </a:rPr>
              <a:t>−𝑥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2157" y="1670126"/>
            <a:ext cx="108394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225" baseline="-12919" dirty="0">
                <a:latin typeface="Cambria Math"/>
                <a:cs typeface="Cambria Math"/>
              </a:rPr>
              <a:t>𝑒</a:t>
            </a:r>
            <a:r>
              <a:rPr sz="1550" dirty="0">
                <a:latin typeface="Cambria Math"/>
                <a:cs typeface="Cambria Math"/>
              </a:rPr>
              <a:t>𝑥</a:t>
            </a:r>
            <a:r>
              <a:rPr sz="1550" spc="420" dirty="0">
                <a:latin typeface="Cambria Math"/>
                <a:cs typeface="Cambria Math"/>
              </a:rPr>
              <a:t> </a:t>
            </a:r>
            <a:r>
              <a:rPr sz="3225" baseline="-12919" dirty="0">
                <a:latin typeface="Cambria Math"/>
                <a:cs typeface="Cambria Math"/>
              </a:rPr>
              <a:t>+</a:t>
            </a:r>
            <a:r>
              <a:rPr sz="3225" spc="44" baseline="-12919" dirty="0">
                <a:latin typeface="Cambria Math"/>
                <a:cs typeface="Cambria Math"/>
              </a:rPr>
              <a:t> </a:t>
            </a:r>
            <a:r>
              <a:rPr sz="3225" spc="-37" baseline="-12919" dirty="0">
                <a:latin typeface="Cambria Math"/>
                <a:cs typeface="Cambria Math"/>
              </a:rPr>
              <a:t>𝑒</a:t>
            </a:r>
            <a:r>
              <a:rPr sz="1550" spc="-25" dirty="0">
                <a:latin typeface="Cambria Math"/>
                <a:cs typeface="Cambria Math"/>
              </a:rPr>
              <a:t>−𝑥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1352" y="2808679"/>
            <a:ext cx="701040" cy="18415"/>
          </a:xfrm>
          <a:custGeom>
            <a:avLst/>
            <a:gdLst/>
            <a:ahLst/>
            <a:cxnLst/>
            <a:rect l="l" t="t" r="r" b="b"/>
            <a:pathLst>
              <a:path w="701040" h="18414">
                <a:moveTo>
                  <a:pt x="700722" y="0"/>
                </a:moveTo>
                <a:lnTo>
                  <a:pt x="0" y="0"/>
                </a:lnTo>
                <a:lnTo>
                  <a:pt x="0" y="17832"/>
                </a:lnTo>
                <a:lnTo>
                  <a:pt x="700722" y="17832"/>
                </a:lnTo>
                <a:lnTo>
                  <a:pt x="7007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93114" y="2785363"/>
            <a:ext cx="3270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25" dirty="0">
                <a:latin typeface="Cambria Math"/>
                <a:cs typeface="Cambria Math"/>
              </a:rPr>
              <a:t>𝑑𝑥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9871" y="2331465"/>
            <a:ext cx="70358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10" dirty="0">
                <a:latin typeface="Cambria Math"/>
                <a:cs typeface="Cambria Math"/>
              </a:rPr>
              <a:t>𝑑𝑓(𝑥)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51761" y="2598165"/>
            <a:ext cx="146304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8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1</a:t>
            </a:r>
            <a:r>
              <a:rPr sz="2150" spc="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− </a:t>
            </a:r>
            <a:r>
              <a:rPr sz="2150" spc="-20" dirty="0">
                <a:latin typeface="Cambria Math"/>
                <a:cs typeface="Cambria Math"/>
              </a:rPr>
              <a:t>𝑓(𝑥)</a:t>
            </a:r>
            <a:r>
              <a:rPr sz="2325" spc="-30" baseline="25089" dirty="0">
                <a:latin typeface="Cambria Math"/>
                <a:cs typeface="Cambria Math"/>
              </a:rPr>
              <a:t>2</a:t>
            </a:r>
            <a:endParaRPr sz="2325" baseline="25089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3366" y="3854322"/>
            <a:ext cx="4310380" cy="1507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292929"/>
                </a:solidFill>
                <a:latin typeface="Calibri"/>
                <a:cs typeface="Calibri"/>
              </a:rPr>
              <a:t>Observations:</a:t>
            </a:r>
            <a:endParaRPr sz="1600">
              <a:latin typeface="Calibri"/>
              <a:cs typeface="Calibri"/>
            </a:endParaRPr>
          </a:p>
          <a:p>
            <a:pPr marL="271145" indent="-2571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71145" algn="l"/>
              </a:tabLst>
            </a:pP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Output:</a:t>
            </a:r>
            <a:r>
              <a:rPr sz="16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-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1 to</a:t>
            </a:r>
            <a:r>
              <a:rPr sz="16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292929"/>
                </a:solidFill>
                <a:latin typeface="Calibri"/>
                <a:cs typeface="Calibri"/>
              </a:rPr>
              <a:t>+1</a:t>
            </a:r>
            <a:endParaRPr sz="1600">
              <a:latin typeface="Calibri"/>
              <a:cs typeface="Calibri"/>
            </a:endParaRPr>
          </a:p>
          <a:p>
            <a:pPr marL="271145" indent="-2571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71145" algn="l"/>
              </a:tabLst>
            </a:pP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Outputs</a:t>
            </a:r>
            <a:r>
              <a:rPr sz="16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6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45" dirty="0">
                <a:solidFill>
                  <a:srgbClr val="292929"/>
                </a:solidFill>
                <a:latin typeface="Calibri"/>
                <a:cs typeface="Calibri"/>
              </a:rPr>
              <a:t>zero-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centered</a:t>
            </a:r>
            <a:endParaRPr sz="1600">
              <a:latin typeface="Calibri"/>
              <a:cs typeface="Calibri"/>
            </a:endParaRPr>
          </a:p>
          <a:p>
            <a:pPr marL="271145" indent="-25717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71145" algn="l"/>
              </a:tabLst>
            </a:pP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6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Calibri"/>
                <a:cs typeface="Calibri"/>
              </a:rPr>
              <a:t>Saturate</a:t>
            </a:r>
            <a:r>
              <a:rPr sz="16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6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kill</a:t>
            </a:r>
            <a:r>
              <a:rPr sz="16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(vanish)</a:t>
            </a:r>
            <a:r>
              <a:rPr sz="16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gradients</a:t>
            </a:r>
            <a:endParaRPr sz="1600">
              <a:latin typeface="Calibri"/>
              <a:cs typeface="Calibri"/>
            </a:endParaRPr>
          </a:p>
          <a:p>
            <a:pPr marL="271780" marR="5080" indent="-259079">
              <a:lnSpc>
                <a:spcPct val="101299"/>
              </a:lnSpc>
              <a:buFont typeface="Arial MT"/>
              <a:buChar char="•"/>
              <a:tabLst>
                <a:tab pos="271780" algn="l"/>
              </a:tabLst>
            </a:pP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Gradient</a:t>
            </a:r>
            <a:r>
              <a:rPr sz="16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6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more</a:t>
            </a:r>
            <a:r>
              <a:rPr sz="16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steeped</a:t>
            </a:r>
            <a:r>
              <a:rPr sz="16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than</a:t>
            </a:r>
            <a:r>
              <a:rPr sz="16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Sigmoid,</a:t>
            </a:r>
            <a:r>
              <a:rPr sz="16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resulting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6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faster</a:t>
            </a:r>
            <a:r>
              <a:rPr sz="16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convergence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1808" y="1778507"/>
            <a:ext cx="4311395" cy="23393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7222" y="539241"/>
            <a:ext cx="51365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rgbClr val="292929"/>
                </a:solidFill>
                <a:latin typeface="Calibri"/>
                <a:cs typeface="Calibri"/>
              </a:rPr>
              <a:t>Rectified</a:t>
            </a:r>
            <a:r>
              <a:rPr b="1" spc="-1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92929"/>
                </a:solidFill>
                <a:latin typeface="Calibri"/>
                <a:cs typeface="Calibri"/>
              </a:rPr>
              <a:t>Linear</a:t>
            </a:r>
            <a:r>
              <a:rPr b="1" spc="-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292929"/>
                </a:solidFill>
                <a:latin typeface="Calibri"/>
                <a:cs typeface="Calibri"/>
              </a:rPr>
              <a:t>Unit(ReLU)</a:t>
            </a:r>
          </a:p>
        </p:txBody>
      </p:sp>
      <p:sp>
        <p:nvSpPr>
          <p:cNvPr id="3" name="object 3"/>
          <p:cNvSpPr/>
          <p:nvPr/>
        </p:nvSpPr>
        <p:spPr>
          <a:xfrm>
            <a:off x="1343025" y="1459991"/>
            <a:ext cx="85090" cy="254635"/>
          </a:xfrm>
          <a:custGeom>
            <a:avLst/>
            <a:gdLst/>
            <a:ahLst/>
            <a:cxnLst/>
            <a:rect l="l" t="t" r="r" b="b"/>
            <a:pathLst>
              <a:path w="85090" h="254635">
                <a:moveTo>
                  <a:pt x="3683" y="0"/>
                </a:moveTo>
                <a:lnTo>
                  <a:pt x="0" y="10413"/>
                </a:lnTo>
                <a:lnTo>
                  <a:pt x="14731" y="16763"/>
                </a:lnTo>
                <a:lnTo>
                  <a:pt x="27431" y="25654"/>
                </a:lnTo>
                <a:lnTo>
                  <a:pt x="53212" y="66548"/>
                </a:lnTo>
                <a:lnTo>
                  <a:pt x="60706" y="104267"/>
                </a:lnTo>
                <a:lnTo>
                  <a:pt x="61594" y="125984"/>
                </a:lnTo>
                <a:lnTo>
                  <a:pt x="60706" y="148336"/>
                </a:lnTo>
                <a:lnTo>
                  <a:pt x="53086" y="187071"/>
                </a:lnTo>
                <a:lnTo>
                  <a:pt x="27431" y="228600"/>
                </a:lnTo>
                <a:lnTo>
                  <a:pt x="508" y="243967"/>
                </a:lnTo>
                <a:lnTo>
                  <a:pt x="3683" y="254254"/>
                </a:lnTo>
                <a:lnTo>
                  <a:pt x="38353" y="237998"/>
                </a:lnTo>
                <a:lnTo>
                  <a:pt x="63881" y="209931"/>
                </a:lnTo>
                <a:lnTo>
                  <a:pt x="79628" y="172212"/>
                </a:lnTo>
                <a:lnTo>
                  <a:pt x="84836" y="127254"/>
                </a:lnTo>
                <a:lnTo>
                  <a:pt x="83565" y="104012"/>
                </a:lnTo>
                <a:lnTo>
                  <a:pt x="73152" y="62611"/>
                </a:lnTo>
                <a:lnTo>
                  <a:pt x="52196" y="28956"/>
                </a:lnTo>
                <a:lnTo>
                  <a:pt x="22097" y="6731"/>
                </a:lnTo>
                <a:lnTo>
                  <a:pt x="36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94232" y="1459991"/>
            <a:ext cx="85090" cy="254635"/>
          </a:xfrm>
          <a:custGeom>
            <a:avLst/>
            <a:gdLst/>
            <a:ahLst/>
            <a:cxnLst/>
            <a:rect l="l" t="t" r="r" b="b"/>
            <a:pathLst>
              <a:path w="85090" h="254635">
                <a:moveTo>
                  <a:pt x="81216" y="0"/>
                </a:moveTo>
                <a:lnTo>
                  <a:pt x="46570" y="16383"/>
                </a:lnTo>
                <a:lnTo>
                  <a:pt x="20993" y="44577"/>
                </a:lnTo>
                <a:lnTo>
                  <a:pt x="5257" y="82423"/>
                </a:lnTo>
                <a:lnTo>
                  <a:pt x="0" y="127254"/>
                </a:lnTo>
                <a:lnTo>
                  <a:pt x="1308" y="150622"/>
                </a:lnTo>
                <a:lnTo>
                  <a:pt x="11772" y="191897"/>
                </a:lnTo>
                <a:lnTo>
                  <a:pt x="32550" y="225425"/>
                </a:lnTo>
                <a:lnTo>
                  <a:pt x="62699" y="247650"/>
                </a:lnTo>
                <a:lnTo>
                  <a:pt x="81216" y="254254"/>
                </a:lnTo>
                <a:lnTo>
                  <a:pt x="84416" y="243967"/>
                </a:lnTo>
                <a:lnTo>
                  <a:pt x="69888" y="237617"/>
                </a:lnTo>
                <a:lnTo>
                  <a:pt x="57365" y="228600"/>
                </a:lnTo>
                <a:lnTo>
                  <a:pt x="31711" y="187071"/>
                </a:lnTo>
                <a:lnTo>
                  <a:pt x="24168" y="148336"/>
                </a:lnTo>
                <a:lnTo>
                  <a:pt x="23215" y="125984"/>
                </a:lnTo>
                <a:lnTo>
                  <a:pt x="24168" y="104267"/>
                </a:lnTo>
                <a:lnTo>
                  <a:pt x="31711" y="66548"/>
                </a:lnTo>
                <a:lnTo>
                  <a:pt x="57492" y="25654"/>
                </a:lnTo>
                <a:lnTo>
                  <a:pt x="84759" y="10413"/>
                </a:lnTo>
                <a:lnTo>
                  <a:pt x="812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99871" y="1370533"/>
            <a:ext cx="44323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Cambria Math"/>
                <a:cs typeface="Cambria Math"/>
              </a:rPr>
              <a:t>𝑓</a:t>
            </a:r>
            <a:r>
              <a:rPr sz="2150" spc="475" dirty="0">
                <a:latin typeface="Cambria Math"/>
                <a:cs typeface="Cambria Math"/>
              </a:rPr>
              <a:t> </a:t>
            </a:r>
            <a:r>
              <a:rPr sz="2150" spc="-50" dirty="0">
                <a:latin typeface="Cambria Math"/>
                <a:cs typeface="Cambria Math"/>
              </a:rPr>
              <a:t>𝑥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5617" y="1370533"/>
            <a:ext cx="141859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114" dirty="0">
                <a:latin typeface="Cambria Math"/>
                <a:cs typeface="Cambria Math"/>
              </a:rPr>
              <a:t> </a:t>
            </a:r>
            <a:r>
              <a:rPr sz="2150" spc="-10" dirty="0">
                <a:latin typeface="Cambria Math"/>
                <a:cs typeface="Cambria Math"/>
              </a:rPr>
              <a:t>max(0,</a:t>
            </a:r>
            <a:r>
              <a:rPr sz="2150" spc="-125" dirty="0">
                <a:latin typeface="Cambria Math"/>
                <a:cs typeface="Cambria Math"/>
              </a:rPr>
              <a:t> </a:t>
            </a:r>
            <a:r>
              <a:rPr sz="2150" spc="-25" dirty="0">
                <a:latin typeface="Cambria Math"/>
                <a:cs typeface="Cambria Math"/>
              </a:rPr>
              <a:t>𝑥)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06780" y="2808679"/>
            <a:ext cx="701040" cy="18415"/>
          </a:xfrm>
          <a:custGeom>
            <a:avLst/>
            <a:gdLst/>
            <a:ahLst/>
            <a:cxnLst/>
            <a:rect l="l" t="t" r="r" b="b"/>
            <a:pathLst>
              <a:path w="701040" h="18414">
                <a:moveTo>
                  <a:pt x="700722" y="0"/>
                </a:moveTo>
                <a:lnTo>
                  <a:pt x="0" y="0"/>
                </a:lnTo>
                <a:lnTo>
                  <a:pt x="0" y="17832"/>
                </a:lnTo>
                <a:lnTo>
                  <a:pt x="700722" y="17832"/>
                </a:lnTo>
                <a:lnTo>
                  <a:pt x="7007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95603" y="2393950"/>
            <a:ext cx="70358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10" dirty="0">
                <a:latin typeface="Cambria Math"/>
                <a:cs typeface="Cambria Math"/>
              </a:rPr>
              <a:t>𝑑𝑓(𝑥)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152" y="2785363"/>
            <a:ext cx="3270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25" dirty="0">
                <a:latin typeface="Cambria Math"/>
                <a:cs typeface="Cambria Math"/>
              </a:rPr>
              <a:t>𝑑𝑥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1954" y="2600655"/>
            <a:ext cx="45529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95" dirty="0">
                <a:latin typeface="Cambria Math"/>
                <a:cs typeface="Cambria Math"/>
              </a:rPr>
              <a:t> </a:t>
            </a:r>
            <a:r>
              <a:rPr sz="2150" spc="-50" dirty="0">
                <a:latin typeface="Cambria Math"/>
                <a:cs typeface="Cambria Math"/>
              </a:rPr>
              <a:t>1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3366" y="3854322"/>
            <a:ext cx="4352925" cy="1507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292929"/>
                </a:solidFill>
                <a:latin typeface="Calibri"/>
                <a:cs typeface="Calibri"/>
              </a:rPr>
              <a:t>Observations:</a:t>
            </a:r>
            <a:endParaRPr sz="1600">
              <a:latin typeface="Calibri"/>
              <a:cs typeface="Calibri"/>
            </a:endParaRPr>
          </a:p>
          <a:p>
            <a:pPr marL="271145" indent="-2584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71145" algn="l"/>
              </a:tabLst>
            </a:pP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Greatly</a:t>
            </a:r>
            <a:r>
              <a:rPr sz="16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increase</a:t>
            </a:r>
            <a:r>
              <a:rPr sz="16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training</a:t>
            </a:r>
            <a:r>
              <a:rPr sz="16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speed</a:t>
            </a:r>
            <a:r>
              <a:rPr sz="16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compared</a:t>
            </a:r>
            <a:r>
              <a:rPr sz="16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6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Calibri"/>
                <a:cs typeface="Calibri"/>
              </a:rPr>
              <a:t>tanh</a:t>
            </a:r>
            <a:endParaRPr sz="1600">
              <a:latin typeface="Calibri"/>
              <a:cs typeface="Calibri"/>
            </a:endParaRPr>
          </a:p>
          <a:p>
            <a:pPr marL="271780">
              <a:lnSpc>
                <a:spcPct val="100000"/>
              </a:lnSpc>
              <a:spcBef>
                <a:spcPts val="25"/>
              </a:spcBef>
            </a:pP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 sigmoid</a:t>
            </a:r>
            <a:endParaRPr sz="1600">
              <a:latin typeface="Calibri"/>
              <a:cs typeface="Calibri"/>
            </a:endParaRPr>
          </a:p>
          <a:p>
            <a:pPr marL="271145" indent="-25717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71145" algn="l"/>
              </a:tabLst>
            </a:pP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Reduces</a:t>
            </a:r>
            <a:r>
              <a:rPr sz="16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likelihood</a:t>
            </a:r>
            <a:r>
              <a:rPr sz="16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6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killing(vanishing)</a:t>
            </a:r>
            <a:r>
              <a:rPr sz="16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gradient</a:t>
            </a:r>
            <a:endParaRPr sz="1600">
              <a:latin typeface="Calibri"/>
              <a:cs typeface="Calibri"/>
            </a:endParaRPr>
          </a:p>
          <a:p>
            <a:pPr marL="271145" indent="-2571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71145" algn="l"/>
              </a:tabLst>
            </a:pP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It</a:t>
            </a:r>
            <a:r>
              <a:rPr sz="16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6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blow</a:t>
            </a:r>
            <a:r>
              <a:rPr sz="16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up</a:t>
            </a:r>
            <a:r>
              <a:rPr sz="16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activation</a:t>
            </a:r>
            <a:endParaRPr sz="1600">
              <a:latin typeface="Calibri"/>
              <a:cs typeface="Calibri"/>
            </a:endParaRPr>
          </a:p>
          <a:p>
            <a:pPr marL="271145" indent="-2571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71145" algn="l"/>
              </a:tabLst>
            </a:pPr>
            <a:r>
              <a:rPr sz="1600" dirty="0">
                <a:solidFill>
                  <a:srgbClr val="292929"/>
                </a:solidFill>
                <a:latin typeface="Calibri"/>
                <a:cs typeface="Calibri"/>
              </a:rPr>
              <a:t>Dead</a:t>
            </a:r>
            <a:r>
              <a:rPr sz="1600" spc="-10" dirty="0">
                <a:solidFill>
                  <a:srgbClr val="292929"/>
                </a:solidFill>
                <a:latin typeface="Calibri"/>
                <a:cs typeface="Calibri"/>
              </a:rPr>
              <a:t> nodes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4535" y="1351788"/>
            <a:ext cx="2958083" cy="157124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295" rIns="0" bIns="0" rtlCol="0">
            <a:spAutoFit/>
          </a:bodyPr>
          <a:lstStyle/>
          <a:p>
            <a:pPr marL="380365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rebuchet MS"/>
                <a:cs typeface="Trebuchet MS"/>
              </a:rPr>
              <a:t>PLATFORM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4819" y="1970532"/>
            <a:ext cx="10014585" cy="1183005"/>
            <a:chOff x="464819" y="1970532"/>
            <a:chExt cx="10014585" cy="1183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19" y="1970532"/>
              <a:ext cx="10014204" cy="11826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98347" y="1981200"/>
              <a:ext cx="9947275" cy="1115695"/>
            </a:xfrm>
            <a:custGeom>
              <a:avLst/>
              <a:gdLst/>
              <a:ahLst/>
              <a:cxnLst/>
              <a:rect l="l" t="t" r="r" b="b"/>
              <a:pathLst>
                <a:path w="9947275" h="1115695">
                  <a:moveTo>
                    <a:pt x="9835515" y="0"/>
                  </a:moveTo>
                  <a:lnTo>
                    <a:pt x="111556" y="0"/>
                  </a:lnTo>
                  <a:lnTo>
                    <a:pt x="68135" y="8762"/>
                  </a:lnTo>
                  <a:lnTo>
                    <a:pt x="32677" y="32638"/>
                  </a:lnTo>
                  <a:lnTo>
                    <a:pt x="8762" y="68072"/>
                  </a:lnTo>
                  <a:lnTo>
                    <a:pt x="0" y="111505"/>
                  </a:lnTo>
                  <a:lnTo>
                    <a:pt x="0" y="1003935"/>
                  </a:lnTo>
                  <a:lnTo>
                    <a:pt x="8762" y="1047369"/>
                  </a:lnTo>
                  <a:lnTo>
                    <a:pt x="32677" y="1082802"/>
                  </a:lnTo>
                  <a:lnTo>
                    <a:pt x="68135" y="1106677"/>
                  </a:lnTo>
                  <a:lnTo>
                    <a:pt x="111556" y="1115441"/>
                  </a:lnTo>
                  <a:lnTo>
                    <a:pt x="9835515" y="1115441"/>
                  </a:lnTo>
                  <a:lnTo>
                    <a:pt x="9878949" y="1106677"/>
                  </a:lnTo>
                  <a:lnTo>
                    <a:pt x="9914382" y="1082802"/>
                  </a:lnTo>
                  <a:lnTo>
                    <a:pt x="9938258" y="1047369"/>
                  </a:lnTo>
                  <a:lnTo>
                    <a:pt x="9947021" y="1003935"/>
                  </a:lnTo>
                  <a:lnTo>
                    <a:pt x="9947021" y="111505"/>
                  </a:lnTo>
                  <a:lnTo>
                    <a:pt x="9938258" y="68072"/>
                  </a:lnTo>
                  <a:lnTo>
                    <a:pt x="9914382" y="32638"/>
                  </a:lnTo>
                  <a:lnTo>
                    <a:pt x="9878949" y="8762"/>
                  </a:lnTo>
                  <a:lnTo>
                    <a:pt x="9835515" y="0"/>
                  </a:lnTo>
                  <a:close/>
                </a:path>
              </a:pathLst>
            </a:custGeom>
            <a:solidFill>
              <a:srgbClr val="C9D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479" y="2212848"/>
              <a:ext cx="699515" cy="6979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5151" y="2232660"/>
              <a:ext cx="614172" cy="61264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892045" y="2315336"/>
            <a:ext cx="58413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00553A"/>
                </a:solidFill>
                <a:latin typeface="Trebuchet MS"/>
                <a:cs typeface="Trebuchet MS"/>
              </a:rPr>
              <a:t>GPU</a:t>
            </a:r>
            <a:r>
              <a:rPr sz="2500" spc="-85" dirty="0">
                <a:solidFill>
                  <a:srgbClr val="00553A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553A"/>
                </a:solidFill>
                <a:latin typeface="Trebuchet MS"/>
                <a:cs typeface="Trebuchet MS"/>
              </a:rPr>
              <a:t>powered</a:t>
            </a:r>
            <a:r>
              <a:rPr sz="2500" spc="-60" dirty="0">
                <a:solidFill>
                  <a:srgbClr val="00553A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553A"/>
                </a:solidFill>
                <a:latin typeface="Trebuchet MS"/>
                <a:cs typeface="Trebuchet MS"/>
              </a:rPr>
              <a:t>cloud</a:t>
            </a:r>
            <a:r>
              <a:rPr sz="2500" spc="-65" dirty="0">
                <a:solidFill>
                  <a:srgbClr val="00553A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553A"/>
                </a:solidFill>
                <a:latin typeface="Trebuchet MS"/>
                <a:cs typeface="Trebuchet MS"/>
              </a:rPr>
              <a:t>server</a:t>
            </a:r>
            <a:r>
              <a:rPr sz="2500" spc="-85" dirty="0">
                <a:solidFill>
                  <a:srgbClr val="00553A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553A"/>
                </a:solidFill>
                <a:latin typeface="Trebuchet MS"/>
                <a:cs typeface="Trebuchet MS"/>
              </a:rPr>
              <a:t>–Google</a:t>
            </a:r>
            <a:r>
              <a:rPr sz="2500" spc="-110" dirty="0">
                <a:solidFill>
                  <a:srgbClr val="00553A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53A"/>
                </a:solidFill>
                <a:latin typeface="Trebuchet MS"/>
                <a:cs typeface="Trebuchet MS"/>
              </a:rPr>
              <a:t>Colab</a:t>
            </a:r>
            <a:endParaRPr sz="25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4819" y="3364991"/>
            <a:ext cx="10014585" cy="1183005"/>
            <a:chOff x="464819" y="3364991"/>
            <a:chExt cx="10014585" cy="118300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19" y="3364991"/>
              <a:ext cx="10014204" cy="11826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8347" y="3375659"/>
              <a:ext cx="9947275" cy="1115695"/>
            </a:xfrm>
            <a:custGeom>
              <a:avLst/>
              <a:gdLst/>
              <a:ahLst/>
              <a:cxnLst/>
              <a:rect l="l" t="t" r="r" b="b"/>
              <a:pathLst>
                <a:path w="9947275" h="1115695">
                  <a:moveTo>
                    <a:pt x="9835515" y="0"/>
                  </a:moveTo>
                  <a:lnTo>
                    <a:pt x="111556" y="0"/>
                  </a:lnTo>
                  <a:lnTo>
                    <a:pt x="68135" y="8762"/>
                  </a:lnTo>
                  <a:lnTo>
                    <a:pt x="32677" y="32638"/>
                  </a:lnTo>
                  <a:lnTo>
                    <a:pt x="8762" y="68071"/>
                  </a:lnTo>
                  <a:lnTo>
                    <a:pt x="0" y="111506"/>
                  </a:lnTo>
                  <a:lnTo>
                    <a:pt x="0" y="1003934"/>
                  </a:lnTo>
                  <a:lnTo>
                    <a:pt x="8762" y="1047369"/>
                  </a:lnTo>
                  <a:lnTo>
                    <a:pt x="32677" y="1082802"/>
                  </a:lnTo>
                  <a:lnTo>
                    <a:pt x="68135" y="1106677"/>
                  </a:lnTo>
                  <a:lnTo>
                    <a:pt x="111556" y="1115440"/>
                  </a:lnTo>
                  <a:lnTo>
                    <a:pt x="9835515" y="1115440"/>
                  </a:lnTo>
                  <a:lnTo>
                    <a:pt x="9878949" y="1106677"/>
                  </a:lnTo>
                  <a:lnTo>
                    <a:pt x="9914382" y="1082802"/>
                  </a:lnTo>
                  <a:lnTo>
                    <a:pt x="9938258" y="1047369"/>
                  </a:lnTo>
                  <a:lnTo>
                    <a:pt x="9947021" y="1003934"/>
                  </a:lnTo>
                  <a:lnTo>
                    <a:pt x="9947021" y="111506"/>
                  </a:lnTo>
                  <a:lnTo>
                    <a:pt x="9938258" y="68071"/>
                  </a:lnTo>
                  <a:lnTo>
                    <a:pt x="9914382" y="32638"/>
                  </a:lnTo>
                  <a:lnTo>
                    <a:pt x="9878949" y="8762"/>
                  </a:lnTo>
                  <a:lnTo>
                    <a:pt x="9835515" y="0"/>
                  </a:lnTo>
                  <a:close/>
                </a:path>
              </a:pathLst>
            </a:custGeom>
            <a:solidFill>
              <a:srgbClr val="C9D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479" y="3607307"/>
              <a:ext cx="699515" cy="6979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5151" y="3627119"/>
              <a:ext cx="614172" cy="61264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892045" y="3709492"/>
            <a:ext cx="460565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00553A"/>
                </a:solidFill>
                <a:latin typeface="Trebuchet MS"/>
                <a:cs typeface="Trebuchet MS"/>
              </a:rPr>
              <a:t>Jupyter</a:t>
            </a:r>
            <a:r>
              <a:rPr sz="2500" spc="-120" dirty="0">
                <a:solidFill>
                  <a:srgbClr val="00553A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553A"/>
                </a:solidFill>
                <a:latin typeface="Trebuchet MS"/>
                <a:cs typeface="Trebuchet MS"/>
              </a:rPr>
              <a:t>Notebook</a:t>
            </a:r>
            <a:r>
              <a:rPr sz="2500" spc="-70" dirty="0">
                <a:solidFill>
                  <a:srgbClr val="00553A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553A"/>
                </a:solidFill>
                <a:latin typeface="Trebuchet MS"/>
                <a:cs typeface="Trebuchet MS"/>
              </a:rPr>
              <a:t>–Google</a:t>
            </a:r>
            <a:r>
              <a:rPr sz="2500" spc="-65" dirty="0">
                <a:solidFill>
                  <a:srgbClr val="00553A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00553A"/>
                </a:solidFill>
                <a:latin typeface="Trebuchet MS"/>
                <a:cs typeface="Trebuchet MS"/>
              </a:rPr>
              <a:t>Colab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70091" y="1656793"/>
            <a:ext cx="4128770" cy="3775075"/>
            <a:chOff x="6070091" y="1656793"/>
            <a:chExt cx="4128770" cy="37750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0091" y="1656793"/>
              <a:ext cx="4128516" cy="377474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37147" y="1662684"/>
              <a:ext cx="4039870" cy="3692525"/>
            </a:xfrm>
            <a:custGeom>
              <a:avLst/>
              <a:gdLst/>
              <a:ahLst/>
              <a:cxnLst/>
              <a:rect l="l" t="t" r="r" b="b"/>
              <a:pathLst>
                <a:path w="4039870" h="3692525">
                  <a:moveTo>
                    <a:pt x="4039742" y="0"/>
                  </a:moveTo>
                  <a:lnTo>
                    <a:pt x="0" y="0"/>
                  </a:lnTo>
                  <a:lnTo>
                    <a:pt x="0" y="3692144"/>
                  </a:lnTo>
                  <a:lnTo>
                    <a:pt x="4039742" y="3692144"/>
                  </a:lnTo>
                  <a:lnTo>
                    <a:pt x="4039742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37147" y="1662684"/>
              <a:ext cx="4039870" cy="3692525"/>
            </a:xfrm>
            <a:custGeom>
              <a:avLst/>
              <a:gdLst/>
              <a:ahLst/>
              <a:cxnLst/>
              <a:rect l="l" t="t" r="r" b="b"/>
              <a:pathLst>
                <a:path w="4039870" h="3692525">
                  <a:moveTo>
                    <a:pt x="0" y="3692144"/>
                  </a:moveTo>
                  <a:lnTo>
                    <a:pt x="4039742" y="3692144"/>
                  </a:lnTo>
                  <a:lnTo>
                    <a:pt x="4039742" y="0"/>
                  </a:lnTo>
                  <a:lnTo>
                    <a:pt x="0" y="0"/>
                  </a:lnTo>
                  <a:lnTo>
                    <a:pt x="0" y="3692144"/>
                  </a:lnTo>
                  <a:close/>
                </a:path>
              </a:pathLst>
            </a:custGeom>
            <a:ln w="9144">
              <a:solidFill>
                <a:srgbClr val="9A9A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9171" y="2351532"/>
              <a:ext cx="1659635" cy="12801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3" y="2653284"/>
              <a:ext cx="1780031" cy="6781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2883" y="4006596"/>
              <a:ext cx="2168652" cy="73913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2564" rIns="0" bIns="0" rtlCol="0">
            <a:spAutoFit/>
          </a:bodyPr>
          <a:lstStyle/>
          <a:p>
            <a:pPr marL="38512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SOFTWARE</a:t>
            </a: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9244" y="1688797"/>
            <a:ext cx="5033771" cy="377474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76300" y="1694688"/>
            <a:ext cx="4945380" cy="3693160"/>
          </a:xfrm>
          <a:prstGeom prst="rect">
            <a:avLst/>
          </a:prstGeom>
          <a:solidFill>
            <a:srgbClr val="F5F5F5"/>
          </a:solidFill>
          <a:ln w="9144">
            <a:solidFill>
              <a:srgbClr val="9A9A9A"/>
            </a:solidFill>
          </a:ln>
        </p:spPr>
        <p:txBody>
          <a:bodyPr vert="horz" wrap="square" lIns="0" tIns="283210" rIns="0" bIns="0" rtlCol="0">
            <a:spAutoFit/>
          </a:bodyPr>
          <a:lstStyle/>
          <a:p>
            <a:pPr marL="323215" indent="-231775">
              <a:lnSpc>
                <a:spcPct val="100000"/>
              </a:lnSpc>
              <a:spcBef>
                <a:spcPts val="2230"/>
              </a:spcBef>
              <a:buClr>
                <a:srgbClr val="CDCDCD"/>
              </a:buClr>
              <a:buFont typeface="Arial MT"/>
              <a:buChar char="•"/>
              <a:tabLst>
                <a:tab pos="323215" algn="l"/>
              </a:tabLst>
            </a:pPr>
            <a:r>
              <a:rPr sz="2000" dirty="0">
                <a:latin typeface="Trebuchet MS"/>
                <a:cs typeface="Trebuchet MS"/>
              </a:rPr>
              <a:t>Major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deep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learning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platforms:</a:t>
            </a:r>
            <a:endParaRPr sz="2000">
              <a:latin typeface="Trebuchet MS"/>
              <a:cs typeface="Trebuchet MS"/>
            </a:endParaRPr>
          </a:p>
          <a:p>
            <a:pPr marL="894715" lvl="1" indent="-231775">
              <a:lnSpc>
                <a:spcPct val="100000"/>
              </a:lnSpc>
              <a:spcBef>
                <a:spcPts val="1595"/>
              </a:spcBef>
              <a:buClr>
                <a:srgbClr val="CDCDCD"/>
              </a:buClr>
              <a:buFont typeface="Arial MT"/>
              <a:buChar char="•"/>
              <a:tabLst>
                <a:tab pos="894715" algn="l"/>
              </a:tabLst>
            </a:pPr>
            <a:r>
              <a:rPr sz="2000" spc="-30" dirty="0">
                <a:latin typeface="Trebuchet MS"/>
                <a:cs typeface="Trebuchet MS"/>
              </a:rPr>
              <a:t>TensorFlow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Keras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(Google)</a:t>
            </a:r>
            <a:endParaRPr sz="2000">
              <a:latin typeface="Trebuchet MS"/>
              <a:cs typeface="Trebuchet MS"/>
            </a:endParaRPr>
          </a:p>
          <a:p>
            <a:pPr marL="894715" lvl="1" indent="-231775">
              <a:lnSpc>
                <a:spcPct val="100000"/>
              </a:lnSpc>
              <a:spcBef>
                <a:spcPts val="1595"/>
              </a:spcBef>
              <a:buClr>
                <a:srgbClr val="CDCDCD"/>
              </a:buClr>
              <a:buFont typeface="Arial MT"/>
              <a:buChar char="•"/>
              <a:tabLst>
                <a:tab pos="894715" algn="l"/>
              </a:tabLst>
            </a:pPr>
            <a:r>
              <a:rPr sz="2000" dirty="0">
                <a:latin typeface="Trebuchet MS"/>
                <a:cs typeface="Trebuchet MS"/>
              </a:rPr>
              <a:t>Pytorch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(Facebook)</a:t>
            </a:r>
            <a:endParaRPr sz="2000">
              <a:latin typeface="Trebuchet MS"/>
              <a:cs typeface="Trebuchet MS"/>
            </a:endParaRPr>
          </a:p>
          <a:p>
            <a:pPr marL="894715" lvl="1" indent="-231775">
              <a:lnSpc>
                <a:spcPct val="100000"/>
              </a:lnSpc>
              <a:spcBef>
                <a:spcPts val="1610"/>
              </a:spcBef>
              <a:buClr>
                <a:srgbClr val="CDCDCD"/>
              </a:buClr>
              <a:buFont typeface="Arial MT"/>
              <a:buChar char="•"/>
              <a:tabLst>
                <a:tab pos="894715" algn="l"/>
              </a:tabLst>
            </a:pPr>
            <a:r>
              <a:rPr sz="2000" dirty="0">
                <a:latin typeface="Trebuchet MS"/>
                <a:cs typeface="Trebuchet MS"/>
              </a:rPr>
              <a:t>MXNet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(Apache)</a:t>
            </a:r>
            <a:endParaRPr sz="2000">
              <a:latin typeface="Trebuchet MS"/>
              <a:cs typeface="Trebuchet MS"/>
            </a:endParaRPr>
          </a:p>
          <a:p>
            <a:pPr marL="323215" indent="-231775">
              <a:lnSpc>
                <a:spcPct val="100000"/>
              </a:lnSpc>
              <a:spcBef>
                <a:spcPts val="1600"/>
              </a:spcBef>
              <a:buClr>
                <a:srgbClr val="CDCDCD"/>
              </a:buClr>
              <a:buFont typeface="Arial MT"/>
              <a:buChar char="•"/>
              <a:tabLst>
                <a:tab pos="323215" algn="l"/>
              </a:tabLst>
            </a:pPr>
            <a:r>
              <a:rPr sz="2000" spc="-10" dirty="0">
                <a:latin typeface="Trebuchet MS"/>
                <a:cs typeface="Trebuchet MS"/>
              </a:rPr>
              <a:t>We’ll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using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TensorFlow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Keras</a:t>
            </a:r>
            <a:endParaRPr sz="2000">
              <a:latin typeface="Trebuchet MS"/>
              <a:cs typeface="Trebuchet MS"/>
            </a:endParaRPr>
          </a:p>
          <a:p>
            <a:pPr marL="323215" indent="-231775">
              <a:lnSpc>
                <a:spcPts val="2350"/>
              </a:lnSpc>
              <a:spcBef>
                <a:spcPts val="1500"/>
              </a:spcBef>
              <a:buClr>
                <a:srgbClr val="CDCDCD"/>
              </a:buClr>
              <a:buFont typeface="Arial MT"/>
              <a:buChar char="•"/>
              <a:tabLst>
                <a:tab pos="323215" algn="l"/>
              </a:tabLst>
            </a:pPr>
            <a:r>
              <a:rPr sz="2000" dirty="0">
                <a:latin typeface="Trebuchet MS"/>
                <a:cs typeface="Trebuchet MS"/>
              </a:rPr>
              <a:t>Good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idea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gain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exposure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others</a:t>
            </a:r>
            <a:endParaRPr sz="2000">
              <a:latin typeface="Trebuchet MS"/>
              <a:cs typeface="Trebuchet MS"/>
            </a:endParaRPr>
          </a:p>
          <a:p>
            <a:pPr marL="323215">
              <a:lnSpc>
                <a:spcPts val="2350"/>
              </a:lnSpc>
            </a:pPr>
            <a:r>
              <a:rPr sz="2000" dirty="0">
                <a:latin typeface="Trebuchet MS"/>
                <a:cs typeface="Trebuchet MS"/>
              </a:rPr>
              <a:t>moving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forward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1303" y="3750309"/>
            <a:ext cx="4999355" cy="833119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 indent="1172210">
              <a:lnSpc>
                <a:spcPts val="3000"/>
              </a:lnSpc>
              <a:spcBef>
                <a:spcPts val="495"/>
              </a:spcBef>
            </a:pPr>
            <a:r>
              <a:rPr sz="2800" dirty="0">
                <a:solidFill>
                  <a:srgbClr val="FFFFFF"/>
                </a:solidFill>
              </a:rPr>
              <a:t>FIRST</a:t>
            </a:r>
            <a:r>
              <a:rPr sz="2800" spc="-15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PROGRAM: </a:t>
            </a:r>
            <a:r>
              <a:rPr sz="2800" dirty="0">
                <a:solidFill>
                  <a:srgbClr val="FFFFFF"/>
                </a:solidFill>
              </a:rPr>
              <a:t>CLASSIFY</a:t>
            </a:r>
            <a:r>
              <a:rPr sz="2800" spc="-19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HANDWRITTEN</a:t>
            </a:r>
            <a:r>
              <a:rPr sz="2800" spc="-114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DIGITS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</TotalTime>
  <Words>1336</Words>
  <Application>Microsoft Office PowerPoint</Application>
  <PresentationFormat>Custom</PresentationFormat>
  <Paragraphs>617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0" baseType="lpstr">
      <vt:lpstr>Arial MT</vt:lpstr>
      <vt:lpstr>Calibri</vt:lpstr>
      <vt:lpstr>Calibri Light</vt:lpstr>
      <vt:lpstr>Cambria Math</vt:lpstr>
      <vt:lpstr>Microsoft Sans Serif</vt:lpstr>
      <vt:lpstr>Symbol</vt:lpstr>
      <vt:lpstr>Tahoma</vt:lpstr>
      <vt:lpstr>Times New Roman</vt:lpstr>
      <vt:lpstr>Trebuchet MS</vt:lpstr>
      <vt:lpstr>Office Theme</vt:lpstr>
      <vt:lpstr>DEEP LEARNING USING PYTHON</vt:lpstr>
      <vt:lpstr>PowerPoint Presentation</vt:lpstr>
      <vt:lpstr>HISTORY OF AI</vt:lpstr>
      <vt:lpstr>BEGINNING OF ARTIFICIAL INTELLIGENCE</vt:lpstr>
      <vt:lpstr>EARLY NEURAL NETWORKS</vt:lpstr>
      <vt:lpstr>EXPERT SYSTEMS</vt:lpstr>
      <vt:lpstr>EXPERT SYSTEMS - LIMITATIONS</vt:lpstr>
      <vt:lpstr>HOW DO CHILDREN LEARN?</vt:lpstr>
      <vt:lpstr>THE DEEP LEARNING REVOLUTION</vt:lpstr>
      <vt:lpstr>DATA</vt:lpstr>
      <vt:lpstr>COMPUTING POWER</vt:lpstr>
      <vt:lpstr>THE IMPORTANCE OF THE GPU</vt:lpstr>
      <vt:lpstr>WHAT IS DEEP LEARNING?</vt:lpstr>
      <vt:lpstr>DEEP LEARNING FLIPS TRADITIONAL PROGRAMMING ON ITS HEAD</vt:lpstr>
      <vt:lpstr>TRADITIONAL PROGRAMMING Building a Classifier</vt:lpstr>
      <vt:lpstr>MACHINE LEARNING Building a Classifier</vt:lpstr>
      <vt:lpstr>THIS IS A FUNDAMENTAL SHIFT</vt:lpstr>
      <vt:lpstr>WHEN TO CHOOSE DEEP LEARNING</vt:lpstr>
      <vt:lpstr>DEEP LEARNING COMPARED TO OTHER AI</vt:lpstr>
      <vt:lpstr>HOW DEEP LEARNING IS TRANSFORMING THE WORLD</vt:lpstr>
      <vt:lpstr>COMPUTER VISION</vt:lpstr>
      <vt:lpstr>NATURAL LANGUAGE PROCESSING</vt:lpstr>
      <vt:lpstr>RECOMMENDER SYSTEMS</vt:lpstr>
      <vt:lpstr>REINFORCEMENT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Toy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Forward Pass</vt:lpstr>
      <vt:lpstr>Forward Pass</vt:lpstr>
      <vt:lpstr>Forward Pass</vt:lpstr>
      <vt:lpstr>Forward Pass</vt:lpstr>
      <vt:lpstr>Forward Pass</vt:lpstr>
      <vt:lpstr>Weight Matrix</vt:lpstr>
      <vt:lpstr>PowerPoint Presentation</vt:lpstr>
      <vt:lpstr>WRONG 0.151</vt:lpstr>
      <vt:lpstr>Why there is an error in prediction?</vt:lpstr>
      <vt:lpstr>Two Commonly used Loss Functions are</vt:lpstr>
      <vt:lpstr>PowerPoint Presentation</vt:lpstr>
      <vt:lpstr>PowerPoint Presentation</vt:lpstr>
      <vt:lpstr>PowerPoint Presentation</vt:lpstr>
      <vt:lpstr>PowerPoint Presentation</vt:lpstr>
      <vt:lpstr>Two Commonly used Loss Functions are</vt:lpstr>
      <vt:lpstr>Cross Entropy Loss</vt:lpstr>
      <vt:lpstr>Activation Functions</vt:lpstr>
      <vt:lpstr>Linear</vt:lpstr>
      <vt:lpstr>Sigmoid Activation Functions (Logistics)</vt:lpstr>
      <vt:lpstr>Tanh Activation Function</vt:lpstr>
      <vt:lpstr>Rectified Linear Unit(ReLU)</vt:lpstr>
      <vt:lpstr>PLATFORM</vt:lpstr>
      <vt:lpstr>SOFTWARE</vt:lpstr>
      <vt:lpstr>FIRST PROGRAM: CLASSIFY HANDWRITTEN DIGITS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 deep learning</dc:title>
  <dc:creator>Parth Sinroza</dc:creator>
  <cp:lastModifiedBy>Foram Mendha</cp:lastModifiedBy>
  <cp:revision>3</cp:revision>
  <dcterms:created xsi:type="dcterms:W3CDTF">2024-12-16T04:53:45Z</dcterms:created>
  <dcterms:modified xsi:type="dcterms:W3CDTF">2025-04-10T12:10:14Z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2024-12-16T00:00:00Z</vt:filetime>
  </property>
  <property fmtid="{D5CDD505-2E9C-101B-9397-08002B2CF9AE}" pid="5" name="Producer">
    <vt:lpwstr>Microsoft® PowerPoint® 2019</vt:lpwstr>
  </property>
</Properties>
</file>